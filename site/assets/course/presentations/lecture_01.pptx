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8"/>
  </p:notesMasterIdLst>
  <p:sldIdLst>
    <p:sldId id="256" r:id="rId2"/>
    <p:sldId id="363" r:id="rId3"/>
    <p:sldId id="258" r:id="rId4"/>
    <p:sldId id="272" r:id="rId5"/>
    <p:sldId id="270" r:id="rId6"/>
    <p:sldId id="257" r:id="rId7"/>
    <p:sldId id="271" r:id="rId8"/>
    <p:sldId id="276" r:id="rId9"/>
    <p:sldId id="273" r:id="rId10"/>
    <p:sldId id="277" r:id="rId11"/>
    <p:sldId id="274" r:id="rId12"/>
    <p:sldId id="278" r:id="rId13"/>
    <p:sldId id="279" r:id="rId14"/>
    <p:sldId id="280" r:id="rId15"/>
    <p:sldId id="353" r:id="rId16"/>
    <p:sldId id="275" r:id="rId17"/>
    <p:sldId id="316" r:id="rId18"/>
    <p:sldId id="355" r:id="rId19"/>
    <p:sldId id="317" r:id="rId20"/>
    <p:sldId id="318" r:id="rId21"/>
    <p:sldId id="319" r:id="rId22"/>
    <p:sldId id="320" r:id="rId23"/>
    <p:sldId id="324" r:id="rId24"/>
    <p:sldId id="321" r:id="rId25"/>
    <p:sldId id="322" r:id="rId26"/>
    <p:sldId id="323" r:id="rId27"/>
    <p:sldId id="281" r:id="rId28"/>
    <p:sldId id="354" r:id="rId29"/>
    <p:sldId id="282" r:id="rId30"/>
    <p:sldId id="358" r:id="rId31"/>
    <p:sldId id="357" r:id="rId32"/>
    <p:sldId id="283" r:id="rId33"/>
    <p:sldId id="285" r:id="rId34"/>
    <p:sldId id="356" r:id="rId35"/>
    <p:sldId id="364" r:id="rId36"/>
    <p:sldId id="284" r:id="rId37"/>
    <p:sldId id="288" r:id="rId38"/>
    <p:sldId id="287" r:id="rId39"/>
    <p:sldId id="290" r:id="rId40"/>
    <p:sldId id="289" r:id="rId41"/>
    <p:sldId id="292" r:id="rId42"/>
    <p:sldId id="291" r:id="rId43"/>
    <p:sldId id="294" r:id="rId44"/>
    <p:sldId id="293" r:id="rId45"/>
    <p:sldId id="296" r:id="rId46"/>
    <p:sldId id="295" r:id="rId47"/>
    <p:sldId id="298" r:id="rId48"/>
    <p:sldId id="297" r:id="rId49"/>
    <p:sldId id="300" r:id="rId50"/>
    <p:sldId id="299" r:id="rId51"/>
    <p:sldId id="302" r:id="rId52"/>
    <p:sldId id="301" r:id="rId53"/>
    <p:sldId id="304" r:id="rId54"/>
    <p:sldId id="303" r:id="rId55"/>
    <p:sldId id="306" r:id="rId56"/>
    <p:sldId id="305" r:id="rId57"/>
    <p:sldId id="308" r:id="rId58"/>
    <p:sldId id="307" r:id="rId59"/>
    <p:sldId id="310" r:id="rId60"/>
    <p:sldId id="309" r:id="rId61"/>
    <p:sldId id="312" r:id="rId62"/>
    <p:sldId id="311" r:id="rId63"/>
    <p:sldId id="314" r:id="rId64"/>
    <p:sldId id="313" r:id="rId65"/>
    <p:sldId id="362" r:id="rId66"/>
    <p:sldId id="315" r:id="rId6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5CE3044-FBA4-4ED9-AA94-053482C5C0F1}">
          <p14:sldIdLst>
            <p14:sldId id="256"/>
            <p14:sldId id="363"/>
          </p14:sldIdLst>
        </p14:section>
        <p14:section name="Лекция 1" id="{6A53EB98-66BE-475A-986E-9295FEAEA0A2}">
          <p14:sldIdLst>
            <p14:sldId id="258"/>
            <p14:sldId id="272"/>
            <p14:sldId id="270"/>
            <p14:sldId id="257"/>
            <p14:sldId id="271"/>
            <p14:sldId id="276"/>
            <p14:sldId id="273"/>
            <p14:sldId id="277"/>
            <p14:sldId id="274"/>
            <p14:sldId id="278"/>
            <p14:sldId id="279"/>
            <p14:sldId id="280"/>
            <p14:sldId id="353"/>
            <p14:sldId id="275"/>
            <p14:sldId id="316"/>
            <p14:sldId id="355"/>
            <p14:sldId id="317"/>
            <p14:sldId id="318"/>
            <p14:sldId id="319"/>
            <p14:sldId id="320"/>
            <p14:sldId id="324"/>
            <p14:sldId id="321"/>
            <p14:sldId id="322"/>
            <p14:sldId id="323"/>
            <p14:sldId id="281"/>
            <p14:sldId id="354"/>
            <p14:sldId id="282"/>
            <p14:sldId id="358"/>
            <p14:sldId id="357"/>
            <p14:sldId id="283"/>
            <p14:sldId id="285"/>
            <p14:sldId id="356"/>
            <p14:sldId id="364"/>
            <p14:sldId id="284"/>
          </p14:sldIdLst>
        </p14:section>
        <p14:section name="Лекция 1. Самопроверка" id="{4E63B263-632C-45A5-A205-88824486F7FC}">
          <p14:sldIdLst>
            <p14:sldId id="288"/>
            <p14:sldId id="287"/>
            <p14:sldId id="290"/>
            <p14:sldId id="289"/>
            <p14:sldId id="292"/>
            <p14:sldId id="291"/>
            <p14:sldId id="294"/>
            <p14:sldId id="293"/>
            <p14:sldId id="296"/>
            <p14:sldId id="295"/>
            <p14:sldId id="298"/>
            <p14:sldId id="297"/>
            <p14:sldId id="300"/>
            <p14:sldId id="299"/>
            <p14:sldId id="302"/>
            <p14:sldId id="301"/>
            <p14:sldId id="304"/>
            <p14:sldId id="303"/>
            <p14:sldId id="306"/>
            <p14:sldId id="305"/>
            <p14:sldId id="308"/>
            <p14:sldId id="307"/>
            <p14:sldId id="310"/>
            <p14:sldId id="309"/>
            <p14:sldId id="312"/>
            <p14:sldId id="311"/>
            <p14:sldId id="314"/>
            <p14:sldId id="313"/>
            <p14:sldId id="362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2E3092"/>
    <a:srgbClr val="FFFFFF"/>
    <a:srgbClr val="B3FF80"/>
    <a:srgbClr val="FFD280"/>
    <a:srgbClr val="78F9FF"/>
    <a:srgbClr val="FF8481"/>
    <a:srgbClr val="B1F940"/>
    <a:srgbClr val="EE2C45"/>
    <a:srgbClr val="E10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2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61B7FA-F494-4B46-9DCA-C41BDB29871B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B99EC0B-F31E-4EDB-91C2-8C3EF9941037}">
      <dgm:prSet/>
      <dgm:spPr/>
      <dgm:t>
        <a:bodyPr/>
        <a:lstStyle/>
        <a:p>
          <a:r>
            <a:rPr lang="en-US" b="1" dirty="0"/>
            <a:t>government</a:t>
          </a:r>
          <a:r>
            <a:rPr lang="en-US" dirty="0"/>
            <a:t> </a:t>
          </a:r>
          <a:r>
            <a:rPr lang="ru-RU" dirty="0"/>
            <a:t> — правительство, государство, правление, руководство, власть, государственная власть</a:t>
          </a:r>
          <a:endParaRPr lang="en-US" dirty="0"/>
        </a:p>
      </dgm:t>
    </dgm:pt>
    <dgm:pt modelId="{2CCB8171-9C18-4314-A7C9-5F577CA6DB1A}" type="parTrans" cxnId="{AE259AC8-5579-4F35-93A8-EF7C88744635}">
      <dgm:prSet/>
      <dgm:spPr/>
      <dgm:t>
        <a:bodyPr/>
        <a:lstStyle/>
        <a:p>
          <a:endParaRPr lang="en-US"/>
        </a:p>
      </dgm:t>
    </dgm:pt>
    <dgm:pt modelId="{9B23CAE2-2A17-47FC-8614-2D26820002EF}" type="sibTrans" cxnId="{AE259AC8-5579-4F35-93A8-EF7C88744635}">
      <dgm:prSet/>
      <dgm:spPr/>
      <dgm:t>
        <a:bodyPr/>
        <a:lstStyle/>
        <a:p>
          <a:endParaRPr lang="en-US"/>
        </a:p>
      </dgm:t>
    </dgm:pt>
    <dgm:pt modelId="{2314412E-A8E3-4840-8AE8-3B0DADC84C90}">
      <dgm:prSet/>
      <dgm:spPr/>
      <dgm:t>
        <a:bodyPr/>
        <a:lstStyle/>
        <a:p>
          <a:r>
            <a:rPr lang="ru-RU" b="1" dirty="0" err="1"/>
            <a:t>state</a:t>
          </a:r>
          <a:r>
            <a:rPr lang="ru-RU" dirty="0"/>
            <a:t> — состояние, государство, положение, штат, статус, структура, форма</a:t>
          </a:r>
          <a:endParaRPr lang="en-US" dirty="0"/>
        </a:p>
      </dgm:t>
    </dgm:pt>
    <dgm:pt modelId="{3C5A94B3-E061-40FD-AFFC-ABD6A7337A61}" type="parTrans" cxnId="{38807395-FBA3-4B91-B344-812DD61BC476}">
      <dgm:prSet/>
      <dgm:spPr/>
      <dgm:t>
        <a:bodyPr/>
        <a:lstStyle/>
        <a:p>
          <a:endParaRPr lang="en-US"/>
        </a:p>
      </dgm:t>
    </dgm:pt>
    <dgm:pt modelId="{ADBFB06B-6688-49EA-A0C1-7F303EA2F01D}" type="sibTrans" cxnId="{38807395-FBA3-4B91-B344-812DD61BC476}">
      <dgm:prSet/>
      <dgm:spPr/>
      <dgm:t>
        <a:bodyPr/>
        <a:lstStyle/>
        <a:p>
          <a:endParaRPr lang="en-US"/>
        </a:p>
      </dgm:t>
    </dgm:pt>
    <dgm:pt modelId="{57C1774E-7EF5-4EAC-B29F-1636FAD0E1DC}">
      <dgm:prSet/>
      <dgm:spPr/>
      <dgm:t>
        <a:bodyPr/>
        <a:lstStyle/>
        <a:p>
          <a:r>
            <a:rPr lang="ru-RU" b="1" dirty="0" err="1"/>
            <a:t>nation</a:t>
          </a:r>
          <a:r>
            <a:rPr lang="ru-RU" dirty="0"/>
            <a:t> — нация, народ, страна, государство, народность, землячество</a:t>
          </a:r>
          <a:endParaRPr lang="en-US" dirty="0"/>
        </a:p>
      </dgm:t>
    </dgm:pt>
    <dgm:pt modelId="{423FB8B5-FD2E-417C-B6AF-BB66337C4A74}" type="parTrans" cxnId="{57297759-38BA-4DD6-A705-C8E430A4E257}">
      <dgm:prSet/>
      <dgm:spPr/>
      <dgm:t>
        <a:bodyPr/>
        <a:lstStyle/>
        <a:p>
          <a:endParaRPr lang="en-US"/>
        </a:p>
      </dgm:t>
    </dgm:pt>
    <dgm:pt modelId="{DEBEF53C-22EA-4623-A1A6-AA5AB3BAF87F}" type="sibTrans" cxnId="{57297759-38BA-4DD6-A705-C8E430A4E257}">
      <dgm:prSet/>
      <dgm:spPr/>
      <dgm:t>
        <a:bodyPr/>
        <a:lstStyle/>
        <a:p>
          <a:endParaRPr lang="en-US"/>
        </a:p>
      </dgm:t>
    </dgm:pt>
    <dgm:pt modelId="{519ECE2A-468D-46A7-85C0-35A0A33DC625}" type="pres">
      <dgm:prSet presAssocID="{9961B7FA-F494-4B46-9DCA-C41BDB29871B}" presName="linear" presStyleCnt="0">
        <dgm:presLayoutVars>
          <dgm:animLvl val="lvl"/>
          <dgm:resizeHandles val="exact"/>
        </dgm:presLayoutVars>
      </dgm:prSet>
      <dgm:spPr/>
    </dgm:pt>
    <dgm:pt modelId="{3C51B727-B0E0-4832-9F84-28AB8EF5A614}" type="pres">
      <dgm:prSet presAssocID="{8B99EC0B-F31E-4EDB-91C2-8C3EF99410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3590C4-A7B6-4928-B1AE-B8CB63AC5E47}" type="pres">
      <dgm:prSet presAssocID="{9B23CAE2-2A17-47FC-8614-2D26820002EF}" presName="spacer" presStyleCnt="0"/>
      <dgm:spPr/>
    </dgm:pt>
    <dgm:pt modelId="{C1859933-B3F5-4F40-8226-BBFB9D7ADAEC}" type="pres">
      <dgm:prSet presAssocID="{2314412E-A8E3-4840-8AE8-3B0DADC84C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4F2BE2-A9D6-4C12-ACA8-B0E7B0418454}" type="pres">
      <dgm:prSet presAssocID="{ADBFB06B-6688-49EA-A0C1-7F303EA2F01D}" presName="spacer" presStyleCnt="0"/>
      <dgm:spPr/>
    </dgm:pt>
    <dgm:pt modelId="{2415C799-C4E2-4045-B939-89D4D9A9881B}" type="pres">
      <dgm:prSet presAssocID="{57C1774E-7EF5-4EAC-B29F-1636FAD0E1D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E46F764-217F-4A8A-B5CC-C2130A5C87DB}" type="presOf" srcId="{2314412E-A8E3-4840-8AE8-3B0DADC84C90}" destId="{C1859933-B3F5-4F40-8226-BBFB9D7ADAEC}" srcOrd="0" destOrd="0" presId="urn:microsoft.com/office/officeart/2005/8/layout/vList2"/>
    <dgm:cxn modelId="{6368E248-D41D-4F6A-BF4D-8CEB7499C4A5}" type="presOf" srcId="{57C1774E-7EF5-4EAC-B29F-1636FAD0E1DC}" destId="{2415C799-C4E2-4045-B939-89D4D9A9881B}" srcOrd="0" destOrd="0" presId="urn:microsoft.com/office/officeart/2005/8/layout/vList2"/>
    <dgm:cxn modelId="{26634751-FA19-4990-8130-58A45036C096}" type="presOf" srcId="{8B99EC0B-F31E-4EDB-91C2-8C3EF9941037}" destId="{3C51B727-B0E0-4832-9F84-28AB8EF5A614}" srcOrd="0" destOrd="0" presId="urn:microsoft.com/office/officeart/2005/8/layout/vList2"/>
    <dgm:cxn modelId="{57297759-38BA-4DD6-A705-C8E430A4E257}" srcId="{9961B7FA-F494-4B46-9DCA-C41BDB29871B}" destId="{57C1774E-7EF5-4EAC-B29F-1636FAD0E1DC}" srcOrd="2" destOrd="0" parTransId="{423FB8B5-FD2E-417C-B6AF-BB66337C4A74}" sibTransId="{DEBEF53C-22EA-4623-A1A6-AA5AB3BAF87F}"/>
    <dgm:cxn modelId="{38807395-FBA3-4B91-B344-812DD61BC476}" srcId="{9961B7FA-F494-4B46-9DCA-C41BDB29871B}" destId="{2314412E-A8E3-4840-8AE8-3B0DADC84C90}" srcOrd="1" destOrd="0" parTransId="{3C5A94B3-E061-40FD-AFFC-ABD6A7337A61}" sibTransId="{ADBFB06B-6688-49EA-A0C1-7F303EA2F01D}"/>
    <dgm:cxn modelId="{AE259AC8-5579-4F35-93A8-EF7C88744635}" srcId="{9961B7FA-F494-4B46-9DCA-C41BDB29871B}" destId="{8B99EC0B-F31E-4EDB-91C2-8C3EF9941037}" srcOrd="0" destOrd="0" parTransId="{2CCB8171-9C18-4314-A7C9-5F577CA6DB1A}" sibTransId="{9B23CAE2-2A17-47FC-8614-2D26820002EF}"/>
    <dgm:cxn modelId="{B36206E5-4A2F-45A7-9004-5F1C54A79E98}" type="presOf" srcId="{9961B7FA-F494-4B46-9DCA-C41BDB29871B}" destId="{519ECE2A-468D-46A7-85C0-35A0A33DC625}" srcOrd="0" destOrd="0" presId="urn:microsoft.com/office/officeart/2005/8/layout/vList2"/>
    <dgm:cxn modelId="{D6B38401-A8F9-4AEB-9195-5F8C7E4D2183}" type="presParOf" srcId="{519ECE2A-468D-46A7-85C0-35A0A33DC625}" destId="{3C51B727-B0E0-4832-9F84-28AB8EF5A614}" srcOrd="0" destOrd="0" presId="urn:microsoft.com/office/officeart/2005/8/layout/vList2"/>
    <dgm:cxn modelId="{F7B44D20-7E2F-44AA-8147-9D7BF1098633}" type="presParOf" srcId="{519ECE2A-468D-46A7-85C0-35A0A33DC625}" destId="{2B3590C4-A7B6-4928-B1AE-B8CB63AC5E47}" srcOrd="1" destOrd="0" presId="urn:microsoft.com/office/officeart/2005/8/layout/vList2"/>
    <dgm:cxn modelId="{81F69AFB-E2CC-4AD8-84A3-241145D32D96}" type="presParOf" srcId="{519ECE2A-468D-46A7-85C0-35A0A33DC625}" destId="{C1859933-B3F5-4F40-8226-BBFB9D7ADAEC}" srcOrd="2" destOrd="0" presId="urn:microsoft.com/office/officeart/2005/8/layout/vList2"/>
    <dgm:cxn modelId="{35207DD0-7C20-4768-9D7B-94169AB4DFB9}" type="presParOf" srcId="{519ECE2A-468D-46A7-85C0-35A0A33DC625}" destId="{6B4F2BE2-A9D6-4C12-ACA8-B0E7B0418454}" srcOrd="3" destOrd="0" presId="urn:microsoft.com/office/officeart/2005/8/layout/vList2"/>
    <dgm:cxn modelId="{515DA984-7F24-4771-B5F9-57F89691625C}" type="presParOf" srcId="{519ECE2A-468D-46A7-85C0-35A0A33DC625}" destId="{2415C799-C4E2-4045-B939-89D4D9A9881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/>
        <a:lstStyle/>
        <a:p>
          <a:r>
            <a:rPr lang="ru-RU"/>
            <a:t>Население</a:t>
          </a:r>
          <a:endParaRPr lang="en-US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solidFill>
          <a:srgbClr val="002060"/>
        </a:solidFill>
      </dgm:spPr>
      <dgm:t>
        <a:bodyPr/>
        <a:lstStyle/>
        <a:p>
          <a:r>
            <a:rPr lang="ru-RU"/>
            <a:t>Территория</a:t>
          </a:r>
          <a:endParaRPr lang="en-US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solidFill>
          <a:srgbClr val="002060"/>
        </a:solidFill>
      </dgm:spPr>
      <dgm:t>
        <a:bodyPr/>
        <a:lstStyle/>
        <a:p>
          <a:r>
            <a:rPr lang="ru-RU"/>
            <a:t>Система управления</a:t>
          </a:r>
          <a:endParaRPr lang="en-US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55601" custScaleY="90910">
        <dgm:presLayoutVars>
          <dgm:bulletEnabled val="1"/>
        </dgm:presLayoutVars>
      </dgm:prSet>
      <dgm:spPr/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55601" custScaleY="90910">
        <dgm:presLayoutVars>
          <dgm:bulletEnabled val="1"/>
        </dgm:presLayoutVars>
      </dgm:prSet>
      <dgm:spPr/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55601" custScaleY="90910">
        <dgm:presLayoutVars>
          <dgm:bulletEnabled val="1"/>
        </dgm:presLayoutVars>
      </dgm:prSet>
      <dgm:spPr/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BE0BF0-4E62-4AA6-BC2A-E241B5B50DA5}" type="doc">
      <dgm:prSet loTypeId="urn:microsoft.com/office/officeart/2005/8/layout/vList2" loCatId="list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2BF3A536-B23E-4423-9F41-3E3F55898DA7}">
      <dgm:prSet/>
      <dgm:spPr/>
      <dgm:t>
        <a:bodyPr/>
        <a:lstStyle/>
        <a:p>
          <a:r>
            <a:rPr lang="ru-RU" dirty="0"/>
            <a:t>от лат. </a:t>
          </a:r>
          <a:r>
            <a:rPr lang="ru-RU" b="1" dirty="0" err="1"/>
            <a:t>municipium</a:t>
          </a:r>
          <a:r>
            <a:rPr lang="ru-RU" dirty="0"/>
            <a:t> — самоуправляющаяся община</a:t>
          </a:r>
          <a:endParaRPr lang="en-US" dirty="0"/>
        </a:p>
      </dgm:t>
    </dgm:pt>
    <dgm:pt modelId="{131E0143-3C3D-4994-A9E0-AC4FACA021BA}" type="parTrans" cxnId="{B94B7BA2-530D-4C2C-8A18-EE06E71549F1}">
      <dgm:prSet/>
      <dgm:spPr/>
      <dgm:t>
        <a:bodyPr/>
        <a:lstStyle/>
        <a:p>
          <a:endParaRPr lang="en-US"/>
        </a:p>
      </dgm:t>
    </dgm:pt>
    <dgm:pt modelId="{99420FDD-5F84-474A-88F2-6C05DFC83B79}" type="sibTrans" cxnId="{B94B7BA2-530D-4C2C-8A18-EE06E71549F1}">
      <dgm:prSet/>
      <dgm:spPr/>
      <dgm:t>
        <a:bodyPr/>
        <a:lstStyle/>
        <a:p>
          <a:endParaRPr lang="en-US"/>
        </a:p>
      </dgm:t>
    </dgm:pt>
    <dgm:pt modelId="{304155EF-EB47-4072-8616-964EA9271DA2}">
      <dgm:prSet/>
      <dgm:spPr/>
      <dgm:t>
        <a:bodyPr/>
        <a:lstStyle/>
        <a:p>
          <a:r>
            <a:rPr lang="ru-RU" b="1"/>
            <a:t>административно-территориальная единица</a:t>
          </a:r>
          <a:r>
            <a:rPr lang="ru-RU"/>
            <a:t>, управляемая органами местного самоуправления</a:t>
          </a:r>
          <a:endParaRPr lang="en-US"/>
        </a:p>
      </dgm:t>
    </dgm:pt>
    <dgm:pt modelId="{700379E3-30A9-462D-9031-76AAF2362C72}" type="parTrans" cxnId="{B016482F-3EBF-417A-A65E-078472F6D5FD}">
      <dgm:prSet/>
      <dgm:spPr/>
      <dgm:t>
        <a:bodyPr/>
        <a:lstStyle/>
        <a:p>
          <a:endParaRPr lang="en-US"/>
        </a:p>
      </dgm:t>
    </dgm:pt>
    <dgm:pt modelId="{AC760AD4-C4A4-4767-9EEE-AD2C751AED76}" type="sibTrans" cxnId="{B016482F-3EBF-417A-A65E-078472F6D5FD}">
      <dgm:prSet/>
      <dgm:spPr/>
      <dgm:t>
        <a:bodyPr/>
        <a:lstStyle/>
        <a:p>
          <a:endParaRPr lang="en-US"/>
        </a:p>
      </dgm:t>
    </dgm:pt>
    <dgm:pt modelId="{426A68F5-BE0A-479C-A63B-AEBD4089DC6A}">
      <dgm:prSet/>
      <dgm:spPr/>
      <dgm:t>
        <a:bodyPr/>
        <a:lstStyle/>
        <a:p>
          <a:r>
            <a:rPr lang="ru-RU" b="1"/>
            <a:t>Муниципальное образование </a:t>
          </a:r>
          <a:r>
            <a:rPr lang="ru-RU"/>
            <a:t>— населённая территория, на которой осуществляется местное самоуправление в России</a:t>
          </a:r>
          <a:endParaRPr lang="en-US"/>
        </a:p>
      </dgm:t>
    </dgm:pt>
    <dgm:pt modelId="{AA4F40A6-BE93-43A8-9464-C43E19ED6A14}" type="parTrans" cxnId="{FC094A35-233C-4F87-AF9A-5B41524C9336}">
      <dgm:prSet/>
      <dgm:spPr/>
      <dgm:t>
        <a:bodyPr/>
        <a:lstStyle/>
        <a:p>
          <a:endParaRPr lang="en-US"/>
        </a:p>
      </dgm:t>
    </dgm:pt>
    <dgm:pt modelId="{579A52BA-8A8A-4E89-A300-16E550919A16}" type="sibTrans" cxnId="{FC094A35-233C-4F87-AF9A-5B41524C9336}">
      <dgm:prSet/>
      <dgm:spPr/>
      <dgm:t>
        <a:bodyPr/>
        <a:lstStyle/>
        <a:p>
          <a:endParaRPr lang="en-US"/>
        </a:p>
      </dgm:t>
    </dgm:pt>
    <dgm:pt modelId="{6E59307B-6AE4-4745-865D-9D033ED9C0FA}" type="pres">
      <dgm:prSet presAssocID="{A7BE0BF0-4E62-4AA6-BC2A-E241B5B50DA5}" presName="linear" presStyleCnt="0">
        <dgm:presLayoutVars>
          <dgm:animLvl val="lvl"/>
          <dgm:resizeHandles val="exact"/>
        </dgm:presLayoutVars>
      </dgm:prSet>
      <dgm:spPr/>
    </dgm:pt>
    <dgm:pt modelId="{F520D88D-143D-4B73-8EBB-E173C7404AF8}" type="pres">
      <dgm:prSet presAssocID="{2BF3A536-B23E-4423-9F41-3E3F55898DA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A46EE68-84DC-4DC5-B361-AA0E6ED2124D}" type="pres">
      <dgm:prSet presAssocID="{99420FDD-5F84-474A-88F2-6C05DFC83B79}" presName="spacer" presStyleCnt="0"/>
      <dgm:spPr/>
    </dgm:pt>
    <dgm:pt modelId="{95F63289-D8D8-45CF-B3D1-E0DA055E5D8C}" type="pres">
      <dgm:prSet presAssocID="{304155EF-EB47-4072-8616-964EA9271DA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41AED0-B201-4F97-9046-CFFECD965B00}" type="pres">
      <dgm:prSet presAssocID="{AC760AD4-C4A4-4767-9EEE-AD2C751AED76}" presName="spacer" presStyleCnt="0"/>
      <dgm:spPr/>
    </dgm:pt>
    <dgm:pt modelId="{022EC9C6-408E-4C27-957C-4D5CBE0987F6}" type="pres">
      <dgm:prSet presAssocID="{426A68F5-BE0A-479C-A63B-AEBD4089DC6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4D29216-A825-440B-BFC0-3B6D84BC8B6F}" type="presOf" srcId="{304155EF-EB47-4072-8616-964EA9271DA2}" destId="{95F63289-D8D8-45CF-B3D1-E0DA055E5D8C}" srcOrd="0" destOrd="0" presId="urn:microsoft.com/office/officeart/2005/8/layout/vList2"/>
    <dgm:cxn modelId="{B016482F-3EBF-417A-A65E-078472F6D5FD}" srcId="{A7BE0BF0-4E62-4AA6-BC2A-E241B5B50DA5}" destId="{304155EF-EB47-4072-8616-964EA9271DA2}" srcOrd="1" destOrd="0" parTransId="{700379E3-30A9-462D-9031-76AAF2362C72}" sibTransId="{AC760AD4-C4A4-4767-9EEE-AD2C751AED76}"/>
    <dgm:cxn modelId="{FC094A35-233C-4F87-AF9A-5B41524C9336}" srcId="{A7BE0BF0-4E62-4AA6-BC2A-E241B5B50DA5}" destId="{426A68F5-BE0A-479C-A63B-AEBD4089DC6A}" srcOrd="2" destOrd="0" parTransId="{AA4F40A6-BE93-43A8-9464-C43E19ED6A14}" sibTransId="{579A52BA-8A8A-4E89-A300-16E550919A16}"/>
    <dgm:cxn modelId="{C5B57768-9DD2-4572-8F19-0372BCD23F5D}" type="presOf" srcId="{426A68F5-BE0A-479C-A63B-AEBD4089DC6A}" destId="{022EC9C6-408E-4C27-957C-4D5CBE0987F6}" srcOrd="0" destOrd="0" presId="urn:microsoft.com/office/officeart/2005/8/layout/vList2"/>
    <dgm:cxn modelId="{B94B7BA2-530D-4C2C-8A18-EE06E71549F1}" srcId="{A7BE0BF0-4E62-4AA6-BC2A-E241B5B50DA5}" destId="{2BF3A536-B23E-4423-9F41-3E3F55898DA7}" srcOrd="0" destOrd="0" parTransId="{131E0143-3C3D-4994-A9E0-AC4FACA021BA}" sibTransId="{99420FDD-5F84-474A-88F2-6C05DFC83B79}"/>
    <dgm:cxn modelId="{167C95BF-294F-4351-8BD8-7DDAD04544B5}" type="presOf" srcId="{2BF3A536-B23E-4423-9F41-3E3F55898DA7}" destId="{F520D88D-143D-4B73-8EBB-E173C7404AF8}" srcOrd="0" destOrd="0" presId="urn:microsoft.com/office/officeart/2005/8/layout/vList2"/>
    <dgm:cxn modelId="{BC717FCD-BB54-4055-BD5C-DF637096B5F1}" type="presOf" srcId="{A7BE0BF0-4E62-4AA6-BC2A-E241B5B50DA5}" destId="{6E59307B-6AE4-4745-865D-9D033ED9C0FA}" srcOrd="0" destOrd="0" presId="urn:microsoft.com/office/officeart/2005/8/layout/vList2"/>
    <dgm:cxn modelId="{DB9A0678-CDFB-480F-B63F-EE0676FD0D71}" type="presParOf" srcId="{6E59307B-6AE4-4745-865D-9D033ED9C0FA}" destId="{F520D88D-143D-4B73-8EBB-E173C7404AF8}" srcOrd="0" destOrd="0" presId="urn:microsoft.com/office/officeart/2005/8/layout/vList2"/>
    <dgm:cxn modelId="{6036B359-523E-44AF-8516-397016F4EC01}" type="presParOf" srcId="{6E59307B-6AE4-4745-865D-9D033ED9C0FA}" destId="{5A46EE68-84DC-4DC5-B361-AA0E6ED2124D}" srcOrd="1" destOrd="0" presId="urn:microsoft.com/office/officeart/2005/8/layout/vList2"/>
    <dgm:cxn modelId="{DFF1D894-0AAA-48AA-A3D4-D084ADE0EA4C}" type="presParOf" srcId="{6E59307B-6AE4-4745-865D-9D033ED9C0FA}" destId="{95F63289-D8D8-45CF-B3D1-E0DA055E5D8C}" srcOrd="2" destOrd="0" presId="urn:microsoft.com/office/officeart/2005/8/layout/vList2"/>
    <dgm:cxn modelId="{AC598291-1C02-4B57-9F79-8675670B9A7D}" type="presParOf" srcId="{6E59307B-6AE4-4745-865D-9D033ED9C0FA}" destId="{C441AED0-B201-4F97-9046-CFFECD965B00}" srcOrd="3" destOrd="0" presId="urn:microsoft.com/office/officeart/2005/8/layout/vList2"/>
    <dgm:cxn modelId="{93799B34-96BD-4CA0-B8C0-88AA2724B699}" type="presParOf" srcId="{6E59307B-6AE4-4745-865D-9D033ED9C0FA}" destId="{022EC9C6-408E-4C27-957C-4D5CBE0987F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017B18-25BB-49DB-A8E4-A0985DF5F8A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13FDFC1-5863-45FD-B5B2-443F912A67BF}">
      <dgm:prSet/>
      <dgm:spPr/>
      <dgm:t>
        <a:bodyPr/>
        <a:lstStyle/>
        <a:p>
          <a:r>
            <a:rPr lang="ru-RU" b="1" u="sng" dirty="0"/>
            <a:t>Субъект управления</a:t>
          </a:r>
          <a:r>
            <a:rPr lang="ru-RU" dirty="0"/>
            <a:t> – структурно-функциональная составляющая социальной системы управления, </a:t>
          </a:r>
          <a:r>
            <a:rPr lang="ru-RU" b="1" i="1" u="sng" dirty="0"/>
            <a:t>индивид или группа (орган),</a:t>
          </a:r>
          <a:r>
            <a:rPr lang="ru-RU" dirty="0"/>
            <a:t> </a:t>
          </a:r>
          <a:r>
            <a:rPr lang="ru-RU" b="1" dirty="0"/>
            <a:t>наделенный властными полномочиями </a:t>
          </a:r>
          <a:r>
            <a:rPr lang="ru-RU" b="1" u="sng" dirty="0"/>
            <a:t>принимать управленческие решения</a:t>
          </a:r>
          <a:r>
            <a:rPr lang="ru-RU" dirty="0"/>
            <a:t>, оказывать волевое, интеллектуальное, нравственное </a:t>
          </a:r>
          <a:r>
            <a:rPr lang="ru-RU" b="1" dirty="0"/>
            <a:t>влияние</a:t>
          </a:r>
          <a:r>
            <a:rPr lang="ru-RU" dirty="0"/>
            <a:t> на других.</a:t>
          </a:r>
        </a:p>
      </dgm:t>
    </dgm:pt>
    <dgm:pt modelId="{4F4736A9-3338-4EB5-89BD-F3E247DB9700}" type="parTrans" cxnId="{A45A0051-DC67-46FE-B695-48B3D31652C6}">
      <dgm:prSet/>
      <dgm:spPr/>
      <dgm:t>
        <a:bodyPr/>
        <a:lstStyle/>
        <a:p>
          <a:endParaRPr lang="ru-RU"/>
        </a:p>
      </dgm:t>
    </dgm:pt>
    <dgm:pt modelId="{AFE8FA7F-0A8B-419D-8D42-F055E7A4A8AC}" type="sibTrans" cxnId="{A45A0051-DC67-46FE-B695-48B3D31652C6}">
      <dgm:prSet/>
      <dgm:spPr/>
      <dgm:t>
        <a:bodyPr/>
        <a:lstStyle/>
        <a:p>
          <a:endParaRPr lang="ru-RU"/>
        </a:p>
      </dgm:t>
    </dgm:pt>
    <dgm:pt modelId="{0822FEC7-472D-4565-9824-E7B95CFBB025}">
      <dgm:prSet/>
      <dgm:spPr/>
      <dgm:t>
        <a:bodyPr/>
        <a:lstStyle/>
        <a:p>
          <a:r>
            <a:rPr lang="ru-RU" b="1" u="sng" dirty="0"/>
            <a:t>Объект управления</a:t>
          </a:r>
          <a:r>
            <a:rPr lang="ru-RU" dirty="0"/>
            <a:t> – </a:t>
          </a:r>
          <a:br>
            <a:rPr lang="ru-RU" dirty="0"/>
          </a:br>
          <a:r>
            <a:rPr lang="ru-RU" dirty="0"/>
            <a:t>часть системы, которая материализует цели управления, </a:t>
          </a:r>
          <a:r>
            <a:rPr lang="ru-RU" b="1" u="sng" dirty="0"/>
            <a:t>исполняет управленческие решения</a:t>
          </a:r>
          <a:r>
            <a:rPr lang="ru-RU" dirty="0"/>
            <a:t>, обеспечивает реализацию социальной миссии системы.</a:t>
          </a:r>
        </a:p>
      </dgm:t>
    </dgm:pt>
    <dgm:pt modelId="{06B293E8-9EEA-4C92-8412-B03774BEB8EF}" type="parTrans" cxnId="{1938542A-B5BC-45E2-B1E7-E3F4055C2E70}">
      <dgm:prSet/>
      <dgm:spPr/>
      <dgm:t>
        <a:bodyPr/>
        <a:lstStyle/>
        <a:p>
          <a:endParaRPr lang="ru-RU"/>
        </a:p>
      </dgm:t>
    </dgm:pt>
    <dgm:pt modelId="{56AFCECE-627D-4E63-A334-4EE34ADF2FD4}" type="sibTrans" cxnId="{1938542A-B5BC-45E2-B1E7-E3F4055C2E70}">
      <dgm:prSet/>
      <dgm:spPr/>
      <dgm:t>
        <a:bodyPr/>
        <a:lstStyle/>
        <a:p>
          <a:endParaRPr lang="ru-RU"/>
        </a:p>
      </dgm:t>
    </dgm:pt>
    <dgm:pt modelId="{6DFE8235-7244-4CAF-B970-479B94268C08}" type="pres">
      <dgm:prSet presAssocID="{4D017B18-25BB-49DB-A8E4-A0985DF5F8A6}" presName="diagram" presStyleCnt="0">
        <dgm:presLayoutVars>
          <dgm:dir/>
          <dgm:resizeHandles val="exact"/>
        </dgm:presLayoutVars>
      </dgm:prSet>
      <dgm:spPr/>
    </dgm:pt>
    <dgm:pt modelId="{41EA3936-86D7-42A7-9F22-CC4DCA464F0D}" type="pres">
      <dgm:prSet presAssocID="{413FDFC1-5863-45FD-B5B2-443F912A67BF}" presName="node" presStyleLbl="node1" presStyleIdx="0" presStyleCnt="2" custScaleY="150538">
        <dgm:presLayoutVars>
          <dgm:bulletEnabled val="1"/>
        </dgm:presLayoutVars>
      </dgm:prSet>
      <dgm:spPr/>
    </dgm:pt>
    <dgm:pt modelId="{25704786-B165-40C5-9227-C72F02576BF1}" type="pres">
      <dgm:prSet presAssocID="{AFE8FA7F-0A8B-419D-8D42-F055E7A4A8AC}" presName="sibTrans" presStyleCnt="0"/>
      <dgm:spPr/>
    </dgm:pt>
    <dgm:pt modelId="{A85E4698-C82A-4913-B7E5-AFD1DBBB8734}" type="pres">
      <dgm:prSet presAssocID="{0822FEC7-472D-4565-9824-E7B95CFBB025}" presName="node" presStyleLbl="node1" presStyleIdx="1" presStyleCnt="2" custScaleY="150538">
        <dgm:presLayoutVars>
          <dgm:bulletEnabled val="1"/>
        </dgm:presLayoutVars>
      </dgm:prSet>
      <dgm:spPr/>
    </dgm:pt>
  </dgm:ptLst>
  <dgm:cxnLst>
    <dgm:cxn modelId="{1938542A-B5BC-45E2-B1E7-E3F4055C2E70}" srcId="{4D017B18-25BB-49DB-A8E4-A0985DF5F8A6}" destId="{0822FEC7-472D-4565-9824-E7B95CFBB025}" srcOrd="1" destOrd="0" parTransId="{06B293E8-9EEA-4C92-8412-B03774BEB8EF}" sibTransId="{56AFCECE-627D-4E63-A334-4EE34ADF2FD4}"/>
    <dgm:cxn modelId="{B798B46E-8C69-41AE-B2B4-9AFF16F6FAA4}" type="presOf" srcId="{0822FEC7-472D-4565-9824-E7B95CFBB025}" destId="{A85E4698-C82A-4913-B7E5-AFD1DBBB8734}" srcOrd="0" destOrd="0" presId="urn:microsoft.com/office/officeart/2005/8/layout/default"/>
    <dgm:cxn modelId="{A45A0051-DC67-46FE-B695-48B3D31652C6}" srcId="{4D017B18-25BB-49DB-A8E4-A0985DF5F8A6}" destId="{413FDFC1-5863-45FD-B5B2-443F912A67BF}" srcOrd="0" destOrd="0" parTransId="{4F4736A9-3338-4EB5-89BD-F3E247DB9700}" sibTransId="{AFE8FA7F-0A8B-419D-8D42-F055E7A4A8AC}"/>
    <dgm:cxn modelId="{3A9D1682-4118-4D88-AD93-99DF575A9581}" type="presOf" srcId="{413FDFC1-5863-45FD-B5B2-443F912A67BF}" destId="{41EA3936-86D7-42A7-9F22-CC4DCA464F0D}" srcOrd="0" destOrd="0" presId="urn:microsoft.com/office/officeart/2005/8/layout/default"/>
    <dgm:cxn modelId="{1518DBE8-C1CD-4648-8F29-3D9142DEA458}" type="presOf" srcId="{4D017B18-25BB-49DB-A8E4-A0985DF5F8A6}" destId="{6DFE8235-7244-4CAF-B970-479B94268C08}" srcOrd="0" destOrd="0" presId="urn:microsoft.com/office/officeart/2005/8/layout/default"/>
    <dgm:cxn modelId="{A59AA88F-887C-45D4-8B91-E98BA3E90F73}" type="presParOf" srcId="{6DFE8235-7244-4CAF-B970-479B94268C08}" destId="{41EA3936-86D7-42A7-9F22-CC4DCA464F0D}" srcOrd="0" destOrd="0" presId="urn:microsoft.com/office/officeart/2005/8/layout/default"/>
    <dgm:cxn modelId="{6A04B2BC-87CC-4013-A23E-312F66F227CC}" type="presParOf" srcId="{6DFE8235-7244-4CAF-B970-479B94268C08}" destId="{25704786-B165-40C5-9227-C72F02576BF1}" srcOrd="1" destOrd="0" presId="urn:microsoft.com/office/officeart/2005/8/layout/default"/>
    <dgm:cxn modelId="{3930FF59-F390-4471-9FD6-EC60B45A41D9}" type="presParOf" srcId="{6DFE8235-7244-4CAF-B970-479B94268C08}" destId="{A85E4698-C82A-4913-B7E5-AFD1DBBB8734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E9B348-28E0-447D-9FAB-3E12B1E2DA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6312CE-8E94-487F-99E8-1CA5F6F52A48}">
      <dgm:prSet/>
      <dgm:spPr>
        <a:solidFill>
          <a:srgbClr val="002060"/>
        </a:solidFill>
      </dgm:spPr>
      <dgm:t>
        <a:bodyPr/>
        <a:lstStyle/>
        <a:p>
          <a:r>
            <a:rPr lang="ru-RU" dirty="0"/>
            <a:t>— это целенаправленная деятельность органов государственного управления по обеспечению:</a:t>
          </a:r>
        </a:p>
      </dgm:t>
    </dgm:pt>
    <dgm:pt modelId="{E9364B46-A956-4C55-B311-81DEEAB6000B}" type="parTrans" cxnId="{DDB1F1A9-1BC0-4D32-B6C5-2F91DF9CC542}">
      <dgm:prSet/>
      <dgm:spPr/>
      <dgm:t>
        <a:bodyPr/>
        <a:lstStyle/>
        <a:p>
          <a:endParaRPr lang="ru-RU"/>
        </a:p>
      </dgm:t>
    </dgm:pt>
    <dgm:pt modelId="{452101E3-E16E-438A-B200-9879FDED8EAF}" type="sibTrans" cxnId="{DDB1F1A9-1BC0-4D32-B6C5-2F91DF9CC542}">
      <dgm:prSet/>
      <dgm:spPr/>
      <dgm:t>
        <a:bodyPr/>
        <a:lstStyle/>
        <a:p>
          <a:endParaRPr lang="ru-RU"/>
        </a:p>
      </dgm:t>
    </dgm:pt>
    <dgm:pt modelId="{A07DE006-B022-4D0C-B58E-FFBE80CDCBAE}">
      <dgm:prSet/>
      <dgm:spPr/>
      <dgm:t>
        <a:bodyPr/>
        <a:lstStyle/>
        <a:p>
          <a:r>
            <a:rPr lang="ru-RU" dirty="0"/>
            <a:t>территориальной целостности страны;</a:t>
          </a:r>
        </a:p>
      </dgm:t>
    </dgm:pt>
    <dgm:pt modelId="{B5AE70B2-3168-4A32-B762-0070BB7BEA6F}" type="parTrans" cxnId="{6E09783B-8DFF-4F67-B16B-0903F39FFF38}">
      <dgm:prSet/>
      <dgm:spPr/>
      <dgm:t>
        <a:bodyPr/>
        <a:lstStyle/>
        <a:p>
          <a:endParaRPr lang="ru-RU"/>
        </a:p>
      </dgm:t>
    </dgm:pt>
    <dgm:pt modelId="{1738173E-9A97-4326-8491-003834CAAD79}" type="sibTrans" cxnId="{6E09783B-8DFF-4F67-B16B-0903F39FFF38}">
      <dgm:prSet/>
      <dgm:spPr/>
      <dgm:t>
        <a:bodyPr/>
        <a:lstStyle/>
        <a:p>
          <a:endParaRPr lang="ru-RU"/>
        </a:p>
      </dgm:t>
    </dgm:pt>
    <dgm:pt modelId="{2BC440FA-C000-45D9-9AD2-3E2DB42BEB92}">
      <dgm:prSet/>
      <dgm:spPr/>
      <dgm:t>
        <a:bodyPr/>
        <a:lstStyle/>
        <a:p>
          <a:r>
            <a:rPr lang="ru-RU" dirty="0"/>
            <a:t>благополучия её населения (граждан) на основе социально-экономического развития страны и цивилизованных норм её устройства;</a:t>
          </a:r>
        </a:p>
      </dgm:t>
    </dgm:pt>
    <dgm:pt modelId="{48000744-FBC6-4358-AC7C-825199364A77}" type="parTrans" cxnId="{6D0FC7B9-C834-4694-8336-FC0B11C874B2}">
      <dgm:prSet/>
      <dgm:spPr/>
      <dgm:t>
        <a:bodyPr/>
        <a:lstStyle/>
        <a:p>
          <a:endParaRPr lang="ru-RU"/>
        </a:p>
      </dgm:t>
    </dgm:pt>
    <dgm:pt modelId="{54E96FC8-9691-4444-B1D3-CFAE633B0857}" type="sibTrans" cxnId="{6D0FC7B9-C834-4694-8336-FC0B11C874B2}">
      <dgm:prSet/>
      <dgm:spPr/>
      <dgm:t>
        <a:bodyPr/>
        <a:lstStyle/>
        <a:p>
          <a:endParaRPr lang="ru-RU"/>
        </a:p>
      </dgm:t>
    </dgm:pt>
    <dgm:pt modelId="{1FA3053D-1217-435C-B373-ED260A40B820}">
      <dgm:prSet/>
      <dgm:spPr/>
      <dgm:t>
        <a:bodyPr/>
        <a:lstStyle/>
        <a:p>
          <a:r>
            <a:rPr lang="ru-RU" dirty="0"/>
            <a:t>легитимизации и оптимизации властных функций самих органов государственной власти.</a:t>
          </a:r>
        </a:p>
      </dgm:t>
    </dgm:pt>
    <dgm:pt modelId="{0209F863-0725-4AA3-A104-782877225E1D}" type="parTrans" cxnId="{09BDBB11-8203-4528-AC35-F759C8F77AAF}">
      <dgm:prSet/>
      <dgm:spPr/>
      <dgm:t>
        <a:bodyPr/>
        <a:lstStyle/>
        <a:p>
          <a:endParaRPr lang="ru-RU"/>
        </a:p>
      </dgm:t>
    </dgm:pt>
    <dgm:pt modelId="{8851F253-BD22-4668-B650-FCBD1588A671}" type="sibTrans" cxnId="{09BDBB11-8203-4528-AC35-F759C8F77AAF}">
      <dgm:prSet/>
      <dgm:spPr/>
      <dgm:t>
        <a:bodyPr/>
        <a:lstStyle/>
        <a:p>
          <a:endParaRPr lang="ru-RU"/>
        </a:p>
      </dgm:t>
    </dgm:pt>
    <dgm:pt modelId="{72F1603F-569D-48B2-BD45-71287529B39C}" type="pres">
      <dgm:prSet presAssocID="{C2E9B348-28E0-447D-9FAB-3E12B1E2DA23}" presName="linear" presStyleCnt="0">
        <dgm:presLayoutVars>
          <dgm:animLvl val="lvl"/>
          <dgm:resizeHandles val="exact"/>
        </dgm:presLayoutVars>
      </dgm:prSet>
      <dgm:spPr/>
    </dgm:pt>
    <dgm:pt modelId="{DADFF54D-6B6C-4C57-BB54-61D3E8236F1C}" type="pres">
      <dgm:prSet presAssocID="{B56312CE-8E94-487F-99E8-1CA5F6F52A4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C13D782-34A3-48D9-9F40-6E354E977D43}" type="pres">
      <dgm:prSet presAssocID="{B56312CE-8E94-487F-99E8-1CA5F6F52A4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9BDBB11-8203-4528-AC35-F759C8F77AAF}" srcId="{B56312CE-8E94-487F-99E8-1CA5F6F52A48}" destId="{1FA3053D-1217-435C-B373-ED260A40B820}" srcOrd="2" destOrd="0" parTransId="{0209F863-0725-4AA3-A104-782877225E1D}" sibTransId="{8851F253-BD22-4668-B650-FCBD1588A671}"/>
    <dgm:cxn modelId="{D251552E-C9E0-4123-8521-F883CBB948BA}" type="presOf" srcId="{1FA3053D-1217-435C-B373-ED260A40B820}" destId="{1C13D782-34A3-48D9-9F40-6E354E977D43}" srcOrd="0" destOrd="2" presId="urn:microsoft.com/office/officeart/2005/8/layout/vList2"/>
    <dgm:cxn modelId="{6E09783B-8DFF-4F67-B16B-0903F39FFF38}" srcId="{B56312CE-8E94-487F-99E8-1CA5F6F52A48}" destId="{A07DE006-B022-4D0C-B58E-FFBE80CDCBAE}" srcOrd="0" destOrd="0" parTransId="{B5AE70B2-3168-4A32-B762-0070BB7BEA6F}" sibTransId="{1738173E-9A97-4326-8491-003834CAAD79}"/>
    <dgm:cxn modelId="{2C2DE647-C403-403E-844B-9322A8260696}" type="presOf" srcId="{C2E9B348-28E0-447D-9FAB-3E12B1E2DA23}" destId="{72F1603F-569D-48B2-BD45-71287529B39C}" srcOrd="0" destOrd="0" presId="urn:microsoft.com/office/officeart/2005/8/layout/vList2"/>
    <dgm:cxn modelId="{FDD74657-4B72-4398-B214-FC5F836B1C33}" type="presOf" srcId="{2BC440FA-C000-45D9-9AD2-3E2DB42BEB92}" destId="{1C13D782-34A3-48D9-9F40-6E354E977D43}" srcOrd="0" destOrd="1" presId="urn:microsoft.com/office/officeart/2005/8/layout/vList2"/>
    <dgm:cxn modelId="{3C74B37B-6E0D-495B-924E-3CBF18C27748}" type="presOf" srcId="{A07DE006-B022-4D0C-B58E-FFBE80CDCBAE}" destId="{1C13D782-34A3-48D9-9F40-6E354E977D43}" srcOrd="0" destOrd="0" presId="urn:microsoft.com/office/officeart/2005/8/layout/vList2"/>
    <dgm:cxn modelId="{DDB1F1A9-1BC0-4D32-B6C5-2F91DF9CC542}" srcId="{C2E9B348-28E0-447D-9FAB-3E12B1E2DA23}" destId="{B56312CE-8E94-487F-99E8-1CA5F6F52A48}" srcOrd="0" destOrd="0" parTransId="{E9364B46-A956-4C55-B311-81DEEAB6000B}" sibTransId="{452101E3-E16E-438A-B200-9879FDED8EAF}"/>
    <dgm:cxn modelId="{6D0FC7B9-C834-4694-8336-FC0B11C874B2}" srcId="{B56312CE-8E94-487F-99E8-1CA5F6F52A48}" destId="{2BC440FA-C000-45D9-9AD2-3E2DB42BEB92}" srcOrd="1" destOrd="0" parTransId="{48000744-FBC6-4358-AC7C-825199364A77}" sibTransId="{54E96FC8-9691-4444-B1D3-CFAE633B0857}"/>
    <dgm:cxn modelId="{E9FD22E8-D25A-45E4-AC25-DECB579CE9A5}" type="presOf" srcId="{B56312CE-8E94-487F-99E8-1CA5F6F52A48}" destId="{DADFF54D-6B6C-4C57-BB54-61D3E8236F1C}" srcOrd="0" destOrd="0" presId="urn:microsoft.com/office/officeart/2005/8/layout/vList2"/>
    <dgm:cxn modelId="{DC94728E-888D-4A75-A9C1-58C8C183A3EE}" type="presParOf" srcId="{72F1603F-569D-48B2-BD45-71287529B39C}" destId="{DADFF54D-6B6C-4C57-BB54-61D3E8236F1C}" srcOrd="0" destOrd="0" presId="urn:microsoft.com/office/officeart/2005/8/layout/vList2"/>
    <dgm:cxn modelId="{1A1A2AF0-8CAC-4826-9D62-6FC615C215FB}" type="presParOf" srcId="{72F1603F-569D-48B2-BD45-71287529B39C}" destId="{1C13D782-34A3-48D9-9F40-6E354E977D4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CA01C5-8806-450F-9967-15C45CE55C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49E188C-CE9C-4EB7-ADF4-13F23E3401F7}">
      <dgm:prSet/>
      <dgm:spPr>
        <a:solidFill>
          <a:srgbClr val="002060"/>
        </a:solidFill>
      </dgm:spPr>
      <dgm:t>
        <a:bodyPr/>
        <a:lstStyle/>
        <a:p>
          <a:r>
            <a:rPr lang="ru-RU" dirty="0"/>
            <a:t>— это один из видов управления вообще, который отличается: спектром субъектов воздействия, особым инструментарием влияния, высокой степенью автономии от окружающего социума.</a:t>
          </a:r>
        </a:p>
      </dgm:t>
    </dgm:pt>
    <dgm:pt modelId="{7446176C-48A0-4561-B397-F2F78F01560B}" type="parTrans" cxnId="{943B7E6D-1969-4B36-943F-BBB8F64D2E6E}">
      <dgm:prSet/>
      <dgm:spPr/>
      <dgm:t>
        <a:bodyPr/>
        <a:lstStyle/>
        <a:p>
          <a:endParaRPr lang="ru-RU"/>
        </a:p>
      </dgm:t>
    </dgm:pt>
    <dgm:pt modelId="{0B5FFA96-8E37-4A04-BD25-3EA71ADAEE26}" type="sibTrans" cxnId="{943B7E6D-1969-4B36-943F-BBB8F64D2E6E}">
      <dgm:prSet/>
      <dgm:spPr/>
      <dgm:t>
        <a:bodyPr/>
        <a:lstStyle/>
        <a:p>
          <a:endParaRPr lang="ru-RU"/>
        </a:p>
      </dgm:t>
    </dgm:pt>
    <dgm:pt modelId="{E0617D62-F05E-42A7-9D0E-854D96729AAC}" type="pres">
      <dgm:prSet presAssocID="{75CA01C5-8806-450F-9967-15C45CE55CD6}" presName="linear" presStyleCnt="0">
        <dgm:presLayoutVars>
          <dgm:animLvl val="lvl"/>
          <dgm:resizeHandles val="exact"/>
        </dgm:presLayoutVars>
      </dgm:prSet>
      <dgm:spPr/>
    </dgm:pt>
    <dgm:pt modelId="{7E7FD19A-8341-44A2-BEC2-9DD6DEB8A384}" type="pres">
      <dgm:prSet presAssocID="{149E188C-CE9C-4EB7-ADF4-13F23E3401F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619D93B-A9BB-4571-9AEF-2B1AF67F7A74}" type="presOf" srcId="{149E188C-CE9C-4EB7-ADF4-13F23E3401F7}" destId="{7E7FD19A-8341-44A2-BEC2-9DD6DEB8A384}" srcOrd="0" destOrd="0" presId="urn:microsoft.com/office/officeart/2005/8/layout/vList2"/>
    <dgm:cxn modelId="{32867269-A3C5-4810-99E4-F97334A57EF9}" type="presOf" srcId="{75CA01C5-8806-450F-9967-15C45CE55CD6}" destId="{E0617D62-F05E-42A7-9D0E-854D96729AAC}" srcOrd="0" destOrd="0" presId="urn:microsoft.com/office/officeart/2005/8/layout/vList2"/>
    <dgm:cxn modelId="{943B7E6D-1969-4B36-943F-BBB8F64D2E6E}" srcId="{75CA01C5-8806-450F-9967-15C45CE55CD6}" destId="{149E188C-CE9C-4EB7-ADF4-13F23E3401F7}" srcOrd="0" destOrd="0" parTransId="{7446176C-48A0-4561-B397-F2F78F01560B}" sibTransId="{0B5FFA96-8E37-4A04-BD25-3EA71ADAEE26}"/>
    <dgm:cxn modelId="{CB1B2342-3C16-4C8D-8DE7-44B5B3967F7A}" type="presParOf" srcId="{E0617D62-F05E-42A7-9D0E-854D96729AAC}" destId="{7E7FD19A-8341-44A2-BEC2-9DD6DEB8A38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2E9B348-28E0-447D-9FAB-3E12B1E2DA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6312CE-8E94-487F-99E8-1CA5F6F52A48}">
      <dgm:prSet/>
      <dgm:spPr>
        <a:solidFill>
          <a:srgbClr val="002060"/>
        </a:solidFill>
      </dgm:spPr>
      <dgm:t>
        <a:bodyPr/>
        <a:lstStyle/>
        <a:p>
          <a:r>
            <a:rPr lang="ru-RU" dirty="0"/>
            <a:t>— это практическое, организующее и регулирующее воздействие государства (через систему своих структур) на общественную и частную жизнедеятельность людей в целях её упорядочения, сохранения или преобразования, опирающееся на властную силу </a:t>
          </a:r>
        </a:p>
      </dgm:t>
    </dgm:pt>
    <dgm:pt modelId="{E9364B46-A956-4C55-B311-81DEEAB6000B}" type="parTrans" cxnId="{DDB1F1A9-1BC0-4D32-B6C5-2F91DF9CC542}">
      <dgm:prSet/>
      <dgm:spPr/>
      <dgm:t>
        <a:bodyPr/>
        <a:lstStyle/>
        <a:p>
          <a:endParaRPr lang="ru-RU"/>
        </a:p>
      </dgm:t>
    </dgm:pt>
    <dgm:pt modelId="{452101E3-E16E-438A-B200-9879FDED8EAF}" type="sibTrans" cxnId="{DDB1F1A9-1BC0-4D32-B6C5-2F91DF9CC542}">
      <dgm:prSet/>
      <dgm:spPr/>
      <dgm:t>
        <a:bodyPr/>
        <a:lstStyle/>
        <a:p>
          <a:endParaRPr lang="ru-RU"/>
        </a:p>
      </dgm:t>
    </dgm:pt>
    <dgm:pt modelId="{72F1603F-569D-48B2-BD45-71287529B39C}" type="pres">
      <dgm:prSet presAssocID="{C2E9B348-28E0-447D-9FAB-3E12B1E2DA23}" presName="linear" presStyleCnt="0">
        <dgm:presLayoutVars>
          <dgm:animLvl val="lvl"/>
          <dgm:resizeHandles val="exact"/>
        </dgm:presLayoutVars>
      </dgm:prSet>
      <dgm:spPr/>
    </dgm:pt>
    <dgm:pt modelId="{DADFF54D-6B6C-4C57-BB54-61D3E8236F1C}" type="pres">
      <dgm:prSet presAssocID="{B56312CE-8E94-487F-99E8-1CA5F6F52A48}" presName="parentText" presStyleLbl="node1" presStyleIdx="0" presStyleCnt="1" custScaleY="50950">
        <dgm:presLayoutVars>
          <dgm:chMax val="0"/>
          <dgm:bulletEnabled val="1"/>
        </dgm:presLayoutVars>
      </dgm:prSet>
      <dgm:spPr/>
    </dgm:pt>
  </dgm:ptLst>
  <dgm:cxnLst>
    <dgm:cxn modelId="{2C2DE647-C403-403E-844B-9322A8260696}" type="presOf" srcId="{C2E9B348-28E0-447D-9FAB-3E12B1E2DA23}" destId="{72F1603F-569D-48B2-BD45-71287529B39C}" srcOrd="0" destOrd="0" presId="urn:microsoft.com/office/officeart/2005/8/layout/vList2"/>
    <dgm:cxn modelId="{DDB1F1A9-1BC0-4D32-B6C5-2F91DF9CC542}" srcId="{C2E9B348-28E0-447D-9FAB-3E12B1E2DA23}" destId="{B56312CE-8E94-487F-99E8-1CA5F6F52A48}" srcOrd="0" destOrd="0" parTransId="{E9364B46-A956-4C55-B311-81DEEAB6000B}" sibTransId="{452101E3-E16E-438A-B200-9879FDED8EAF}"/>
    <dgm:cxn modelId="{E9FD22E8-D25A-45E4-AC25-DECB579CE9A5}" type="presOf" srcId="{B56312CE-8E94-487F-99E8-1CA5F6F52A48}" destId="{DADFF54D-6B6C-4C57-BB54-61D3E8236F1C}" srcOrd="0" destOrd="0" presId="urn:microsoft.com/office/officeart/2005/8/layout/vList2"/>
    <dgm:cxn modelId="{DC94728E-888D-4A75-A9C1-58C8C183A3EE}" type="presParOf" srcId="{72F1603F-569D-48B2-BD45-71287529B39C}" destId="{DADFF54D-6B6C-4C57-BB54-61D3E8236F1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5CA01C5-8806-450F-9967-15C45CE55C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7BE26B4-9DD6-460C-9183-D77AAAAD9771}">
      <dgm:prSet/>
      <dgm:spPr>
        <a:solidFill>
          <a:srgbClr val="002060"/>
        </a:solidFill>
      </dgm:spPr>
      <dgm:t>
        <a:bodyPr/>
        <a:lstStyle/>
        <a:p>
          <a:r>
            <a:rPr lang="ru-RU" dirty="0"/>
            <a:t>— </a:t>
          </a:r>
          <a:r>
            <a:rPr lang="ru-RU" b="0" i="0" dirty="0"/>
            <a:t>деятельность по реализации законодательных, исполнительных, судебных и иных властных полномочий государства в целях выполнения его организационно-регулирующих и служебных функций как в обществе в целом, так и в отдельных его частях</a:t>
          </a:r>
          <a:endParaRPr lang="ru-RU" dirty="0"/>
        </a:p>
      </dgm:t>
    </dgm:pt>
    <dgm:pt modelId="{1EB91784-ECC5-4FFE-874B-BDEC0CBAA5F7}" type="parTrans" cxnId="{3F01E5D1-8762-4DB7-A096-693011B3532D}">
      <dgm:prSet/>
      <dgm:spPr/>
      <dgm:t>
        <a:bodyPr/>
        <a:lstStyle/>
        <a:p>
          <a:endParaRPr lang="ru-RU"/>
        </a:p>
      </dgm:t>
    </dgm:pt>
    <dgm:pt modelId="{7DB28114-B848-4481-9DE3-976E72E6FB23}" type="sibTrans" cxnId="{3F01E5D1-8762-4DB7-A096-693011B3532D}">
      <dgm:prSet/>
      <dgm:spPr/>
      <dgm:t>
        <a:bodyPr/>
        <a:lstStyle/>
        <a:p>
          <a:endParaRPr lang="ru-RU"/>
        </a:p>
      </dgm:t>
    </dgm:pt>
    <dgm:pt modelId="{E0617D62-F05E-42A7-9D0E-854D96729AAC}" type="pres">
      <dgm:prSet presAssocID="{75CA01C5-8806-450F-9967-15C45CE55CD6}" presName="linear" presStyleCnt="0">
        <dgm:presLayoutVars>
          <dgm:animLvl val="lvl"/>
          <dgm:resizeHandles val="exact"/>
        </dgm:presLayoutVars>
      </dgm:prSet>
      <dgm:spPr/>
    </dgm:pt>
    <dgm:pt modelId="{14814E78-8C74-4C8E-BD36-125F6B4B7295}" type="pres">
      <dgm:prSet presAssocID="{B7BE26B4-9DD6-460C-9183-D77AAAAD9771}" presName="parentText" presStyleLbl="node1" presStyleIdx="0" presStyleCnt="1" custLinFactNeighborY="5067">
        <dgm:presLayoutVars>
          <dgm:chMax val="0"/>
          <dgm:bulletEnabled val="1"/>
        </dgm:presLayoutVars>
      </dgm:prSet>
      <dgm:spPr/>
    </dgm:pt>
  </dgm:ptLst>
  <dgm:cxnLst>
    <dgm:cxn modelId="{32867269-A3C5-4810-99E4-F97334A57EF9}" type="presOf" srcId="{75CA01C5-8806-450F-9967-15C45CE55CD6}" destId="{E0617D62-F05E-42A7-9D0E-854D96729AAC}" srcOrd="0" destOrd="0" presId="urn:microsoft.com/office/officeart/2005/8/layout/vList2"/>
    <dgm:cxn modelId="{487E38B4-ACE2-4E89-A2FE-E910C7D389A5}" type="presOf" srcId="{B7BE26B4-9DD6-460C-9183-D77AAAAD9771}" destId="{14814E78-8C74-4C8E-BD36-125F6B4B7295}" srcOrd="0" destOrd="0" presId="urn:microsoft.com/office/officeart/2005/8/layout/vList2"/>
    <dgm:cxn modelId="{3F01E5D1-8762-4DB7-A096-693011B3532D}" srcId="{75CA01C5-8806-450F-9967-15C45CE55CD6}" destId="{B7BE26B4-9DD6-460C-9183-D77AAAAD9771}" srcOrd="0" destOrd="0" parTransId="{1EB91784-ECC5-4FFE-874B-BDEC0CBAA5F7}" sibTransId="{7DB28114-B848-4481-9DE3-976E72E6FB23}"/>
    <dgm:cxn modelId="{C47B1C39-57E2-4A38-9689-2D807A9C050F}" type="presParOf" srcId="{E0617D62-F05E-42A7-9D0E-854D96729AAC}" destId="{14814E78-8C74-4C8E-BD36-125F6B4B729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2E9B348-28E0-447D-9FAB-3E12B1E2DA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6312CE-8E94-487F-99E8-1CA5F6F52A48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i="0" dirty="0">
              <a:solidFill>
                <a:schemeClr val="accent5">
                  <a:lumMod val="75000"/>
                </a:schemeClr>
              </a:solidFill>
            </a:rPr>
            <a:t>Муниципальное управление</a:t>
          </a:r>
          <a:r>
            <a:rPr lang="ru-RU" b="0" i="0" dirty="0">
              <a:solidFill>
                <a:schemeClr val="accent5">
                  <a:lumMod val="75000"/>
                </a:schemeClr>
              </a:solidFill>
            </a:rPr>
            <a:t> </a:t>
          </a:r>
          <a:r>
            <a:rPr lang="ru-RU" dirty="0"/>
            <a:t>—</a:t>
          </a:r>
          <a:r>
            <a:rPr lang="ru-RU" b="0" i="0" dirty="0"/>
            <a:t> деятельность органов местного самоуправления по реализации своих полномочий в сфере социально-экономического развития</a:t>
          </a:r>
          <a:endParaRPr lang="ru-RU" dirty="0"/>
        </a:p>
      </dgm:t>
    </dgm:pt>
    <dgm:pt modelId="{E9364B46-A956-4C55-B311-81DEEAB6000B}" type="parTrans" cxnId="{DDB1F1A9-1BC0-4D32-B6C5-2F91DF9CC542}">
      <dgm:prSet/>
      <dgm:spPr/>
      <dgm:t>
        <a:bodyPr/>
        <a:lstStyle/>
        <a:p>
          <a:endParaRPr lang="ru-RU"/>
        </a:p>
      </dgm:t>
    </dgm:pt>
    <dgm:pt modelId="{452101E3-E16E-438A-B200-9879FDED8EAF}" type="sibTrans" cxnId="{DDB1F1A9-1BC0-4D32-B6C5-2F91DF9CC542}">
      <dgm:prSet/>
      <dgm:spPr/>
      <dgm:t>
        <a:bodyPr/>
        <a:lstStyle/>
        <a:p>
          <a:endParaRPr lang="ru-RU"/>
        </a:p>
      </dgm:t>
    </dgm:pt>
    <dgm:pt modelId="{72F1603F-569D-48B2-BD45-71287529B39C}" type="pres">
      <dgm:prSet presAssocID="{C2E9B348-28E0-447D-9FAB-3E12B1E2DA23}" presName="linear" presStyleCnt="0">
        <dgm:presLayoutVars>
          <dgm:animLvl val="lvl"/>
          <dgm:resizeHandles val="exact"/>
        </dgm:presLayoutVars>
      </dgm:prSet>
      <dgm:spPr/>
    </dgm:pt>
    <dgm:pt modelId="{DADFF54D-6B6C-4C57-BB54-61D3E8236F1C}" type="pres">
      <dgm:prSet presAssocID="{B56312CE-8E94-487F-99E8-1CA5F6F52A48}" presName="parentText" presStyleLbl="node1" presStyleIdx="0" presStyleCnt="1" custScaleY="50950">
        <dgm:presLayoutVars>
          <dgm:chMax val="0"/>
          <dgm:bulletEnabled val="1"/>
        </dgm:presLayoutVars>
      </dgm:prSet>
      <dgm:spPr/>
    </dgm:pt>
  </dgm:ptLst>
  <dgm:cxnLst>
    <dgm:cxn modelId="{2C2DE647-C403-403E-844B-9322A8260696}" type="presOf" srcId="{C2E9B348-28E0-447D-9FAB-3E12B1E2DA23}" destId="{72F1603F-569D-48B2-BD45-71287529B39C}" srcOrd="0" destOrd="0" presId="urn:microsoft.com/office/officeart/2005/8/layout/vList2"/>
    <dgm:cxn modelId="{DDB1F1A9-1BC0-4D32-B6C5-2F91DF9CC542}" srcId="{C2E9B348-28E0-447D-9FAB-3E12B1E2DA23}" destId="{B56312CE-8E94-487F-99E8-1CA5F6F52A48}" srcOrd="0" destOrd="0" parTransId="{E9364B46-A956-4C55-B311-81DEEAB6000B}" sibTransId="{452101E3-E16E-438A-B200-9879FDED8EAF}"/>
    <dgm:cxn modelId="{E9FD22E8-D25A-45E4-AC25-DECB579CE9A5}" type="presOf" srcId="{B56312CE-8E94-487F-99E8-1CA5F6F52A48}" destId="{DADFF54D-6B6C-4C57-BB54-61D3E8236F1C}" srcOrd="0" destOrd="0" presId="urn:microsoft.com/office/officeart/2005/8/layout/vList2"/>
    <dgm:cxn modelId="{DC94728E-888D-4A75-A9C1-58C8C183A3EE}" type="presParOf" srcId="{72F1603F-569D-48B2-BD45-71287529B39C}" destId="{DADFF54D-6B6C-4C57-BB54-61D3E8236F1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5CA01C5-8806-450F-9967-15C45CE55C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7BE26B4-9DD6-460C-9183-D77AAAAD9771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b="1" i="0" dirty="0">
              <a:solidFill>
                <a:srgbClr val="2E3092"/>
              </a:solidFill>
            </a:rPr>
            <a:t>Государственное управление </a:t>
          </a:r>
          <a:r>
            <a:rPr lang="ru-RU" dirty="0"/>
            <a:t>— </a:t>
          </a:r>
          <a:r>
            <a:rPr lang="ru-RU" b="0" i="0" dirty="0"/>
            <a:t>деятельность органов государственной власти по реализации своих полномочий в сфере социально-экономического развития Российской Федерации и обеспечения национальной безопасности Российской Федерации</a:t>
          </a:r>
          <a:endParaRPr lang="ru-RU" dirty="0"/>
        </a:p>
      </dgm:t>
    </dgm:pt>
    <dgm:pt modelId="{1EB91784-ECC5-4FFE-874B-BDEC0CBAA5F7}" type="parTrans" cxnId="{3F01E5D1-8762-4DB7-A096-693011B3532D}">
      <dgm:prSet/>
      <dgm:spPr/>
      <dgm:t>
        <a:bodyPr/>
        <a:lstStyle/>
        <a:p>
          <a:endParaRPr lang="ru-RU"/>
        </a:p>
      </dgm:t>
    </dgm:pt>
    <dgm:pt modelId="{7DB28114-B848-4481-9DE3-976E72E6FB23}" type="sibTrans" cxnId="{3F01E5D1-8762-4DB7-A096-693011B3532D}">
      <dgm:prSet/>
      <dgm:spPr/>
      <dgm:t>
        <a:bodyPr/>
        <a:lstStyle/>
        <a:p>
          <a:endParaRPr lang="ru-RU"/>
        </a:p>
      </dgm:t>
    </dgm:pt>
    <dgm:pt modelId="{E0617D62-F05E-42A7-9D0E-854D96729AAC}" type="pres">
      <dgm:prSet presAssocID="{75CA01C5-8806-450F-9967-15C45CE55CD6}" presName="linear" presStyleCnt="0">
        <dgm:presLayoutVars>
          <dgm:animLvl val="lvl"/>
          <dgm:resizeHandles val="exact"/>
        </dgm:presLayoutVars>
      </dgm:prSet>
      <dgm:spPr/>
    </dgm:pt>
    <dgm:pt modelId="{14814E78-8C74-4C8E-BD36-125F6B4B7295}" type="pres">
      <dgm:prSet presAssocID="{B7BE26B4-9DD6-460C-9183-D77AAAAD9771}" presName="parentText" presStyleLbl="node1" presStyleIdx="0" presStyleCnt="1" custLinFactNeighborY="5067">
        <dgm:presLayoutVars>
          <dgm:chMax val="0"/>
          <dgm:bulletEnabled val="1"/>
        </dgm:presLayoutVars>
      </dgm:prSet>
      <dgm:spPr/>
    </dgm:pt>
  </dgm:ptLst>
  <dgm:cxnLst>
    <dgm:cxn modelId="{32867269-A3C5-4810-99E4-F97334A57EF9}" type="presOf" srcId="{75CA01C5-8806-450F-9967-15C45CE55CD6}" destId="{E0617D62-F05E-42A7-9D0E-854D96729AAC}" srcOrd="0" destOrd="0" presId="urn:microsoft.com/office/officeart/2005/8/layout/vList2"/>
    <dgm:cxn modelId="{487E38B4-ACE2-4E89-A2FE-E910C7D389A5}" type="presOf" srcId="{B7BE26B4-9DD6-460C-9183-D77AAAAD9771}" destId="{14814E78-8C74-4C8E-BD36-125F6B4B7295}" srcOrd="0" destOrd="0" presId="urn:microsoft.com/office/officeart/2005/8/layout/vList2"/>
    <dgm:cxn modelId="{3F01E5D1-8762-4DB7-A096-693011B3532D}" srcId="{75CA01C5-8806-450F-9967-15C45CE55CD6}" destId="{B7BE26B4-9DD6-460C-9183-D77AAAAD9771}" srcOrd="0" destOrd="0" parTransId="{1EB91784-ECC5-4FFE-874B-BDEC0CBAA5F7}" sibTransId="{7DB28114-B848-4481-9DE3-976E72E6FB23}"/>
    <dgm:cxn modelId="{C47B1C39-57E2-4A38-9689-2D807A9C050F}" type="presParOf" srcId="{E0617D62-F05E-42A7-9D0E-854D96729AAC}" destId="{14814E78-8C74-4C8E-BD36-125F6B4B729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7A33575-B30B-428E-87A2-600C41B436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257D77AF-3E43-47C4-BC5D-809CF0519762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Институциональная подсистема </a:t>
          </a:r>
        </a:p>
      </dgm:t>
    </dgm:pt>
    <dgm:pt modelId="{C3A737F3-4C3E-4A24-8853-95545B22964A}" type="parTrans" cxnId="{E786351C-D022-4C07-9727-11C94FA046A9}">
      <dgm:prSet/>
      <dgm:spPr/>
      <dgm:t>
        <a:bodyPr/>
        <a:lstStyle/>
        <a:p>
          <a:endParaRPr lang="ru-RU" sz="3500"/>
        </a:p>
      </dgm:t>
    </dgm:pt>
    <dgm:pt modelId="{BD887234-5EA5-4395-9283-DBE9872DAE07}" type="sibTrans" cxnId="{E786351C-D022-4C07-9727-11C94FA046A9}">
      <dgm:prSet/>
      <dgm:spPr/>
      <dgm:t>
        <a:bodyPr/>
        <a:lstStyle/>
        <a:p>
          <a:endParaRPr lang="ru-RU" sz="3500"/>
        </a:p>
      </dgm:t>
    </dgm:pt>
    <dgm:pt modelId="{F80D5A2F-9F9A-4E20-B2DE-CBE41F273A0C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Нормативно-</a:t>
          </a:r>
          <a:br>
            <a:rPr lang="ru-RU" sz="3500" dirty="0"/>
          </a:br>
          <a:r>
            <a:rPr lang="ru-RU" sz="3500" dirty="0"/>
            <a:t>правовая </a:t>
          </a:r>
          <a:br>
            <a:rPr lang="ru-RU" sz="3500" dirty="0"/>
          </a:br>
          <a:r>
            <a:rPr lang="ru-RU" sz="3500" dirty="0"/>
            <a:t>подсистема </a:t>
          </a:r>
        </a:p>
      </dgm:t>
    </dgm:pt>
    <dgm:pt modelId="{6C8402A0-863F-40A5-AA86-077B64A69EEF}" type="parTrans" cxnId="{41BC8C09-3B56-4268-A5AF-3D8C0B6EF32C}">
      <dgm:prSet/>
      <dgm:spPr/>
      <dgm:t>
        <a:bodyPr/>
        <a:lstStyle/>
        <a:p>
          <a:endParaRPr lang="ru-RU" sz="3500"/>
        </a:p>
      </dgm:t>
    </dgm:pt>
    <dgm:pt modelId="{003F0A51-A7FE-46B8-8097-E08C2A6AB61B}" type="sibTrans" cxnId="{41BC8C09-3B56-4268-A5AF-3D8C0B6EF32C}">
      <dgm:prSet/>
      <dgm:spPr/>
      <dgm:t>
        <a:bodyPr/>
        <a:lstStyle/>
        <a:p>
          <a:endParaRPr lang="ru-RU" sz="3500"/>
        </a:p>
      </dgm:t>
    </dgm:pt>
    <dgm:pt modelId="{6D854500-E91F-4B58-8A5B-8CFE6D44ACD8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Коммуникативная подсистема </a:t>
          </a:r>
        </a:p>
      </dgm:t>
    </dgm:pt>
    <dgm:pt modelId="{82C1B737-FE9B-4C6F-8237-370C8C79FCF4}" type="parTrans" cxnId="{23ABB55C-69F3-4BE9-ADAC-C074E025D327}">
      <dgm:prSet/>
      <dgm:spPr/>
      <dgm:t>
        <a:bodyPr/>
        <a:lstStyle/>
        <a:p>
          <a:endParaRPr lang="ru-RU" sz="3500"/>
        </a:p>
      </dgm:t>
    </dgm:pt>
    <dgm:pt modelId="{43E2BC17-4FA4-475C-B98E-48EDF6A04063}" type="sibTrans" cxnId="{23ABB55C-69F3-4BE9-ADAC-C074E025D327}">
      <dgm:prSet/>
      <dgm:spPr/>
      <dgm:t>
        <a:bodyPr/>
        <a:lstStyle/>
        <a:p>
          <a:endParaRPr lang="ru-RU" sz="3500"/>
        </a:p>
      </dgm:t>
    </dgm:pt>
    <dgm:pt modelId="{B2560AFA-76EC-40E9-B77A-FE952FEEC300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Профессионально-кадровая </a:t>
          </a:r>
          <a:br>
            <a:rPr lang="ru-RU" sz="3500" dirty="0"/>
          </a:br>
          <a:r>
            <a:rPr lang="ru-RU" sz="3500" dirty="0"/>
            <a:t>подсистема </a:t>
          </a:r>
        </a:p>
      </dgm:t>
    </dgm:pt>
    <dgm:pt modelId="{57424BCB-F7CC-40BE-B0EF-741CC24DF1A2}" type="parTrans" cxnId="{2581F584-36A1-4A48-A98E-8AE639AD8054}">
      <dgm:prSet/>
      <dgm:spPr/>
      <dgm:t>
        <a:bodyPr/>
        <a:lstStyle/>
        <a:p>
          <a:endParaRPr lang="ru-RU" sz="3500"/>
        </a:p>
      </dgm:t>
    </dgm:pt>
    <dgm:pt modelId="{B47B7819-464D-4DB2-B2FF-F5080CF43457}" type="sibTrans" cxnId="{2581F584-36A1-4A48-A98E-8AE639AD8054}">
      <dgm:prSet/>
      <dgm:spPr/>
      <dgm:t>
        <a:bodyPr/>
        <a:lstStyle/>
        <a:p>
          <a:endParaRPr lang="ru-RU" sz="3500"/>
        </a:p>
      </dgm:t>
    </dgm:pt>
    <dgm:pt modelId="{9E4F8081-53CC-4E1D-AF48-73C60D17A372}" type="pres">
      <dgm:prSet presAssocID="{F7A33575-B30B-428E-87A2-600C41B43657}" presName="diagram" presStyleCnt="0">
        <dgm:presLayoutVars>
          <dgm:dir/>
          <dgm:resizeHandles val="exact"/>
        </dgm:presLayoutVars>
      </dgm:prSet>
      <dgm:spPr/>
    </dgm:pt>
    <dgm:pt modelId="{BF5E04E6-0426-4B8B-BF65-41088F6FF25D}" type="pres">
      <dgm:prSet presAssocID="{257D77AF-3E43-47C4-BC5D-809CF0519762}" presName="node" presStyleLbl="node1" presStyleIdx="0" presStyleCnt="4" custScaleX="161051">
        <dgm:presLayoutVars>
          <dgm:bulletEnabled val="1"/>
        </dgm:presLayoutVars>
      </dgm:prSet>
      <dgm:spPr/>
    </dgm:pt>
    <dgm:pt modelId="{46742BF8-8A12-49AE-9C71-C5F4C6403F03}" type="pres">
      <dgm:prSet presAssocID="{BD887234-5EA5-4395-9283-DBE9872DAE07}" presName="sibTrans" presStyleCnt="0"/>
      <dgm:spPr/>
    </dgm:pt>
    <dgm:pt modelId="{5526CF03-D813-42C3-BD03-ABD5E0625817}" type="pres">
      <dgm:prSet presAssocID="{F80D5A2F-9F9A-4E20-B2DE-CBE41F273A0C}" presName="node" presStyleLbl="node1" presStyleIdx="1" presStyleCnt="4" custScaleX="161051">
        <dgm:presLayoutVars>
          <dgm:bulletEnabled val="1"/>
        </dgm:presLayoutVars>
      </dgm:prSet>
      <dgm:spPr/>
    </dgm:pt>
    <dgm:pt modelId="{4FBF30D3-D30B-4615-8F62-2847E8F7075B}" type="pres">
      <dgm:prSet presAssocID="{003F0A51-A7FE-46B8-8097-E08C2A6AB61B}" presName="sibTrans" presStyleCnt="0"/>
      <dgm:spPr/>
    </dgm:pt>
    <dgm:pt modelId="{BADF6949-EE43-4B49-88BB-2A74B0B35939}" type="pres">
      <dgm:prSet presAssocID="{6D854500-E91F-4B58-8A5B-8CFE6D44ACD8}" presName="node" presStyleLbl="node1" presStyleIdx="2" presStyleCnt="4" custScaleX="161051">
        <dgm:presLayoutVars>
          <dgm:bulletEnabled val="1"/>
        </dgm:presLayoutVars>
      </dgm:prSet>
      <dgm:spPr/>
    </dgm:pt>
    <dgm:pt modelId="{7794E779-A8D3-4E58-9D1D-79C649838BC3}" type="pres">
      <dgm:prSet presAssocID="{43E2BC17-4FA4-475C-B98E-48EDF6A04063}" presName="sibTrans" presStyleCnt="0"/>
      <dgm:spPr/>
    </dgm:pt>
    <dgm:pt modelId="{64DA7FCD-A077-4ACE-9B3D-B377DEE438B5}" type="pres">
      <dgm:prSet presAssocID="{B2560AFA-76EC-40E9-B77A-FE952FEEC300}" presName="node" presStyleLbl="node1" presStyleIdx="3" presStyleCnt="4" custScaleX="161051">
        <dgm:presLayoutVars>
          <dgm:bulletEnabled val="1"/>
        </dgm:presLayoutVars>
      </dgm:prSet>
      <dgm:spPr/>
    </dgm:pt>
  </dgm:ptLst>
  <dgm:cxnLst>
    <dgm:cxn modelId="{3703B907-346D-456A-81E0-225E2EE2459C}" type="presOf" srcId="{F80D5A2F-9F9A-4E20-B2DE-CBE41F273A0C}" destId="{5526CF03-D813-42C3-BD03-ABD5E0625817}" srcOrd="0" destOrd="0" presId="urn:microsoft.com/office/officeart/2005/8/layout/default"/>
    <dgm:cxn modelId="{41BC8C09-3B56-4268-A5AF-3D8C0B6EF32C}" srcId="{F7A33575-B30B-428E-87A2-600C41B43657}" destId="{F80D5A2F-9F9A-4E20-B2DE-CBE41F273A0C}" srcOrd="1" destOrd="0" parTransId="{6C8402A0-863F-40A5-AA86-077B64A69EEF}" sibTransId="{003F0A51-A7FE-46B8-8097-E08C2A6AB61B}"/>
    <dgm:cxn modelId="{E786351C-D022-4C07-9727-11C94FA046A9}" srcId="{F7A33575-B30B-428E-87A2-600C41B43657}" destId="{257D77AF-3E43-47C4-BC5D-809CF0519762}" srcOrd="0" destOrd="0" parTransId="{C3A737F3-4C3E-4A24-8853-95545B22964A}" sibTransId="{BD887234-5EA5-4395-9283-DBE9872DAE07}"/>
    <dgm:cxn modelId="{1780D336-A845-488B-BAC3-F0FFEB8F12EE}" type="presOf" srcId="{F7A33575-B30B-428E-87A2-600C41B43657}" destId="{9E4F8081-53CC-4E1D-AF48-73C60D17A372}" srcOrd="0" destOrd="0" presId="urn:microsoft.com/office/officeart/2005/8/layout/default"/>
    <dgm:cxn modelId="{23ABB55C-69F3-4BE9-ADAC-C074E025D327}" srcId="{F7A33575-B30B-428E-87A2-600C41B43657}" destId="{6D854500-E91F-4B58-8A5B-8CFE6D44ACD8}" srcOrd="2" destOrd="0" parTransId="{82C1B737-FE9B-4C6F-8237-370C8C79FCF4}" sibTransId="{43E2BC17-4FA4-475C-B98E-48EDF6A04063}"/>
    <dgm:cxn modelId="{8942A642-9D2D-4139-A1A3-2C452EC9BC3A}" type="presOf" srcId="{6D854500-E91F-4B58-8A5B-8CFE6D44ACD8}" destId="{BADF6949-EE43-4B49-88BB-2A74B0B35939}" srcOrd="0" destOrd="0" presId="urn:microsoft.com/office/officeart/2005/8/layout/default"/>
    <dgm:cxn modelId="{2581F584-36A1-4A48-A98E-8AE639AD8054}" srcId="{F7A33575-B30B-428E-87A2-600C41B43657}" destId="{B2560AFA-76EC-40E9-B77A-FE952FEEC300}" srcOrd="3" destOrd="0" parTransId="{57424BCB-F7CC-40BE-B0EF-741CC24DF1A2}" sibTransId="{B47B7819-464D-4DB2-B2FF-F5080CF43457}"/>
    <dgm:cxn modelId="{DCCDE28A-D1C9-495C-B617-3AC504E81AD2}" type="presOf" srcId="{257D77AF-3E43-47C4-BC5D-809CF0519762}" destId="{BF5E04E6-0426-4B8B-BF65-41088F6FF25D}" srcOrd="0" destOrd="0" presId="urn:microsoft.com/office/officeart/2005/8/layout/default"/>
    <dgm:cxn modelId="{4FC9E0C3-F05F-44DC-BA08-F7661BE84083}" type="presOf" srcId="{B2560AFA-76EC-40E9-B77A-FE952FEEC300}" destId="{64DA7FCD-A077-4ACE-9B3D-B377DEE438B5}" srcOrd="0" destOrd="0" presId="urn:microsoft.com/office/officeart/2005/8/layout/default"/>
    <dgm:cxn modelId="{8B5A1384-1F2C-411B-85BF-95B15966B6AB}" type="presParOf" srcId="{9E4F8081-53CC-4E1D-AF48-73C60D17A372}" destId="{BF5E04E6-0426-4B8B-BF65-41088F6FF25D}" srcOrd="0" destOrd="0" presId="urn:microsoft.com/office/officeart/2005/8/layout/default"/>
    <dgm:cxn modelId="{3565C030-3C2D-4DE1-BD85-B8F8C9168EEF}" type="presParOf" srcId="{9E4F8081-53CC-4E1D-AF48-73C60D17A372}" destId="{46742BF8-8A12-49AE-9C71-C5F4C6403F03}" srcOrd="1" destOrd="0" presId="urn:microsoft.com/office/officeart/2005/8/layout/default"/>
    <dgm:cxn modelId="{A3FFDD3E-4907-47DC-96F5-4F4C339C0D7F}" type="presParOf" srcId="{9E4F8081-53CC-4E1D-AF48-73C60D17A372}" destId="{5526CF03-D813-42C3-BD03-ABD5E0625817}" srcOrd="2" destOrd="0" presId="urn:microsoft.com/office/officeart/2005/8/layout/default"/>
    <dgm:cxn modelId="{31C1FE7A-34DD-41F0-BD19-398865ECD26C}" type="presParOf" srcId="{9E4F8081-53CC-4E1D-AF48-73C60D17A372}" destId="{4FBF30D3-D30B-4615-8F62-2847E8F7075B}" srcOrd="3" destOrd="0" presId="urn:microsoft.com/office/officeart/2005/8/layout/default"/>
    <dgm:cxn modelId="{CBF1DEB0-5F04-4818-8109-DD1E932E4E0D}" type="presParOf" srcId="{9E4F8081-53CC-4E1D-AF48-73C60D17A372}" destId="{BADF6949-EE43-4B49-88BB-2A74B0B35939}" srcOrd="4" destOrd="0" presId="urn:microsoft.com/office/officeart/2005/8/layout/default"/>
    <dgm:cxn modelId="{003497CE-2D7E-4B8A-9E5D-A5FA69F997C0}" type="presParOf" srcId="{9E4F8081-53CC-4E1D-AF48-73C60D17A372}" destId="{7794E779-A8D3-4E58-9D1D-79C649838BC3}" srcOrd="5" destOrd="0" presId="urn:microsoft.com/office/officeart/2005/8/layout/default"/>
    <dgm:cxn modelId="{072596EA-E4F5-41D7-BF52-2B9E8649D8FB}" type="presParOf" srcId="{9E4F8081-53CC-4E1D-AF48-73C60D17A372}" destId="{64DA7FCD-A077-4ACE-9B3D-B377DEE438B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7A33575-B30B-428E-87A2-600C41B436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257D77AF-3E43-47C4-BC5D-809CF0519762}">
      <dgm:prSet/>
      <dgm:spPr>
        <a:solidFill>
          <a:srgbClr val="002060"/>
        </a:solidFill>
      </dgm:spPr>
      <dgm:t>
        <a:bodyPr/>
        <a:lstStyle/>
        <a:p>
          <a:r>
            <a:rPr lang="ru-RU" dirty="0"/>
            <a:t>Институциональная подсистема </a:t>
          </a:r>
        </a:p>
      </dgm:t>
    </dgm:pt>
    <dgm:pt modelId="{C3A737F3-4C3E-4A24-8853-95545B22964A}" type="parTrans" cxnId="{E786351C-D022-4C07-9727-11C94FA046A9}">
      <dgm:prSet/>
      <dgm:spPr/>
      <dgm:t>
        <a:bodyPr/>
        <a:lstStyle/>
        <a:p>
          <a:endParaRPr lang="ru-RU"/>
        </a:p>
      </dgm:t>
    </dgm:pt>
    <dgm:pt modelId="{BD887234-5EA5-4395-9283-DBE9872DAE07}" type="sibTrans" cxnId="{E786351C-D022-4C07-9727-11C94FA046A9}">
      <dgm:prSet/>
      <dgm:spPr/>
      <dgm:t>
        <a:bodyPr/>
        <a:lstStyle/>
        <a:p>
          <a:endParaRPr lang="ru-RU"/>
        </a:p>
      </dgm:t>
    </dgm:pt>
    <dgm:pt modelId="{9E4F8081-53CC-4E1D-AF48-73C60D17A372}" type="pres">
      <dgm:prSet presAssocID="{F7A33575-B30B-428E-87A2-600C41B43657}" presName="diagram" presStyleCnt="0">
        <dgm:presLayoutVars>
          <dgm:dir/>
          <dgm:resizeHandles val="exact"/>
        </dgm:presLayoutVars>
      </dgm:prSet>
      <dgm:spPr/>
    </dgm:pt>
    <dgm:pt modelId="{BF5E04E6-0426-4B8B-BF65-41088F6FF25D}" type="pres">
      <dgm:prSet presAssocID="{257D77AF-3E43-47C4-BC5D-809CF0519762}" presName="node" presStyleLbl="node1" presStyleIdx="0" presStyleCnt="1" custScaleX="161051" custScaleY="419609">
        <dgm:presLayoutVars>
          <dgm:bulletEnabled val="1"/>
        </dgm:presLayoutVars>
      </dgm:prSet>
      <dgm:spPr/>
    </dgm:pt>
  </dgm:ptLst>
  <dgm:cxnLst>
    <dgm:cxn modelId="{E786351C-D022-4C07-9727-11C94FA046A9}" srcId="{F7A33575-B30B-428E-87A2-600C41B43657}" destId="{257D77AF-3E43-47C4-BC5D-809CF0519762}" srcOrd="0" destOrd="0" parTransId="{C3A737F3-4C3E-4A24-8853-95545B22964A}" sibTransId="{BD887234-5EA5-4395-9283-DBE9872DAE07}"/>
    <dgm:cxn modelId="{1780D336-A845-488B-BAC3-F0FFEB8F12EE}" type="presOf" srcId="{F7A33575-B30B-428E-87A2-600C41B43657}" destId="{9E4F8081-53CC-4E1D-AF48-73C60D17A372}" srcOrd="0" destOrd="0" presId="urn:microsoft.com/office/officeart/2005/8/layout/default"/>
    <dgm:cxn modelId="{DCCDE28A-D1C9-495C-B617-3AC504E81AD2}" type="presOf" srcId="{257D77AF-3E43-47C4-BC5D-809CF0519762}" destId="{BF5E04E6-0426-4B8B-BF65-41088F6FF25D}" srcOrd="0" destOrd="0" presId="urn:microsoft.com/office/officeart/2005/8/layout/default"/>
    <dgm:cxn modelId="{8B5A1384-1F2C-411B-85BF-95B15966B6AB}" type="presParOf" srcId="{9E4F8081-53CC-4E1D-AF48-73C60D17A372}" destId="{BF5E04E6-0426-4B8B-BF65-41088F6FF25D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7A33575-B30B-428E-87A2-600C41B436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257D77AF-3E43-47C4-BC5D-809CF0519762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Институциональная подсистема </a:t>
          </a:r>
        </a:p>
      </dgm:t>
    </dgm:pt>
    <dgm:pt modelId="{C3A737F3-4C3E-4A24-8853-95545B22964A}" type="parTrans" cxnId="{E786351C-D022-4C07-9727-11C94FA046A9}">
      <dgm:prSet/>
      <dgm:spPr/>
      <dgm:t>
        <a:bodyPr/>
        <a:lstStyle/>
        <a:p>
          <a:endParaRPr lang="ru-RU" sz="3500"/>
        </a:p>
      </dgm:t>
    </dgm:pt>
    <dgm:pt modelId="{BD887234-5EA5-4395-9283-DBE9872DAE07}" type="sibTrans" cxnId="{E786351C-D022-4C07-9727-11C94FA046A9}">
      <dgm:prSet/>
      <dgm:spPr/>
      <dgm:t>
        <a:bodyPr/>
        <a:lstStyle/>
        <a:p>
          <a:endParaRPr lang="ru-RU" sz="3500"/>
        </a:p>
      </dgm:t>
    </dgm:pt>
    <dgm:pt modelId="{F80D5A2F-9F9A-4E20-B2DE-CBE41F273A0C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Нормативно-</a:t>
          </a:r>
          <a:br>
            <a:rPr lang="ru-RU" sz="3500" dirty="0"/>
          </a:br>
          <a:r>
            <a:rPr lang="ru-RU" sz="3500" dirty="0"/>
            <a:t>правовая </a:t>
          </a:r>
          <a:br>
            <a:rPr lang="ru-RU" sz="3500" dirty="0"/>
          </a:br>
          <a:r>
            <a:rPr lang="ru-RU" sz="3500" dirty="0"/>
            <a:t>подсистема </a:t>
          </a:r>
        </a:p>
      </dgm:t>
    </dgm:pt>
    <dgm:pt modelId="{6C8402A0-863F-40A5-AA86-077B64A69EEF}" type="parTrans" cxnId="{41BC8C09-3B56-4268-A5AF-3D8C0B6EF32C}">
      <dgm:prSet/>
      <dgm:spPr/>
      <dgm:t>
        <a:bodyPr/>
        <a:lstStyle/>
        <a:p>
          <a:endParaRPr lang="ru-RU" sz="3500"/>
        </a:p>
      </dgm:t>
    </dgm:pt>
    <dgm:pt modelId="{003F0A51-A7FE-46B8-8097-E08C2A6AB61B}" type="sibTrans" cxnId="{41BC8C09-3B56-4268-A5AF-3D8C0B6EF32C}">
      <dgm:prSet/>
      <dgm:spPr/>
      <dgm:t>
        <a:bodyPr/>
        <a:lstStyle/>
        <a:p>
          <a:endParaRPr lang="ru-RU" sz="3500"/>
        </a:p>
      </dgm:t>
    </dgm:pt>
    <dgm:pt modelId="{6D854500-E91F-4B58-8A5B-8CFE6D44ACD8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Коммуникативная подсистема </a:t>
          </a:r>
        </a:p>
      </dgm:t>
    </dgm:pt>
    <dgm:pt modelId="{82C1B737-FE9B-4C6F-8237-370C8C79FCF4}" type="parTrans" cxnId="{23ABB55C-69F3-4BE9-ADAC-C074E025D327}">
      <dgm:prSet/>
      <dgm:spPr/>
      <dgm:t>
        <a:bodyPr/>
        <a:lstStyle/>
        <a:p>
          <a:endParaRPr lang="ru-RU" sz="3500"/>
        </a:p>
      </dgm:t>
    </dgm:pt>
    <dgm:pt modelId="{43E2BC17-4FA4-475C-B98E-48EDF6A04063}" type="sibTrans" cxnId="{23ABB55C-69F3-4BE9-ADAC-C074E025D327}">
      <dgm:prSet/>
      <dgm:spPr/>
      <dgm:t>
        <a:bodyPr/>
        <a:lstStyle/>
        <a:p>
          <a:endParaRPr lang="ru-RU" sz="3500"/>
        </a:p>
      </dgm:t>
    </dgm:pt>
    <dgm:pt modelId="{B2560AFA-76EC-40E9-B77A-FE952FEEC300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Профессионально-кадровая </a:t>
          </a:r>
          <a:br>
            <a:rPr lang="ru-RU" sz="3500" dirty="0"/>
          </a:br>
          <a:r>
            <a:rPr lang="ru-RU" sz="3500" dirty="0"/>
            <a:t>подсистема </a:t>
          </a:r>
        </a:p>
      </dgm:t>
    </dgm:pt>
    <dgm:pt modelId="{57424BCB-F7CC-40BE-B0EF-741CC24DF1A2}" type="parTrans" cxnId="{2581F584-36A1-4A48-A98E-8AE639AD8054}">
      <dgm:prSet/>
      <dgm:spPr/>
      <dgm:t>
        <a:bodyPr/>
        <a:lstStyle/>
        <a:p>
          <a:endParaRPr lang="ru-RU" sz="3500"/>
        </a:p>
      </dgm:t>
    </dgm:pt>
    <dgm:pt modelId="{B47B7819-464D-4DB2-B2FF-F5080CF43457}" type="sibTrans" cxnId="{2581F584-36A1-4A48-A98E-8AE639AD8054}">
      <dgm:prSet/>
      <dgm:spPr/>
      <dgm:t>
        <a:bodyPr/>
        <a:lstStyle/>
        <a:p>
          <a:endParaRPr lang="ru-RU" sz="3500"/>
        </a:p>
      </dgm:t>
    </dgm:pt>
    <dgm:pt modelId="{9E4F8081-53CC-4E1D-AF48-73C60D17A372}" type="pres">
      <dgm:prSet presAssocID="{F7A33575-B30B-428E-87A2-600C41B43657}" presName="diagram" presStyleCnt="0">
        <dgm:presLayoutVars>
          <dgm:dir/>
          <dgm:resizeHandles val="exact"/>
        </dgm:presLayoutVars>
      </dgm:prSet>
      <dgm:spPr/>
    </dgm:pt>
    <dgm:pt modelId="{BF5E04E6-0426-4B8B-BF65-41088F6FF25D}" type="pres">
      <dgm:prSet presAssocID="{257D77AF-3E43-47C4-BC5D-809CF0519762}" presName="node" presStyleLbl="node1" presStyleIdx="0" presStyleCnt="4" custScaleX="161051">
        <dgm:presLayoutVars>
          <dgm:bulletEnabled val="1"/>
        </dgm:presLayoutVars>
      </dgm:prSet>
      <dgm:spPr/>
    </dgm:pt>
    <dgm:pt modelId="{46742BF8-8A12-49AE-9C71-C5F4C6403F03}" type="pres">
      <dgm:prSet presAssocID="{BD887234-5EA5-4395-9283-DBE9872DAE07}" presName="sibTrans" presStyleCnt="0"/>
      <dgm:spPr/>
    </dgm:pt>
    <dgm:pt modelId="{5526CF03-D813-42C3-BD03-ABD5E0625817}" type="pres">
      <dgm:prSet presAssocID="{F80D5A2F-9F9A-4E20-B2DE-CBE41F273A0C}" presName="node" presStyleLbl="node1" presStyleIdx="1" presStyleCnt="4" custScaleX="161051">
        <dgm:presLayoutVars>
          <dgm:bulletEnabled val="1"/>
        </dgm:presLayoutVars>
      </dgm:prSet>
      <dgm:spPr/>
    </dgm:pt>
    <dgm:pt modelId="{4FBF30D3-D30B-4615-8F62-2847E8F7075B}" type="pres">
      <dgm:prSet presAssocID="{003F0A51-A7FE-46B8-8097-E08C2A6AB61B}" presName="sibTrans" presStyleCnt="0"/>
      <dgm:spPr/>
    </dgm:pt>
    <dgm:pt modelId="{BADF6949-EE43-4B49-88BB-2A74B0B35939}" type="pres">
      <dgm:prSet presAssocID="{6D854500-E91F-4B58-8A5B-8CFE6D44ACD8}" presName="node" presStyleLbl="node1" presStyleIdx="2" presStyleCnt="4" custScaleX="161051">
        <dgm:presLayoutVars>
          <dgm:bulletEnabled val="1"/>
        </dgm:presLayoutVars>
      </dgm:prSet>
      <dgm:spPr/>
    </dgm:pt>
    <dgm:pt modelId="{7794E779-A8D3-4E58-9D1D-79C649838BC3}" type="pres">
      <dgm:prSet presAssocID="{43E2BC17-4FA4-475C-B98E-48EDF6A04063}" presName="sibTrans" presStyleCnt="0"/>
      <dgm:spPr/>
    </dgm:pt>
    <dgm:pt modelId="{64DA7FCD-A077-4ACE-9B3D-B377DEE438B5}" type="pres">
      <dgm:prSet presAssocID="{B2560AFA-76EC-40E9-B77A-FE952FEEC300}" presName="node" presStyleLbl="node1" presStyleIdx="3" presStyleCnt="4" custScaleX="161051">
        <dgm:presLayoutVars>
          <dgm:bulletEnabled val="1"/>
        </dgm:presLayoutVars>
      </dgm:prSet>
      <dgm:spPr/>
    </dgm:pt>
  </dgm:ptLst>
  <dgm:cxnLst>
    <dgm:cxn modelId="{3703B907-346D-456A-81E0-225E2EE2459C}" type="presOf" srcId="{F80D5A2F-9F9A-4E20-B2DE-CBE41F273A0C}" destId="{5526CF03-D813-42C3-BD03-ABD5E0625817}" srcOrd="0" destOrd="0" presId="urn:microsoft.com/office/officeart/2005/8/layout/default"/>
    <dgm:cxn modelId="{41BC8C09-3B56-4268-A5AF-3D8C0B6EF32C}" srcId="{F7A33575-B30B-428E-87A2-600C41B43657}" destId="{F80D5A2F-9F9A-4E20-B2DE-CBE41F273A0C}" srcOrd="1" destOrd="0" parTransId="{6C8402A0-863F-40A5-AA86-077B64A69EEF}" sibTransId="{003F0A51-A7FE-46B8-8097-E08C2A6AB61B}"/>
    <dgm:cxn modelId="{E786351C-D022-4C07-9727-11C94FA046A9}" srcId="{F7A33575-B30B-428E-87A2-600C41B43657}" destId="{257D77AF-3E43-47C4-BC5D-809CF0519762}" srcOrd="0" destOrd="0" parTransId="{C3A737F3-4C3E-4A24-8853-95545B22964A}" sibTransId="{BD887234-5EA5-4395-9283-DBE9872DAE07}"/>
    <dgm:cxn modelId="{1780D336-A845-488B-BAC3-F0FFEB8F12EE}" type="presOf" srcId="{F7A33575-B30B-428E-87A2-600C41B43657}" destId="{9E4F8081-53CC-4E1D-AF48-73C60D17A372}" srcOrd="0" destOrd="0" presId="urn:microsoft.com/office/officeart/2005/8/layout/default"/>
    <dgm:cxn modelId="{23ABB55C-69F3-4BE9-ADAC-C074E025D327}" srcId="{F7A33575-B30B-428E-87A2-600C41B43657}" destId="{6D854500-E91F-4B58-8A5B-8CFE6D44ACD8}" srcOrd="2" destOrd="0" parTransId="{82C1B737-FE9B-4C6F-8237-370C8C79FCF4}" sibTransId="{43E2BC17-4FA4-475C-B98E-48EDF6A04063}"/>
    <dgm:cxn modelId="{8942A642-9D2D-4139-A1A3-2C452EC9BC3A}" type="presOf" srcId="{6D854500-E91F-4B58-8A5B-8CFE6D44ACD8}" destId="{BADF6949-EE43-4B49-88BB-2A74B0B35939}" srcOrd="0" destOrd="0" presId="urn:microsoft.com/office/officeart/2005/8/layout/default"/>
    <dgm:cxn modelId="{2581F584-36A1-4A48-A98E-8AE639AD8054}" srcId="{F7A33575-B30B-428E-87A2-600C41B43657}" destId="{B2560AFA-76EC-40E9-B77A-FE952FEEC300}" srcOrd="3" destOrd="0" parTransId="{57424BCB-F7CC-40BE-B0EF-741CC24DF1A2}" sibTransId="{B47B7819-464D-4DB2-B2FF-F5080CF43457}"/>
    <dgm:cxn modelId="{DCCDE28A-D1C9-495C-B617-3AC504E81AD2}" type="presOf" srcId="{257D77AF-3E43-47C4-BC5D-809CF0519762}" destId="{BF5E04E6-0426-4B8B-BF65-41088F6FF25D}" srcOrd="0" destOrd="0" presId="urn:microsoft.com/office/officeart/2005/8/layout/default"/>
    <dgm:cxn modelId="{4FC9E0C3-F05F-44DC-BA08-F7661BE84083}" type="presOf" srcId="{B2560AFA-76EC-40E9-B77A-FE952FEEC300}" destId="{64DA7FCD-A077-4ACE-9B3D-B377DEE438B5}" srcOrd="0" destOrd="0" presId="urn:microsoft.com/office/officeart/2005/8/layout/default"/>
    <dgm:cxn modelId="{8B5A1384-1F2C-411B-85BF-95B15966B6AB}" type="presParOf" srcId="{9E4F8081-53CC-4E1D-AF48-73C60D17A372}" destId="{BF5E04E6-0426-4B8B-BF65-41088F6FF25D}" srcOrd="0" destOrd="0" presId="urn:microsoft.com/office/officeart/2005/8/layout/default"/>
    <dgm:cxn modelId="{3565C030-3C2D-4DE1-BD85-B8F8C9168EEF}" type="presParOf" srcId="{9E4F8081-53CC-4E1D-AF48-73C60D17A372}" destId="{46742BF8-8A12-49AE-9C71-C5F4C6403F03}" srcOrd="1" destOrd="0" presId="urn:microsoft.com/office/officeart/2005/8/layout/default"/>
    <dgm:cxn modelId="{A3FFDD3E-4907-47DC-96F5-4F4C339C0D7F}" type="presParOf" srcId="{9E4F8081-53CC-4E1D-AF48-73C60D17A372}" destId="{5526CF03-D813-42C3-BD03-ABD5E0625817}" srcOrd="2" destOrd="0" presId="urn:microsoft.com/office/officeart/2005/8/layout/default"/>
    <dgm:cxn modelId="{31C1FE7A-34DD-41F0-BD19-398865ECD26C}" type="presParOf" srcId="{9E4F8081-53CC-4E1D-AF48-73C60D17A372}" destId="{4FBF30D3-D30B-4615-8F62-2847E8F7075B}" srcOrd="3" destOrd="0" presId="urn:microsoft.com/office/officeart/2005/8/layout/default"/>
    <dgm:cxn modelId="{CBF1DEB0-5F04-4818-8109-DD1E932E4E0D}" type="presParOf" srcId="{9E4F8081-53CC-4E1D-AF48-73C60D17A372}" destId="{BADF6949-EE43-4B49-88BB-2A74B0B35939}" srcOrd="4" destOrd="0" presId="urn:microsoft.com/office/officeart/2005/8/layout/default"/>
    <dgm:cxn modelId="{003497CE-2D7E-4B8A-9E5D-A5FA69F997C0}" type="presParOf" srcId="{9E4F8081-53CC-4E1D-AF48-73C60D17A372}" destId="{7794E779-A8D3-4E58-9D1D-79C649838BC3}" srcOrd="5" destOrd="0" presId="urn:microsoft.com/office/officeart/2005/8/layout/default"/>
    <dgm:cxn modelId="{072596EA-E4F5-41D7-BF52-2B9E8649D8FB}" type="presParOf" srcId="{9E4F8081-53CC-4E1D-AF48-73C60D17A372}" destId="{64DA7FCD-A077-4ACE-9B3D-B377DEE438B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7A33575-B30B-428E-87A2-600C41B436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F80D5A2F-9F9A-4E20-B2DE-CBE41F273A0C}">
      <dgm:prSet custT="1"/>
      <dgm:spPr>
        <a:solidFill>
          <a:srgbClr val="002060"/>
        </a:solidFill>
      </dgm:spPr>
      <dgm:t>
        <a:bodyPr/>
        <a:lstStyle/>
        <a:p>
          <a:r>
            <a:rPr lang="ru-RU" sz="2500" dirty="0"/>
            <a:t>Нормативно-правовая подсистема </a:t>
          </a:r>
        </a:p>
      </dgm:t>
    </dgm:pt>
    <dgm:pt modelId="{6C8402A0-863F-40A5-AA86-077B64A69EEF}" type="parTrans" cxnId="{41BC8C09-3B56-4268-A5AF-3D8C0B6EF32C}">
      <dgm:prSet/>
      <dgm:spPr/>
      <dgm:t>
        <a:bodyPr/>
        <a:lstStyle/>
        <a:p>
          <a:endParaRPr lang="ru-RU"/>
        </a:p>
      </dgm:t>
    </dgm:pt>
    <dgm:pt modelId="{003F0A51-A7FE-46B8-8097-E08C2A6AB61B}" type="sibTrans" cxnId="{41BC8C09-3B56-4268-A5AF-3D8C0B6EF32C}">
      <dgm:prSet/>
      <dgm:spPr/>
      <dgm:t>
        <a:bodyPr/>
        <a:lstStyle/>
        <a:p>
          <a:endParaRPr lang="ru-RU"/>
        </a:p>
      </dgm:t>
    </dgm:pt>
    <dgm:pt modelId="{9E4F8081-53CC-4E1D-AF48-73C60D17A372}" type="pres">
      <dgm:prSet presAssocID="{F7A33575-B30B-428E-87A2-600C41B43657}" presName="diagram" presStyleCnt="0">
        <dgm:presLayoutVars>
          <dgm:dir/>
          <dgm:resizeHandles val="exact"/>
        </dgm:presLayoutVars>
      </dgm:prSet>
      <dgm:spPr/>
    </dgm:pt>
    <dgm:pt modelId="{5526CF03-D813-42C3-BD03-ABD5E0625817}" type="pres">
      <dgm:prSet presAssocID="{F80D5A2F-9F9A-4E20-B2DE-CBE41F273A0C}" presName="node" presStyleLbl="node1" presStyleIdx="0" presStyleCnt="1" custScaleX="161051" custScaleY="420816">
        <dgm:presLayoutVars>
          <dgm:bulletEnabled val="1"/>
        </dgm:presLayoutVars>
      </dgm:prSet>
      <dgm:spPr/>
    </dgm:pt>
  </dgm:ptLst>
  <dgm:cxnLst>
    <dgm:cxn modelId="{3703B907-346D-456A-81E0-225E2EE2459C}" type="presOf" srcId="{F80D5A2F-9F9A-4E20-B2DE-CBE41F273A0C}" destId="{5526CF03-D813-42C3-BD03-ABD5E0625817}" srcOrd="0" destOrd="0" presId="urn:microsoft.com/office/officeart/2005/8/layout/default"/>
    <dgm:cxn modelId="{41BC8C09-3B56-4268-A5AF-3D8C0B6EF32C}" srcId="{F7A33575-B30B-428E-87A2-600C41B43657}" destId="{F80D5A2F-9F9A-4E20-B2DE-CBE41F273A0C}" srcOrd="0" destOrd="0" parTransId="{6C8402A0-863F-40A5-AA86-077B64A69EEF}" sibTransId="{003F0A51-A7FE-46B8-8097-E08C2A6AB61B}"/>
    <dgm:cxn modelId="{1780D336-A845-488B-BAC3-F0FFEB8F12EE}" type="presOf" srcId="{F7A33575-B30B-428E-87A2-600C41B43657}" destId="{9E4F8081-53CC-4E1D-AF48-73C60D17A372}" srcOrd="0" destOrd="0" presId="urn:microsoft.com/office/officeart/2005/8/layout/default"/>
    <dgm:cxn modelId="{A3FFDD3E-4907-47DC-96F5-4F4C339C0D7F}" type="presParOf" srcId="{9E4F8081-53CC-4E1D-AF48-73C60D17A372}" destId="{5526CF03-D813-42C3-BD03-ABD5E0625817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7A33575-B30B-428E-87A2-600C41B436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257D77AF-3E43-47C4-BC5D-809CF0519762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Институциональная подсистема </a:t>
          </a:r>
        </a:p>
      </dgm:t>
    </dgm:pt>
    <dgm:pt modelId="{C3A737F3-4C3E-4A24-8853-95545B22964A}" type="parTrans" cxnId="{E786351C-D022-4C07-9727-11C94FA046A9}">
      <dgm:prSet/>
      <dgm:spPr/>
      <dgm:t>
        <a:bodyPr/>
        <a:lstStyle/>
        <a:p>
          <a:endParaRPr lang="ru-RU" sz="3500"/>
        </a:p>
      </dgm:t>
    </dgm:pt>
    <dgm:pt modelId="{BD887234-5EA5-4395-9283-DBE9872DAE07}" type="sibTrans" cxnId="{E786351C-D022-4C07-9727-11C94FA046A9}">
      <dgm:prSet/>
      <dgm:spPr/>
      <dgm:t>
        <a:bodyPr/>
        <a:lstStyle/>
        <a:p>
          <a:endParaRPr lang="ru-RU" sz="3500"/>
        </a:p>
      </dgm:t>
    </dgm:pt>
    <dgm:pt modelId="{F80D5A2F-9F9A-4E20-B2DE-CBE41F273A0C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Нормативно-</a:t>
          </a:r>
          <a:br>
            <a:rPr lang="ru-RU" sz="3500" dirty="0"/>
          </a:br>
          <a:r>
            <a:rPr lang="ru-RU" sz="3500" dirty="0"/>
            <a:t>правовая </a:t>
          </a:r>
          <a:br>
            <a:rPr lang="ru-RU" sz="3500" dirty="0"/>
          </a:br>
          <a:r>
            <a:rPr lang="ru-RU" sz="3500" dirty="0"/>
            <a:t>подсистема </a:t>
          </a:r>
        </a:p>
      </dgm:t>
    </dgm:pt>
    <dgm:pt modelId="{6C8402A0-863F-40A5-AA86-077B64A69EEF}" type="parTrans" cxnId="{41BC8C09-3B56-4268-A5AF-3D8C0B6EF32C}">
      <dgm:prSet/>
      <dgm:spPr/>
      <dgm:t>
        <a:bodyPr/>
        <a:lstStyle/>
        <a:p>
          <a:endParaRPr lang="ru-RU" sz="3500"/>
        </a:p>
      </dgm:t>
    </dgm:pt>
    <dgm:pt modelId="{003F0A51-A7FE-46B8-8097-E08C2A6AB61B}" type="sibTrans" cxnId="{41BC8C09-3B56-4268-A5AF-3D8C0B6EF32C}">
      <dgm:prSet/>
      <dgm:spPr/>
      <dgm:t>
        <a:bodyPr/>
        <a:lstStyle/>
        <a:p>
          <a:endParaRPr lang="ru-RU" sz="3500"/>
        </a:p>
      </dgm:t>
    </dgm:pt>
    <dgm:pt modelId="{6D854500-E91F-4B58-8A5B-8CFE6D44ACD8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Коммуникативная подсистема </a:t>
          </a:r>
        </a:p>
      </dgm:t>
    </dgm:pt>
    <dgm:pt modelId="{82C1B737-FE9B-4C6F-8237-370C8C79FCF4}" type="parTrans" cxnId="{23ABB55C-69F3-4BE9-ADAC-C074E025D327}">
      <dgm:prSet/>
      <dgm:spPr/>
      <dgm:t>
        <a:bodyPr/>
        <a:lstStyle/>
        <a:p>
          <a:endParaRPr lang="ru-RU" sz="3500"/>
        </a:p>
      </dgm:t>
    </dgm:pt>
    <dgm:pt modelId="{43E2BC17-4FA4-475C-B98E-48EDF6A04063}" type="sibTrans" cxnId="{23ABB55C-69F3-4BE9-ADAC-C074E025D327}">
      <dgm:prSet/>
      <dgm:spPr/>
      <dgm:t>
        <a:bodyPr/>
        <a:lstStyle/>
        <a:p>
          <a:endParaRPr lang="ru-RU" sz="3500"/>
        </a:p>
      </dgm:t>
    </dgm:pt>
    <dgm:pt modelId="{B2560AFA-76EC-40E9-B77A-FE952FEEC300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Профессионально-кадровая </a:t>
          </a:r>
          <a:br>
            <a:rPr lang="ru-RU" sz="3500" dirty="0"/>
          </a:br>
          <a:r>
            <a:rPr lang="ru-RU" sz="3500" dirty="0"/>
            <a:t>подсистема </a:t>
          </a:r>
        </a:p>
      </dgm:t>
    </dgm:pt>
    <dgm:pt modelId="{57424BCB-F7CC-40BE-B0EF-741CC24DF1A2}" type="parTrans" cxnId="{2581F584-36A1-4A48-A98E-8AE639AD8054}">
      <dgm:prSet/>
      <dgm:spPr/>
      <dgm:t>
        <a:bodyPr/>
        <a:lstStyle/>
        <a:p>
          <a:endParaRPr lang="ru-RU" sz="3500"/>
        </a:p>
      </dgm:t>
    </dgm:pt>
    <dgm:pt modelId="{B47B7819-464D-4DB2-B2FF-F5080CF43457}" type="sibTrans" cxnId="{2581F584-36A1-4A48-A98E-8AE639AD8054}">
      <dgm:prSet/>
      <dgm:spPr/>
      <dgm:t>
        <a:bodyPr/>
        <a:lstStyle/>
        <a:p>
          <a:endParaRPr lang="ru-RU" sz="3500"/>
        </a:p>
      </dgm:t>
    </dgm:pt>
    <dgm:pt modelId="{9E4F8081-53CC-4E1D-AF48-73C60D17A372}" type="pres">
      <dgm:prSet presAssocID="{F7A33575-B30B-428E-87A2-600C41B43657}" presName="diagram" presStyleCnt="0">
        <dgm:presLayoutVars>
          <dgm:dir/>
          <dgm:resizeHandles val="exact"/>
        </dgm:presLayoutVars>
      </dgm:prSet>
      <dgm:spPr/>
    </dgm:pt>
    <dgm:pt modelId="{BF5E04E6-0426-4B8B-BF65-41088F6FF25D}" type="pres">
      <dgm:prSet presAssocID="{257D77AF-3E43-47C4-BC5D-809CF0519762}" presName="node" presStyleLbl="node1" presStyleIdx="0" presStyleCnt="4" custScaleX="161051">
        <dgm:presLayoutVars>
          <dgm:bulletEnabled val="1"/>
        </dgm:presLayoutVars>
      </dgm:prSet>
      <dgm:spPr/>
    </dgm:pt>
    <dgm:pt modelId="{46742BF8-8A12-49AE-9C71-C5F4C6403F03}" type="pres">
      <dgm:prSet presAssocID="{BD887234-5EA5-4395-9283-DBE9872DAE07}" presName="sibTrans" presStyleCnt="0"/>
      <dgm:spPr/>
    </dgm:pt>
    <dgm:pt modelId="{5526CF03-D813-42C3-BD03-ABD5E0625817}" type="pres">
      <dgm:prSet presAssocID="{F80D5A2F-9F9A-4E20-B2DE-CBE41F273A0C}" presName="node" presStyleLbl="node1" presStyleIdx="1" presStyleCnt="4" custScaleX="161051">
        <dgm:presLayoutVars>
          <dgm:bulletEnabled val="1"/>
        </dgm:presLayoutVars>
      </dgm:prSet>
      <dgm:spPr/>
    </dgm:pt>
    <dgm:pt modelId="{4FBF30D3-D30B-4615-8F62-2847E8F7075B}" type="pres">
      <dgm:prSet presAssocID="{003F0A51-A7FE-46B8-8097-E08C2A6AB61B}" presName="sibTrans" presStyleCnt="0"/>
      <dgm:spPr/>
    </dgm:pt>
    <dgm:pt modelId="{BADF6949-EE43-4B49-88BB-2A74B0B35939}" type="pres">
      <dgm:prSet presAssocID="{6D854500-E91F-4B58-8A5B-8CFE6D44ACD8}" presName="node" presStyleLbl="node1" presStyleIdx="2" presStyleCnt="4" custScaleX="161051">
        <dgm:presLayoutVars>
          <dgm:bulletEnabled val="1"/>
        </dgm:presLayoutVars>
      </dgm:prSet>
      <dgm:spPr/>
    </dgm:pt>
    <dgm:pt modelId="{7794E779-A8D3-4E58-9D1D-79C649838BC3}" type="pres">
      <dgm:prSet presAssocID="{43E2BC17-4FA4-475C-B98E-48EDF6A04063}" presName="sibTrans" presStyleCnt="0"/>
      <dgm:spPr/>
    </dgm:pt>
    <dgm:pt modelId="{64DA7FCD-A077-4ACE-9B3D-B377DEE438B5}" type="pres">
      <dgm:prSet presAssocID="{B2560AFA-76EC-40E9-B77A-FE952FEEC300}" presName="node" presStyleLbl="node1" presStyleIdx="3" presStyleCnt="4" custScaleX="161051">
        <dgm:presLayoutVars>
          <dgm:bulletEnabled val="1"/>
        </dgm:presLayoutVars>
      </dgm:prSet>
      <dgm:spPr/>
    </dgm:pt>
  </dgm:ptLst>
  <dgm:cxnLst>
    <dgm:cxn modelId="{3703B907-346D-456A-81E0-225E2EE2459C}" type="presOf" srcId="{F80D5A2F-9F9A-4E20-B2DE-CBE41F273A0C}" destId="{5526CF03-D813-42C3-BD03-ABD5E0625817}" srcOrd="0" destOrd="0" presId="urn:microsoft.com/office/officeart/2005/8/layout/default"/>
    <dgm:cxn modelId="{41BC8C09-3B56-4268-A5AF-3D8C0B6EF32C}" srcId="{F7A33575-B30B-428E-87A2-600C41B43657}" destId="{F80D5A2F-9F9A-4E20-B2DE-CBE41F273A0C}" srcOrd="1" destOrd="0" parTransId="{6C8402A0-863F-40A5-AA86-077B64A69EEF}" sibTransId="{003F0A51-A7FE-46B8-8097-E08C2A6AB61B}"/>
    <dgm:cxn modelId="{E786351C-D022-4C07-9727-11C94FA046A9}" srcId="{F7A33575-B30B-428E-87A2-600C41B43657}" destId="{257D77AF-3E43-47C4-BC5D-809CF0519762}" srcOrd="0" destOrd="0" parTransId="{C3A737F3-4C3E-4A24-8853-95545B22964A}" sibTransId="{BD887234-5EA5-4395-9283-DBE9872DAE07}"/>
    <dgm:cxn modelId="{1780D336-A845-488B-BAC3-F0FFEB8F12EE}" type="presOf" srcId="{F7A33575-B30B-428E-87A2-600C41B43657}" destId="{9E4F8081-53CC-4E1D-AF48-73C60D17A372}" srcOrd="0" destOrd="0" presId="urn:microsoft.com/office/officeart/2005/8/layout/default"/>
    <dgm:cxn modelId="{23ABB55C-69F3-4BE9-ADAC-C074E025D327}" srcId="{F7A33575-B30B-428E-87A2-600C41B43657}" destId="{6D854500-E91F-4B58-8A5B-8CFE6D44ACD8}" srcOrd="2" destOrd="0" parTransId="{82C1B737-FE9B-4C6F-8237-370C8C79FCF4}" sibTransId="{43E2BC17-4FA4-475C-B98E-48EDF6A04063}"/>
    <dgm:cxn modelId="{8942A642-9D2D-4139-A1A3-2C452EC9BC3A}" type="presOf" srcId="{6D854500-E91F-4B58-8A5B-8CFE6D44ACD8}" destId="{BADF6949-EE43-4B49-88BB-2A74B0B35939}" srcOrd="0" destOrd="0" presId="urn:microsoft.com/office/officeart/2005/8/layout/default"/>
    <dgm:cxn modelId="{2581F584-36A1-4A48-A98E-8AE639AD8054}" srcId="{F7A33575-B30B-428E-87A2-600C41B43657}" destId="{B2560AFA-76EC-40E9-B77A-FE952FEEC300}" srcOrd="3" destOrd="0" parTransId="{57424BCB-F7CC-40BE-B0EF-741CC24DF1A2}" sibTransId="{B47B7819-464D-4DB2-B2FF-F5080CF43457}"/>
    <dgm:cxn modelId="{DCCDE28A-D1C9-495C-B617-3AC504E81AD2}" type="presOf" srcId="{257D77AF-3E43-47C4-BC5D-809CF0519762}" destId="{BF5E04E6-0426-4B8B-BF65-41088F6FF25D}" srcOrd="0" destOrd="0" presId="urn:microsoft.com/office/officeart/2005/8/layout/default"/>
    <dgm:cxn modelId="{4FC9E0C3-F05F-44DC-BA08-F7661BE84083}" type="presOf" srcId="{B2560AFA-76EC-40E9-B77A-FE952FEEC300}" destId="{64DA7FCD-A077-4ACE-9B3D-B377DEE438B5}" srcOrd="0" destOrd="0" presId="urn:microsoft.com/office/officeart/2005/8/layout/default"/>
    <dgm:cxn modelId="{8B5A1384-1F2C-411B-85BF-95B15966B6AB}" type="presParOf" srcId="{9E4F8081-53CC-4E1D-AF48-73C60D17A372}" destId="{BF5E04E6-0426-4B8B-BF65-41088F6FF25D}" srcOrd="0" destOrd="0" presId="urn:microsoft.com/office/officeart/2005/8/layout/default"/>
    <dgm:cxn modelId="{3565C030-3C2D-4DE1-BD85-B8F8C9168EEF}" type="presParOf" srcId="{9E4F8081-53CC-4E1D-AF48-73C60D17A372}" destId="{46742BF8-8A12-49AE-9C71-C5F4C6403F03}" srcOrd="1" destOrd="0" presId="urn:microsoft.com/office/officeart/2005/8/layout/default"/>
    <dgm:cxn modelId="{A3FFDD3E-4907-47DC-96F5-4F4C339C0D7F}" type="presParOf" srcId="{9E4F8081-53CC-4E1D-AF48-73C60D17A372}" destId="{5526CF03-D813-42C3-BD03-ABD5E0625817}" srcOrd="2" destOrd="0" presId="urn:microsoft.com/office/officeart/2005/8/layout/default"/>
    <dgm:cxn modelId="{31C1FE7A-34DD-41F0-BD19-398865ECD26C}" type="presParOf" srcId="{9E4F8081-53CC-4E1D-AF48-73C60D17A372}" destId="{4FBF30D3-D30B-4615-8F62-2847E8F7075B}" srcOrd="3" destOrd="0" presId="urn:microsoft.com/office/officeart/2005/8/layout/default"/>
    <dgm:cxn modelId="{CBF1DEB0-5F04-4818-8109-DD1E932E4E0D}" type="presParOf" srcId="{9E4F8081-53CC-4E1D-AF48-73C60D17A372}" destId="{BADF6949-EE43-4B49-88BB-2A74B0B35939}" srcOrd="4" destOrd="0" presId="urn:microsoft.com/office/officeart/2005/8/layout/default"/>
    <dgm:cxn modelId="{003497CE-2D7E-4B8A-9E5D-A5FA69F997C0}" type="presParOf" srcId="{9E4F8081-53CC-4E1D-AF48-73C60D17A372}" destId="{7794E779-A8D3-4E58-9D1D-79C649838BC3}" srcOrd="5" destOrd="0" presId="urn:microsoft.com/office/officeart/2005/8/layout/default"/>
    <dgm:cxn modelId="{072596EA-E4F5-41D7-BF52-2B9E8649D8FB}" type="presParOf" srcId="{9E4F8081-53CC-4E1D-AF48-73C60D17A372}" destId="{64DA7FCD-A077-4ACE-9B3D-B377DEE438B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7A33575-B30B-428E-87A2-600C41B436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6D854500-E91F-4B58-8A5B-8CFE6D44ACD8}">
      <dgm:prSet custT="1"/>
      <dgm:spPr>
        <a:solidFill>
          <a:srgbClr val="002060"/>
        </a:solidFill>
      </dgm:spPr>
      <dgm:t>
        <a:bodyPr/>
        <a:lstStyle/>
        <a:p>
          <a:r>
            <a:rPr lang="ru-RU" sz="2500" dirty="0"/>
            <a:t>Коммуникативная подсистема </a:t>
          </a:r>
        </a:p>
      </dgm:t>
    </dgm:pt>
    <dgm:pt modelId="{82C1B737-FE9B-4C6F-8237-370C8C79FCF4}" type="parTrans" cxnId="{23ABB55C-69F3-4BE9-ADAC-C074E025D327}">
      <dgm:prSet/>
      <dgm:spPr/>
      <dgm:t>
        <a:bodyPr/>
        <a:lstStyle/>
        <a:p>
          <a:endParaRPr lang="ru-RU"/>
        </a:p>
      </dgm:t>
    </dgm:pt>
    <dgm:pt modelId="{43E2BC17-4FA4-475C-B98E-48EDF6A04063}" type="sibTrans" cxnId="{23ABB55C-69F3-4BE9-ADAC-C074E025D327}">
      <dgm:prSet/>
      <dgm:spPr/>
      <dgm:t>
        <a:bodyPr/>
        <a:lstStyle/>
        <a:p>
          <a:endParaRPr lang="ru-RU"/>
        </a:p>
      </dgm:t>
    </dgm:pt>
    <dgm:pt modelId="{9E4F8081-53CC-4E1D-AF48-73C60D17A372}" type="pres">
      <dgm:prSet presAssocID="{F7A33575-B30B-428E-87A2-600C41B43657}" presName="diagram" presStyleCnt="0">
        <dgm:presLayoutVars>
          <dgm:dir/>
          <dgm:resizeHandles val="exact"/>
        </dgm:presLayoutVars>
      </dgm:prSet>
      <dgm:spPr/>
    </dgm:pt>
    <dgm:pt modelId="{BADF6949-EE43-4B49-88BB-2A74B0B35939}" type="pres">
      <dgm:prSet presAssocID="{6D854500-E91F-4B58-8A5B-8CFE6D44ACD8}" presName="node" presStyleLbl="node1" presStyleIdx="0" presStyleCnt="1" custScaleX="161051" custScaleY="417724">
        <dgm:presLayoutVars>
          <dgm:bulletEnabled val="1"/>
        </dgm:presLayoutVars>
      </dgm:prSet>
      <dgm:spPr/>
    </dgm:pt>
  </dgm:ptLst>
  <dgm:cxnLst>
    <dgm:cxn modelId="{1780D336-A845-488B-BAC3-F0FFEB8F12EE}" type="presOf" srcId="{F7A33575-B30B-428E-87A2-600C41B43657}" destId="{9E4F8081-53CC-4E1D-AF48-73C60D17A372}" srcOrd="0" destOrd="0" presId="urn:microsoft.com/office/officeart/2005/8/layout/default"/>
    <dgm:cxn modelId="{23ABB55C-69F3-4BE9-ADAC-C074E025D327}" srcId="{F7A33575-B30B-428E-87A2-600C41B43657}" destId="{6D854500-E91F-4B58-8A5B-8CFE6D44ACD8}" srcOrd="0" destOrd="0" parTransId="{82C1B737-FE9B-4C6F-8237-370C8C79FCF4}" sibTransId="{43E2BC17-4FA4-475C-B98E-48EDF6A04063}"/>
    <dgm:cxn modelId="{8942A642-9D2D-4139-A1A3-2C452EC9BC3A}" type="presOf" srcId="{6D854500-E91F-4B58-8A5B-8CFE6D44ACD8}" destId="{BADF6949-EE43-4B49-88BB-2A74B0B35939}" srcOrd="0" destOrd="0" presId="urn:microsoft.com/office/officeart/2005/8/layout/default"/>
    <dgm:cxn modelId="{CBF1DEB0-5F04-4818-8109-DD1E932E4E0D}" type="presParOf" srcId="{9E4F8081-53CC-4E1D-AF48-73C60D17A372}" destId="{BADF6949-EE43-4B49-88BB-2A74B0B3593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7A33575-B30B-428E-87A2-600C41B436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257D77AF-3E43-47C4-BC5D-809CF0519762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Институциональная подсистема </a:t>
          </a:r>
        </a:p>
      </dgm:t>
    </dgm:pt>
    <dgm:pt modelId="{C3A737F3-4C3E-4A24-8853-95545B22964A}" type="parTrans" cxnId="{E786351C-D022-4C07-9727-11C94FA046A9}">
      <dgm:prSet/>
      <dgm:spPr/>
      <dgm:t>
        <a:bodyPr/>
        <a:lstStyle/>
        <a:p>
          <a:endParaRPr lang="ru-RU" sz="3500"/>
        </a:p>
      </dgm:t>
    </dgm:pt>
    <dgm:pt modelId="{BD887234-5EA5-4395-9283-DBE9872DAE07}" type="sibTrans" cxnId="{E786351C-D022-4C07-9727-11C94FA046A9}">
      <dgm:prSet/>
      <dgm:spPr/>
      <dgm:t>
        <a:bodyPr/>
        <a:lstStyle/>
        <a:p>
          <a:endParaRPr lang="ru-RU" sz="3500"/>
        </a:p>
      </dgm:t>
    </dgm:pt>
    <dgm:pt modelId="{F80D5A2F-9F9A-4E20-B2DE-CBE41F273A0C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Нормативно-</a:t>
          </a:r>
          <a:br>
            <a:rPr lang="ru-RU" sz="3500" dirty="0"/>
          </a:br>
          <a:r>
            <a:rPr lang="ru-RU" sz="3500" dirty="0"/>
            <a:t>правовая </a:t>
          </a:r>
          <a:br>
            <a:rPr lang="ru-RU" sz="3500" dirty="0"/>
          </a:br>
          <a:r>
            <a:rPr lang="ru-RU" sz="3500" dirty="0"/>
            <a:t>подсистема </a:t>
          </a:r>
        </a:p>
      </dgm:t>
    </dgm:pt>
    <dgm:pt modelId="{6C8402A0-863F-40A5-AA86-077B64A69EEF}" type="parTrans" cxnId="{41BC8C09-3B56-4268-A5AF-3D8C0B6EF32C}">
      <dgm:prSet/>
      <dgm:spPr/>
      <dgm:t>
        <a:bodyPr/>
        <a:lstStyle/>
        <a:p>
          <a:endParaRPr lang="ru-RU" sz="3500"/>
        </a:p>
      </dgm:t>
    </dgm:pt>
    <dgm:pt modelId="{003F0A51-A7FE-46B8-8097-E08C2A6AB61B}" type="sibTrans" cxnId="{41BC8C09-3B56-4268-A5AF-3D8C0B6EF32C}">
      <dgm:prSet/>
      <dgm:spPr/>
      <dgm:t>
        <a:bodyPr/>
        <a:lstStyle/>
        <a:p>
          <a:endParaRPr lang="ru-RU" sz="3500"/>
        </a:p>
      </dgm:t>
    </dgm:pt>
    <dgm:pt modelId="{6D854500-E91F-4B58-8A5B-8CFE6D44ACD8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Коммуникативная подсистема </a:t>
          </a:r>
        </a:p>
      </dgm:t>
    </dgm:pt>
    <dgm:pt modelId="{82C1B737-FE9B-4C6F-8237-370C8C79FCF4}" type="parTrans" cxnId="{23ABB55C-69F3-4BE9-ADAC-C074E025D327}">
      <dgm:prSet/>
      <dgm:spPr/>
      <dgm:t>
        <a:bodyPr/>
        <a:lstStyle/>
        <a:p>
          <a:endParaRPr lang="ru-RU" sz="3500"/>
        </a:p>
      </dgm:t>
    </dgm:pt>
    <dgm:pt modelId="{43E2BC17-4FA4-475C-B98E-48EDF6A04063}" type="sibTrans" cxnId="{23ABB55C-69F3-4BE9-ADAC-C074E025D327}">
      <dgm:prSet/>
      <dgm:spPr/>
      <dgm:t>
        <a:bodyPr/>
        <a:lstStyle/>
        <a:p>
          <a:endParaRPr lang="ru-RU" sz="3500"/>
        </a:p>
      </dgm:t>
    </dgm:pt>
    <dgm:pt modelId="{B2560AFA-76EC-40E9-B77A-FE952FEEC300}">
      <dgm:prSet custT="1"/>
      <dgm:spPr>
        <a:solidFill>
          <a:srgbClr val="002060"/>
        </a:solidFill>
      </dgm:spPr>
      <dgm:t>
        <a:bodyPr/>
        <a:lstStyle/>
        <a:p>
          <a:r>
            <a:rPr lang="ru-RU" sz="3500" dirty="0"/>
            <a:t>Профессионально-кадровая </a:t>
          </a:r>
          <a:br>
            <a:rPr lang="ru-RU" sz="3500" dirty="0"/>
          </a:br>
          <a:r>
            <a:rPr lang="ru-RU" sz="3500" dirty="0"/>
            <a:t>подсистема </a:t>
          </a:r>
        </a:p>
      </dgm:t>
    </dgm:pt>
    <dgm:pt modelId="{57424BCB-F7CC-40BE-B0EF-741CC24DF1A2}" type="parTrans" cxnId="{2581F584-36A1-4A48-A98E-8AE639AD8054}">
      <dgm:prSet/>
      <dgm:spPr/>
      <dgm:t>
        <a:bodyPr/>
        <a:lstStyle/>
        <a:p>
          <a:endParaRPr lang="ru-RU" sz="3500"/>
        </a:p>
      </dgm:t>
    </dgm:pt>
    <dgm:pt modelId="{B47B7819-464D-4DB2-B2FF-F5080CF43457}" type="sibTrans" cxnId="{2581F584-36A1-4A48-A98E-8AE639AD8054}">
      <dgm:prSet/>
      <dgm:spPr/>
      <dgm:t>
        <a:bodyPr/>
        <a:lstStyle/>
        <a:p>
          <a:endParaRPr lang="ru-RU" sz="3500"/>
        </a:p>
      </dgm:t>
    </dgm:pt>
    <dgm:pt modelId="{9E4F8081-53CC-4E1D-AF48-73C60D17A372}" type="pres">
      <dgm:prSet presAssocID="{F7A33575-B30B-428E-87A2-600C41B43657}" presName="diagram" presStyleCnt="0">
        <dgm:presLayoutVars>
          <dgm:dir/>
          <dgm:resizeHandles val="exact"/>
        </dgm:presLayoutVars>
      </dgm:prSet>
      <dgm:spPr/>
    </dgm:pt>
    <dgm:pt modelId="{BF5E04E6-0426-4B8B-BF65-41088F6FF25D}" type="pres">
      <dgm:prSet presAssocID="{257D77AF-3E43-47C4-BC5D-809CF0519762}" presName="node" presStyleLbl="node1" presStyleIdx="0" presStyleCnt="4" custScaleX="161051">
        <dgm:presLayoutVars>
          <dgm:bulletEnabled val="1"/>
        </dgm:presLayoutVars>
      </dgm:prSet>
      <dgm:spPr/>
    </dgm:pt>
    <dgm:pt modelId="{46742BF8-8A12-49AE-9C71-C5F4C6403F03}" type="pres">
      <dgm:prSet presAssocID="{BD887234-5EA5-4395-9283-DBE9872DAE07}" presName="sibTrans" presStyleCnt="0"/>
      <dgm:spPr/>
    </dgm:pt>
    <dgm:pt modelId="{5526CF03-D813-42C3-BD03-ABD5E0625817}" type="pres">
      <dgm:prSet presAssocID="{F80D5A2F-9F9A-4E20-B2DE-CBE41F273A0C}" presName="node" presStyleLbl="node1" presStyleIdx="1" presStyleCnt="4" custScaleX="161051">
        <dgm:presLayoutVars>
          <dgm:bulletEnabled val="1"/>
        </dgm:presLayoutVars>
      </dgm:prSet>
      <dgm:spPr/>
    </dgm:pt>
    <dgm:pt modelId="{4FBF30D3-D30B-4615-8F62-2847E8F7075B}" type="pres">
      <dgm:prSet presAssocID="{003F0A51-A7FE-46B8-8097-E08C2A6AB61B}" presName="sibTrans" presStyleCnt="0"/>
      <dgm:spPr/>
    </dgm:pt>
    <dgm:pt modelId="{BADF6949-EE43-4B49-88BB-2A74B0B35939}" type="pres">
      <dgm:prSet presAssocID="{6D854500-E91F-4B58-8A5B-8CFE6D44ACD8}" presName="node" presStyleLbl="node1" presStyleIdx="2" presStyleCnt="4" custScaleX="161051">
        <dgm:presLayoutVars>
          <dgm:bulletEnabled val="1"/>
        </dgm:presLayoutVars>
      </dgm:prSet>
      <dgm:spPr/>
    </dgm:pt>
    <dgm:pt modelId="{7794E779-A8D3-4E58-9D1D-79C649838BC3}" type="pres">
      <dgm:prSet presAssocID="{43E2BC17-4FA4-475C-B98E-48EDF6A04063}" presName="sibTrans" presStyleCnt="0"/>
      <dgm:spPr/>
    </dgm:pt>
    <dgm:pt modelId="{64DA7FCD-A077-4ACE-9B3D-B377DEE438B5}" type="pres">
      <dgm:prSet presAssocID="{B2560AFA-76EC-40E9-B77A-FE952FEEC300}" presName="node" presStyleLbl="node1" presStyleIdx="3" presStyleCnt="4" custScaleX="161051">
        <dgm:presLayoutVars>
          <dgm:bulletEnabled val="1"/>
        </dgm:presLayoutVars>
      </dgm:prSet>
      <dgm:spPr/>
    </dgm:pt>
  </dgm:ptLst>
  <dgm:cxnLst>
    <dgm:cxn modelId="{3703B907-346D-456A-81E0-225E2EE2459C}" type="presOf" srcId="{F80D5A2F-9F9A-4E20-B2DE-CBE41F273A0C}" destId="{5526CF03-D813-42C3-BD03-ABD5E0625817}" srcOrd="0" destOrd="0" presId="urn:microsoft.com/office/officeart/2005/8/layout/default"/>
    <dgm:cxn modelId="{41BC8C09-3B56-4268-A5AF-3D8C0B6EF32C}" srcId="{F7A33575-B30B-428E-87A2-600C41B43657}" destId="{F80D5A2F-9F9A-4E20-B2DE-CBE41F273A0C}" srcOrd="1" destOrd="0" parTransId="{6C8402A0-863F-40A5-AA86-077B64A69EEF}" sibTransId="{003F0A51-A7FE-46B8-8097-E08C2A6AB61B}"/>
    <dgm:cxn modelId="{E786351C-D022-4C07-9727-11C94FA046A9}" srcId="{F7A33575-B30B-428E-87A2-600C41B43657}" destId="{257D77AF-3E43-47C4-BC5D-809CF0519762}" srcOrd="0" destOrd="0" parTransId="{C3A737F3-4C3E-4A24-8853-95545B22964A}" sibTransId="{BD887234-5EA5-4395-9283-DBE9872DAE07}"/>
    <dgm:cxn modelId="{1780D336-A845-488B-BAC3-F0FFEB8F12EE}" type="presOf" srcId="{F7A33575-B30B-428E-87A2-600C41B43657}" destId="{9E4F8081-53CC-4E1D-AF48-73C60D17A372}" srcOrd="0" destOrd="0" presId="urn:microsoft.com/office/officeart/2005/8/layout/default"/>
    <dgm:cxn modelId="{23ABB55C-69F3-4BE9-ADAC-C074E025D327}" srcId="{F7A33575-B30B-428E-87A2-600C41B43657}" destId="{6D854500-E91F-4B58-8A5B-8CFE6D44ACD8}" srcOrd="2" destOrd="0" parTransId="{82C1B737-FE9B-4C6F-8237-370C8C79FCF4}" sibTransId="{43E2BC17-4FA4-475C-B98E-48EDF6A04063}"/>
    <dgm:cxn modelId="{8942A642-9D2D-4139-A1A3-2C452EC9BC3A}" type="presOf" srcId="{6D854500-E91F-4B58-8A5B-8CFE6D44ACD8}" destId="{BADF6949-EE43-4B49-88BB-2A74B0B35939}" srcOrd="0" destOrd="0" presId="urn:microsoft.com/office/officeart/2005/8/layout/default"/>
    <dgm:cxn modelId="{2581F584-36A1-4A48-A98E-8AE639AD8054}" srcId="{F7A33575-B30B-428E-87A2-600C41B43657}" destId="{B2560AFA-76EC-40E9-B77A-FE952FEEC300}" srcOrd="3" destOrd="0" parTransId="{57424BCB-F7CC-40BE-B0EF-741CC24DF1A2}" sibTransId="{B47B7819-464D-4DB2-B2FF-F5080CF43457}"/>
    <dgm:cxn modelId="{DCCDE28A-D1C9-495C-B617-3AC504E81AD2}" type="presOf" srcId="{257D77AF-3E43-47C4-BC5D-809CF0519762}" destId="{BF5E04E6-0426-4B8B-BF65-41088F6FF25D}" srcOrd="0" destOrd="0" presId="urn:microsoft.com/office/officeart/2005/8/layout/default"/>
    <dgm:cxn modelId="{4FC9E0C3-F05F-44DC-BA08-F7661BE84083}" type="presOf" srcId="{B2560AFA-76EC-40E9-B77A-FE952FEEC300}" destId="{64DA7FCD-A077-4ACE-9B3D-B377DEE438B5}" srcOrd="0" destOrd="0" presId="urn:microsoft.com/office/officeart/2005/8/layout/default"/>
    <dgm:cxn modelId="{8B5A1384-1F2C-411B-85BF-95B15966B6AB}" type="presParOf" srcId="{9E4F8081-53CC-4E1D-AF48-73C60D17A372}" destId="{BF5E04E6-0426-4B8B-BF65-41088F6FF25D}" srcOrd="0" destOrd="0" presId="urn:microsoft.com/office/officeart/2005/8/layout/default"/>
    <dgm:cxn modelId="{3565C030-3C2D-4DE1-BD85-B8F8C9168EEF}" type="presParOf" srcId="{9E4F8081-53CC-4E1D-AF48-73C60D17A372}" destId="{46742BF8-8A12-49AE-9C71-C5F4C6403F03}" srcOrd="1" destOrd="0" presId="urn:microsoft.com/office/officeart/2005/8/layout/default"/>
    <dgm:cxn modelId="{A3FFDD3E-4907-47DC-96F5-4F4C339C0D7F}" type="presParOf" srcId="{9E4F8081-53CC-4E1D-AF48-73C60D17A372}" destId="{5526CF03-D813-42C3-BD03-ABD5E0625817}" srcOrd="2" destOrd="0" presId="urn:microsoft.com/office/officeart/2005/8/layout/default"/>
    <dgm:cxn modelId="{31C1FE7A-34DD-41F0-BD19-398865ECD26C}" type="presParOf" srcId="{9E4F8081-53CC-4E1D-AF48-73C60D17A372}" destId="{4FBF30D3-D30B-4615-8F62-2847E8F7075B}" srcOrd="3" destOrd="0" presId="urn:microsoft.com/office/officeart/2005/8/layout/default"/>
    <dgm:cxn modelId="{CBF1DEB0-5F04-4818-8109-DD1E932E4E0D}" type="presParOf" srcId="{9E4F8081-53CC-4E1D-AF48-73C60D17A372}" destId="{BADF6949-EE43-4B49-88BB-2A74B0B35939}" srcOrd="4" destOrd="0" presId="urn:microsoft.com/office/officeart/2005/8/layout/default"/>
    <dgm:cxn modelId="{003497CE-2D7E-4B8A-9E5D-A5FA69F997C0}" type="presParOf" srcId="{9E4F8081-53CC-4E1D-AF48-73C60D17A372}" destId="{7794E779-A8D3-4E58-9D1D-79C649838BC3}" srcOrd="5" destOrd="0" presId="urn:microsoft.com/office/officeart/2005/8/layout/default"/>
    <dgm:cxn modelId="{072596EA-E4F5-41D7-BF52-2B9E8649D8FB}" type="presParOf" srcId="{9E4F8081-53CC-4E1D-AF48-73C60D17A372}" destId="{64DA7FCD-A077-4ACE-9B3D-B377DEE438B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7A33575-B30B-428E-87A2-600C41B43657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ru-RU"/>
        </a:p>
      </dgm:t>
    </dgm:pt>
    <dgm:pt modelId="{B2560AFA-76EC-40E9-B77A-FE952FEEC300}">
      <dgm:prSet/>
      <dgm:spPr>
        <a:solidFill>
          <a:srgbClr val="002060"/>
        </a:solidFill>
      </dgm:spPr>
      <dgm:t>
        <a:bodyPr/>
        <a:lstStyle/>
        <a:p>
          <a:r>
            <a:rPr lang="ru-RU" dirty="0"/>
            <a:t>Профессионально-кадровая подсистема </a:t>
          </a:r>
        </a:p>
      </dgm:t>
    </dgm:pt>
    <dgm:pt modelId="{57424BCB-F7CC-40BE-B0EF-741CC24DF1A2}" type="parTrans" cxnId="{2581F584-36A1-4A48-A98E-8AE639AD8054}">
      <dgm:prSet/>
      <dgm:spPr/>
      <dgm:t>
        <a:bodyPr/>
        <a:lstStyle/>
        <a:p>
          <a:endParaRPr lang="ru-RU"/>
        </a:p>
      </dgm:t>
    </dgm:pt>
    <dgm:pt modelId="{B47B7819-464D-4DB2-B2FF-F5080CF43457}" type="sibTrans" cxnId="{2581F584-36A1-4A48-A98E-8AE639AD8054}">
      <dgm:prSet/>
      <dgm:spPr/>
      <dgm:t>
        <a:bodyPr/>
        <a:lstStyle/>
        <a:p>
          <a:endParaRPr lang="ru-RU"/>
        </a:p>
      </dgm:t>
    </dgm:pt>
    <dgm:pt modelId="{9E4F8081-53CC-4E1D-AF48-73C60D17A372}" type="pres">
      <dgm:prSet presAssocID="{F7A33575-B30B-428E-87A2-600C41B43657}" presName="diagram" presStyleCnt="0">
        <dgm:presLayoutVars>
          <dgm:dir/>
          <dgm:resizeHandles val="exact"/>
        </dgm:presLayoutVars>
      </dgm:prSet>
      <dgm:spPr/>
    </dgm:pt>
    <dgm:pt modelId="{64DA7FCD-A077-4ACE-9B3D-B377DEE438B5}" type="pres">
      <dgm:prSet presAssocID="{B2560AFA-76EC-40E9-B77A-FE952FEEC300}" presName="node" presStyleLbl="node1" presStyleIdx="0" presStyleCnt="1" custScaleX="161051" custScaleY="417724">
        <dgm:presLayoutVars>
          <dgm:bulletEnabled val="1"/>
        </dgm:presLayoutVars>
      </dgm:prSet>
      <dgm:spPr/>
    </dgm:pt>
  </dgm:ptLst>
  <dgm:cxnLst>
    <dgm:cxn modelId="{1780D336-A845-488B-BAC3-F0FFEB8F12EE}" type="presOf" srcId="{F7A33575-B30B-428E-87A2-600C41B43657}" destId="{9E4F8081-53CC-4E1D-AF48-73C60D17A372}" srcOrd="0" destOrd="0" presId="urn:microsoft.com/office/officeart/2005/8/layout/default"/>
    <dgm:cxn modelId="{2581F584-36A1-4A48-A98E-8AE639AD8054}" srcId="{F7A33575-B30B-428E-87A2-600C41B43657}" destId="{B2560AFA-76EC-40E9-B77A-FE952FEEC300}" srcOrd="0" destOrd="0" parTransId="{57424BCB-F7CC-40BE-B0EF-741CC24DF1A2}" sibTransId="{B47B7819-464D-4DB2-B2FF-F5080CF43457}"/>
    <dgm:cxn modelId="{4FC9E0C3-F05F-44DC-BA08-F7661BE84083}" type="presOf" srcId="{B2560AFA-76EC-40E9-B77A-FE952FEEC300}" destId="{64DA7FCD-A077-4ACE-9B3D-B377DEE438B5}" srcOrd="0" destOrd="0" presId="urn:microsoft.com/office/officeart/2005/8/layout/default"/>
    <dgm:cxn modelId="{072596EA-E4F5-41D7-BF52-2B9E8649D8FB}" type="presParOf" srcId="{9E4F8081-53CC-4E1D-AF48-73C60D17A372}" destId="{64DA7FCD-A077-4ACE-9B3D-B377DEE438B5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88C98AA-21CB-4755-AEFF-2C00C7B692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BA992E-FB03-49C9-BC8A-145E4A9DC2C5}">
      <dgm:prSet/>
      <dgm:spPr>
        <a:solidFill>
          <a:srgbClr val="002060"/>
        </a:solidFill>
      </dgm:spPr>
      <dgm:t>
        <a:bodyPr/>
        <a:lstStyle/>
        <a:p>
          <a:r>
            <a:rPr lang="ru-RU" dirty="0"/>
            <a:t>Статья 3 Конституции РФ: </a:t>
          </a:r>
          <a:br>
            <a:rPr lang="ru-RU" dirty="0"/>
          </a:br>
          <a:r>
            <a:rPr lang="ru-RU" dirty="0"/>
            <a:t>Носителем суверенитета и единственным источником </a:t>
          </a:r>
          <a:r>
            <a:rPr lang="ru-RU" b="1" dirty="0"/>
            <a:t>власти</a:t>
          </a:r>
          <a:r>
            <a:rPr lang="ru-RU" dirty="0"/>
            <a:t> в Российской Федерации является ее </a:t>
          </a:r>
          <a:r>
            <a:rPr lang="ru-RU" b="1" dirty="0"/>
            <a:t>многонациональный народ</a:t>
          </a:r>
          <a:r>
            <a:rPr lang="ru-RU" dirty="0"/>
            <a:t>.</a:t>
          </a:r>
          <a:endParaRPr lang="en-US" dirty="0"/>
        </a:p>
      </dgm:t>
    </dgm:pt>
    <dgm:pt modelId="{000F2668-4222-4406-8D8F-F494A18D28C4}" type="parTrans" cxnId="{55EE7D99-CC0E-4B19-A1C2-0030353A8909}">
      <dgm:prSet/>
      <dgm:spPr/>
      <dgm:t>
        <a:bodyPr/>
        <a:lstStyle/>
        <a:p>
          <a:endParaRPr lang="en-US"/>
        </a:p>
      </dgm:t>
    </dgm:pt>
    <dgm:pt modelId="{221469BD-F875-48AD-AF5E-FFD33A4856AF}" type="sibTrans" cxnId="{55EE7D99-CC0E-4B19-A1C2-0030353A8909}">
      <dgm:prSet/>
      <dgm:spPr/>
      <dgm:t>
        <a:bodyPr/>
        <a:lstStyle/>
        <a:p>
          <a:endParaRPr lang="en-US"/>
        </a:p>
      </dgm:t>
    </dgm:pt>
    <dgm:pt modelId="{632E816B-FEE4-4615-9720-AC5A45CE1450}" type="pres">
      <dgm:prSet presAssocID="{488C98AA-21CB-4755-AEFF-2C00C7B69216}" presName="linear" presStyleCnt="0">
        <dgm:presLayoutVars>
          <dgm:animLvl val="lvl"/>
          <dgm:resizeHandles val="exact"/>
        </dgm:presLayoutVars>
      </dgm:prSet>
      <dgm:spPr/>
    </dgm:pt>
    <dgm:pt modelId="{EE4C5B17-EC97-4A12-9CFC-4FE035D42D23}" type="pres">
      <dgm:prSet presAssocID="{23BA992E-FB03-49C9-BC8A-145E4A9DC2C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738962C-B840-4EDA-A228-E800A0F94619}" type="presOf" srcId="{488C98AA-21CB-4755-AEFF-2C00C7B69216}" destId="{632E816B-FEE4-4615-9720-AC5A45CE1450}" srcOrd="0" destOrd="0" presId="urn:microsoft.com/office/officeart/2005/8/layout/vList2"/>
    <dgm:cxn modelId="{B880A34B-0337-4BAE-BA4A-04136BA25B15}" type="presOf" srcId="{23BA992E-FB03-49C9-BC8A-145E4A9DC2C5}" destId="{EE4C5B17-EC97-4A12-9CFC-4FE035D42D23}" srcOrd="0" destOrd="0" presId="urn:microsoft.com/office/officeart/2005/8/layout/vList2"/>
    <dgm:cxn modelId="{55EE7D99-CC0E-4B19-A1C2-0030353A8909}" srcId="{488C98AA-21CB-4755-AEFF-2C00C7B69216}" destId="{23BA992E-FB03-49C9-BC8A-145E4A9DC2C5}" srcOrd="0" destOrd="0" parTransId="{000F2668-4222-4406-8D8F-F494A18D28C4}" sibTransId="{221469BD-F875-48AD-AF5E-FFD33A4856AF}"/>
    <dgm:cxn modelId="{5DF4ADFE-2C66-40CB-8D12-568C6EFFF83A}" type="presParOf" srcId="{632E816B-FEE4-4615-9720-AC5A45CE1450}" destId="{EE4C5B17-EC97-4A12-9CFC-4FE035D42D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EDB6650-3E3D-4F45-A39C-16CF84EF0A7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67CE15A-38D7-4FA8-9AEB-0E08EDD24789}">
      <dgm:prSet/>
      <dgm:spPr/>
      <dgm:t>
        <a:bodyPr/>
        <a:lstStyle/>
        <a:p>
          <a:r>
            <a:rPr lang="ru-RU" dirty="0"/>
            <a:t>Классическая (линейная)</a:t>
          </a:r>
        </a:p>
      </dgm:t>
    </dgm:pt>
    <dgm:pt modelId="{CA185094-C098-4F17-A48C-799DAD13ABDB}" type="parTrans" cxnId="{C77FB118-96ED-45E0-A1AF-13DF8D362D24}">
      <dgm:prSet/>
      <dgm:spPr/>
      <dgm:t>
        <a:bodyPr/>
        <a:lstStyle/>
        <a:p>
          <a:endParaRPr lang="ru-RU"/>
        </a:p>
      </dgm:t>
    </dgm:pt>
    <dgm:pt modelId="{ACDB5E39-6A89-4CBC-B23D-54B92AB49FED}" type="sibTrans" cxnId="{C77FB118-96ED-45E0-A1AF-13DF8D362D24}">
      <dgm:prSet/>
      <dgm:spPr/>
      <dgm:t>
        <a:bodyPr/>
        <a:lstStyle/>
        <a:p>
          <a:endParaRPr lang="ru-RU"/>
        </a:p>
      </dgm:t>
    </dgm:pt>
    <dgm:pt modelId="{86818C0A-F6EE-4D37-8BC8-28219EA0FB39}">
      <dgm:prSet/>
      <dgm:spPr/>
      <dgm:t>
        <a:bodyPr/>
        <a:lstStyle/>
        <a:p>
          <a:r>
            <a:rPr lang="ru-RU"/>
            <a:t>Государственного менеджеризма</a:t>
          </a:r>
        </a:p>
      </dgm:t>
    </dgm:pt>
    <dgm:pt modelId="{0BF9D3C2-7D92-45DB-9846-4A7E5AF9AD57}" type="parTrans" cxnId="{B208FF8C-7C8B-42E5-B809-FA7AEC3D1167}">
      <dgm:prSet/>
      <dgm:spPr/>
      <dgm:t>
        <a:bodyPr/>
        <a:lstStyle/>
        <a:p>
          <a:endParaRPr lang="ru-RU"/>
        </a:p>
      </dgm:t>
    </dgm:pt>
    <dgm:pt modelId="{F8AD8072-149A-4366-B418-15B1DBC07310}" type="sibTrans" cxnId="{B208FF8C-7C8B-42E5-B809-FA7AEC3D1167}">
      <dgm:prSet/>
      <dgm:spPr/>
      <dgm:t>
        <a:bodyPr/>
        <a:lstStyle/>
        <a:p>
          <a:endParaRPr lang="ru-RU"/>
        </a:p>
      </dgm:t>
    </dgm:pt>
    <dgm:pt modelId="{300341C7-FF56-40EF-800B-3E2CBA14E47D}" type="pres">
      <dgm:prSet presAssocID="{2EDB6650-3E3D-4F45-A39C-16CF84EF0A79}" presName="diagram" presStyleCnt="0">
        <dgm:presLayoutVars>
          <dgm:dir/>
          <dgm:resizeHandles val="exact"/>
        </dgm:presLayoutVars>
      </dgm:prSet>
      <dgm:spPr/>
    </dgm:pt>
    <dgm:pt modelId="{797BC722-9D45-44D4-AD53-25B18FFEB811}" type="pres">
      <dgm:prSet presAssocID="{167CE15A-38D7-4FA8-9AEB-0E08EDD24789}" presName="node" presStyleLbl="node1" presStyleIdx="0" presStyleCnt="2" custScaleX="259374" custScaleY="52296">
        <dgm:presLayoutVars>
          <dgm:bulletEnabled val="1"/>
        </dgm:presLayoutVars>
      </dgm:prSet>
      <dgm:spPr/>
    </dgm:pt>
    <dgm:pt modelId="{C668307D-A664-4684-809A-57D68B727C66}" type="pres">
      <dgm:prSet presAssocID="{ACDB5E39-6A89-4CBC-B23D-54B92AB49FED}" presName="sibTrans" presStyleCnt="0"/>
      <dgm:spPr/>
    </dgm:pt>
    <dgm:pt modelId="{F81D2DBA-4E76-42F6-8864-9ECAEBE4FCDA}" type="pres">
      <dgm:prSet presAssocID="{86818C0A-F6EE-4D37-8BC8-28219EA0FB39}" presName="node" presStyleLbl="node1" presStyleIdx="1" presStyleCnt="2" custScaleX="259374" custScaleY="52296">
        <dgm:presLayoutVars>
          <dgm:bulletEnabled val="1"/>
        </dgm:presLayoutVars>
      </dgm:prSet>
      <dgm:spPr/>
    </dgm:pt>
  </dgm:ptLst>
  <dgm:cxnLst>
    <dgm:cxn modelId="{C77FB118-96ED-45E0-A1AF-13DF8D362D24}" srcId="{2EDB6650-3E3D-4F45-A39C-16CF84EF0A79}" destId="{167CE15A-38D7-4FA8-9AEB-0E08EDD24789}" srcOrd="0" destOrd="0" parTransId="{CA185094-C098-4F17-A48C-799DAD13ABDB}" sibTransId="{ACDB5E39-6A89-4CBC-B23D-54B92AB49FED}"/>
    <dgm:cxn modelId="{0063A620-909A-434A-B9BA-4602B8DC6251}" type="presOf" srcId="{2EDB6650-3E3D-4F45-A39C-16CF84EF0A79}" destId="{300341C7-FF56-40EF-800B-3E2CBA14E47D}" srcOrd="0" destOrd="0" presId="urn:microsoft.com/office/officeart/2005/8/layout/default"/>
    <dgm:cxn modelId="{4217D654-D0E7-407E-9FC3-4FB7C6F0E28F}" type="presOf" srcId="{167CE15A-38D7-4FA8-9AEB-0E08EDD24789}" destId="{797BC722-9D45-44D4-AD53-25B18FFEB811}" srcOrd="0" destOrd="0" presId="urn:microsoft.com/office/officeart/2005/8/layout/default"/>
    <dgm:cxn modelId="{B208FF8C-7C8B-42E5-B809-FA7AEC3D1167}" srcId="{2EDB6650-3E3D-4F45-A39C-16CF84EF0A79}" destId="{86818C0A-F6EE-4D37-8BC8-28219EA0FB39}" srcOrd="1" destOrd="0" parTransId="{0BF9D3C2-7D92-45DB-9846-4A7E5AF9AD57}" sibTransId="{F8AD8072-149A-4366-B418-15B1DBC07310}"/>
    <dgm:cxn modelId="{B5687990-684F-4BB0-83F2-28A9A4337829}" type="presOf" srcId="{86818C0A-F6EE-4D37-8BC8-28219EA0FB39}" destId="{F81D2DBA-4E76-42F6-8864-9ECAEBE4FCDA}" srcOrd="0" destOrd="0" presId="urn:microsoft.com/office/officeart/2005/8/layout/default"/>
    <dgm:cxn modelId="{177BA476-3CCC-40AB-B039-874A8BBBF92C}" type="presParOf" srcId="{300341C7-FF56-40EF-800B-3E2CBA14E47D}" destId="{797BC722-9D45-44D4-AD53-25B18FFEB811}" srcOrd="0" destOrd="0" presId="urn:microsoft.com/office/officeart/2005/8/layout/default"/>
    <dgm:cxn modelId="{1990861E-79B9-41D5-B919-BD0B872546E2}" type="presParOf" srcId="{300341C7-FF56-40EF-800B-3E2CBA14E47D}" destId="{C668307D-A664-4684-809A-57D68B727C66}" srcOrd="1" destOrd="0" presId="urn:microsoft.com/office/officeart/2005/8/layout/default"/>
    <dgm:cxn modelId="{738FD612-013B-4001-8257-880041B99AEA}" type="presParOf" srcId="{300341C7-FF56-40EF-800B-3E2CBA14E47D}" destId="{F81D2DBA-4E76-42F6-8864-9ECAEBE4FCD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Законодательная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Исполнительная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Судебная</a:t>
          </a:r>
          <a:endParaRPr lang="en-US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55601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88C98AA-21CB-4755-AEFF-2C00C7B692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BA992E-FB03-49C9-BC8A-145E4A9DC2C5}">
      <dgm:prSet/>
      <dgm:spPr>
        <a:solidFill>
          <a:srgbClr val="002060"/>
        </a:solidFill>
      </dgm:spPr>
      <dgm:t>
        <a:bodyPr/>
        <a:lstStyle/>
        <a:p>
          <a:r>
            <a:rPr lang="ru-RU" dirty="0">
              <a:latin typeface="+mj-lt"/>
            </a:rPr>
            <a:t>Статья 10 Конституции РФ: </a:t>
          </a:r>
          <a:endParaRPr lang="en-US" dirty="0"/>
        </a:p>
      </dgm:t>
    </dgm:pt>
    <dgm:pt modelId="{000F2668-4222-4406-8D8F-F494A18D28C4}" type="parTrans" cxnId="{55EE7D99-CC0E-4B19-A1C2-0030353A8909}">
      <dgm:prSet/>
      <dgm:spPr/>
      <dgm:t>
        <a:bodyPr/>
        <a:lstStyle/>
        <a:p>
          <a:endParaRPr lang="en-US"/>
        </a:p>
      </dgm:t>
    </dgm:pt>
    <dgm:pt modelId="{221469BD-F875-48AD-AF5E-FFD33A4856AF}" type="sibTrans" cxnId="{55EE7D99-CC0E-4B19-A1C2-0030353A8909}">
      <dgm:prSet/>
      <dgm:spPr/>
      <dgm:t>
        <a:bodyPr/>
        <a:lstStyle/>
        <a:p>
          <a:endParaRPr lang="en-US"/>
        </a:p>
      </dgm:t>
    </dgm:pt>
    <dgm:pt modelId="{632E816B-FEE4-4615-9720-AC5A45CE1450}" type="pres">
      <dgm:prSet presAssocID="{488C98AA-21CB-4755-AEFF-2C00C7B69216}" presName="linear" presStyleCnt="0">
        <dgm:presLayoutVars>
          <dgm:animLvl val="lvl"/>
          <dgm:resizeHandles val="exact"/>
        </dgm:presLayoutVars>
      </dgm:prSet>
      <dgm:spPr/>
    </dgm:pt>
    <dgm:pt modelId="{EE4C5B17-EC97-4A12-9CFC-4FE035D42D23}" type="pres">
      <dgm:prSet presAssocID="{23BA992E-FB03-49C9-BC8A-145E4A9DC2C5}" presName="parentText" presStyleLbl="node1" presStyleIdx="0" presStyleCnt="1" custScaleY="52611">
        <dgm:presLayoutVars>
          <dgm:chMax val="0"/>
          <dgm:bulletEnabled val="1"/>
        </dgm:presLayoutVars>
      </dgm:prSet>
      <dgm:spPr/>
    </dgm:pt>
  </dgm:ptLst>
  <dgm:cxnLst>
    <dgm:cxn modelId="{F738962C-B840-4EDA-A228-E800A0F94619}" type="presOf" srcId="{488C98AA-21CB-4755-AEFF-2C00C7B69216}" destId="{632E816B-FEE4-4615-9720-AC5A45CE1450}" srcOrd="0" destOrd="0" presId="urn:microsoft.com/office/officeart/2005/8/layout/vList2"/>
    <dgm:cxn modelId="{B880A34B-0337-4BAE-BA4A-04136BA25B15}" type="presOf" srcId="{23BA992E-FB03-49C9-BC8A-145E4A9DC2C5}" destId="{EE4C5B17-EC97-4A12-9CFC-4FE035D42D23}" srcOrd="0" destOrd="0" presId="urn:microsoft.com/office/officeart/2005/8/layout/vList2"/>
    <dgm:cxn modelId="{55EE7D99-CC0E-4B19-A1C2-0030353A8909}" srcId="{488C98AA-21CB-4755-AEFF-2C00C7B69216}" destId="{23BA992E-FB03-49C9-BC8A-145E4A9DC2C5}" srcOrd="0" destOrd="0" parTransId="{000F2668-4222-4406-8D8F-F494A18D28C4}" sibTransId="{221469BD-F875-48AD-AF5E-FFD33A4856AF}"/>
    <dgm:cxn modelId="{5DF4ADFE-2C66-40CB-8D12-568C6EFFF83A}" type="presParOf" srcId="{632E816B-FEE4-4615-9720-AC5A45CE1450}" destId="{EE4C5B17-EC97-4A12-9CFC-4FE035D42D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0C0B6E8-9240-4551-9FF4-C5D43FB85C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D0BB72A-B0F2-46D3-AF40-B8309E25BE4A}">
      <dgm:prSet/>
      <dgm:spPr>
        <a:solidFill>
          <a:srgbClr val="002060"/>
        </a:solidFill>
        <a:ln>
          <a:solidFill>
            <a:srgbClr val="002060"/>
          </a:solidFill>
        </a:ln>
      </dgm:spPr>
      <dgm:t>
        <a:bodyPr/>
        <a:lstStyle/>
        <a:p>
          <a:pPr algn="ctr"/>
          <a:r>
            <a:rPr lang="ru-RU" b="1" dirty="0"/>
            <a:t>Федеральные органы управления </a:t>
          </a:r>
          <a:br>
            <a:rPr lang="ru-RU" b="1" dirty="0"/>
          </a:br>
          <a:r>
            <a:rPr lang="ru-RU" dirty="0"/>
            <a:t>(Российская Федерация)</a:t>
          </a:r>
        </a:p>
      </dgm:t>
    </dgm:pt>
    <dgm:pt modelId="{A7335252-AEDE-4ACB-8430-D95382CB42CE}" type="parTrans" cxnId="{9BDCA0B0-2948-428F-89C0-E102D5DCD52F}">
      <dgm:prSet/>
      <dgm:spPr/>
      <dgm:t>
        <a:bodyPr/>
        <a:lstStyle/>
        <a:p>
          <a:endParaRPr lang="ru-RU"/>
        </a:p>
      </dgm:t>
    </dgm:pt>
    <dgm:pt modelId="{65636C13-922B-41E0-8FA4-518EE73FDEE5}" type="sibTrans" cxnId="{9BDCA0B0-2948-428F-89C0-E102D5DCD52F}">
      <dgm:prSet/>
      <dgm:spPr/>
      <dgm:t>
        <a:bodyPr/>
        <a:lstStyle/>
        <a:p>
          <a:endParaRPr lang="ru-RU"/>
        </a:p>
      </dgm:t>
    </dgm:pt>
    <dgm:pt modelId="{54E9A220-89C4-4943-B3D5-3719353E9723}">
      <dgm:prSet/>
      <dgm:spPr>
        <a:solidFill>
          <a:srgbClr val="002060"/>
        </a:solidFill>
      </dgm:spPr>
      <dgm:t>
        <a:bodyPr/>
        <a:lstStyle/>
        <a:p>
          <a:pPr algn="ctr"/>
          <a:r>
            <a:rPr lang="ru-RU" b="1" dirty="0"/>
            <a:t>Региональные</a:t>
          </a:r>
          <a:r>
            <a:rPr lang="ru-RU" dirty="0"/>
            <a:t> </a:t>
          </a:r>
          <a:r>
            <a:rPr lang="ru-RU" b="1" dirty="0"/>
            <a:t>органы управления </a:t>
          </a:r>
          <a:br>
            <a:rPr lang="ru-RU" dirty="0"/>
          </a:br>
          <a:r>
            <a:rPr lang="ru-RU" dirty="0"/>
            <a:t>(Субъекты Российской Федерации)</a:t>
          </a:r>
        </a:p>
      </dgm:t>
    </dgm:pt>
    <dgm:pt modelId="{48D2BB2B-00DD-4AC1-87F7-F650BF81728B}" type="parTrans" cxnId="{3B87FAE2-9A4C-40E0-9C87-51580735D710}">
      <dgm:prSet/>
      <dgm:spPr/>
      <dgm:t>
        <a:bodyPr/>
        <a:lstStyle/>
        <a:p>
          <a:endParaRPr lang="ru-RU"/>
        </a:p>
      </dgm:t>
    </dgm:pt>
    <dgm:pt modelId="{557B3F25-FBB8-46FE-8BA4-387284F3D482}" type="sibTrans" cxnId="{3B87FAE2-9A4C-40E0-9C87-51580735D710}">
      <dgm:prSet/>
      <dgm:spPr/>
      <dgm:t>
        <a:bodyPr/>
        <a:lstStyle/>
        <a:p>
          <a:endParaRPr lang="ru-RU"/>
        </a:p>
      </dgm:t>
    </dgm:pt>
    <dgm:pt modelId="{014DEBD9-A403-400B-BC0B-49295B929C7F}" type="pres">
      <dgm:prSet presAssocID="{C0C0B6E8-9240-4551-9FF4-C5D43FB85C7C}" presName="linear" presStyleCnt="0">
        <dgm:presLayoutVars>
          <dgm:animLvl val="lvl"/>
          <dgm:resizeHandles val="exact"/>
        </dgm:presLayoutVars>
      </dgm:prSet>
      <dgm:spPr/>
    </dgm:pt>
    <dgm:pt modelId="{896807BA-B970-443A-9E39-A588BEA5D3BB}" type="pres">
      <dgm:prSet presAssocID="{2D0BB72A-B0F2-46D3-AF40-B8309E25BE4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95B5CD-EF72-4CE0-B756-6FA4097E5A1D}" type="pres">
      <dgm:prSet presAssocID="{65636C13-922B-41E0-8FA4-518EE73FDEE5}" presName="spacer" presStyleCnt="0"/>
      <dgm:spPr/>
    </dgm:pt>
    <dgm:pt modelId="{BE68BE58-EE77-4F80-AC9D-0554A80F786A}" type="pres">
      <dgm:prSet presAssocID="{54E9A220-89C4-4943-B3D5-3719353E972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8B99F3C-33C2-4CA9-B648-8B1E0A4937AA}" type="presOf" srcId="{54E9A220-89C4-4943-B3D5-3719353E9723}" destId="{BE68BE58-EE77-4F80-AC9D-0554A80F786A}" srcOrd="0" destOrd="0" presId="urn:microsoft.com/office/officeart/2005/8/layout/vList2"/>
    <dgm:cxn modelId="{D9ADF58B-9170-4A23-9988-ED039B3FF306}" type="presOf" srcId="{C0C0B6E8-9240-4551-9FF4-C5D43FB85C7C}" destId="{014DEBD9-A403-400B-BC0B-49295B929C7F}" srcOrd="0" destOrd="0" presId="urn:microsoft.com/office/officeart/2005/8/layout/vList2"/>
    <dgm:cxn modelId="{9418B99E-23E8-4A98-BCAA-85ADA94E8A45}" type="presOf" srcId="{2D0BB72A-B0F2-46D3-AF40-B8309E25BE4A}" destId="{896807BA-B970-443A-9E39-A588BEA5D3BB}" srcOrd="0" destOrd="0" presId="urn:microsoft.com/office/officeart/2005/8/layout/vList2"/>
    <dgm:cxn modelId="{9BDCA0B0-2948-428F-89C0-E102D5DCD52F}" srcId="{C0C0B6E8-9240-4551-9FF4-C5D43FB85C7C}" destId="{2D0BB72A-B0F2-46D3-AF40-B8309E25BE4A}" srcOrd="0" destOrd="0" parTransId="{A7335252-AEDE-4ACB-8430-D95382CB42CE}" sibTransId="{65636C13-922B-41E0-8FA4-518EE73FDEE5}"/>
    <dgm:cxn modelId="{3B87FAE2-9A4C-40E0-9C87-51580735D710}" srcId="{C0C0B6E8-9240-4551-9FF4-C5D43FB85C7C}" destId="{54E9A220-89C4-4943-B3D5-3719353E9723}" srcOrd="1" destOrd="0" parTransId="{48D2BB2B-00DD-4AC1-87F7-F650BF81728B}" sibTransId="{557B3F25-FBB8-46FE-8BA4-387284F3D482}"/>
    <dgm:cxn modelId="{A9C5C853-EC66-4D9E-BDAE-70EA09622856}" type="presParOf" srcId="{014DEBD9-A403-400B-BC0B-49295B929C7F}" destId="{896807BA-B970-443A-9E39-A588BEA5D3BB}" srcOrd="0" destOrd="0" presId="urn:microsoft.com/office/officeart/2005/8/layout/vList2"/>
    <dgm:cxn modelId="{B3C1A97E-2E23-4F92-98B2-840F5D830A86}" type="presParOf" srcId="{014DEBD9-A403-400B-BC0B-49295B929C7F}" destId="{4295B5CD-EF72-4CE0-B756-6FA4097E5A1D}" srcOrd="1" destOrd="0" presId="urn:microsoft.com/office/officeart/2005/8/layout/vList2"/>
    <dgm:cxn modelId="{8F3927A4-4042-4EF1-A031-83991A4B955E}" type="presParOf" srcId="{014DEBD9-A403-400B-BC0B-49295B929C7F}" destId="{BE68BE58-EE77-4F80-AC9D-0554A80F786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0C0B6E8-9240-4551-9FF4-C5D43FB85C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D0BB72A-B0F2-46D3-AF40-B8309E25BE4A}">
      <dgm:prSet custT="1"/>
      <dgm:spPr>
        <a:solidFill>
          <a:schemeClr val="accent3">
            <a:lumMod val="75000"/>
          </a:schemeClr>
        </a:solidFill>
        <a:ln>
          <a:solidFill>
            <a:srgbClr val="002060"/>
          </a:solidFill>
        </a:ln>
      </dgm:spPr>
      <dgm:t>
        <a:bodyPr/>
        <a:lstStyle/>
        <a:p>
          <a:pPr algn="ctr"/>
          <a:r>
            <a:rPr lang="ru-RU" sz="2300" b="1" dirty="0"/>
            <a:t>Органы местного самоуправления </a:t>
          </a:r>
          <a:br>
            <a:rPr lang="ru-RU" sz="2300" b="1" dirty="0"/>
          </a:br>
          <a:r>
            <a:rPr lang="ru-RU" sz="2300" dirty="0"/>
            <a:t>(Муниципальные образования субъектов Российской Федерации)</a:t>
          </a:r>
        </a:p>
      </dgm:t>
    </dgm:pt>
    <dgm:pt modelId="{A7335252-AEDE-4ACB-8430-D95382CB42CE}" type="parTrans" cxnId="{9BDCA0B0-2948-428F-89C0-E102D5DCD52F}">
      <dgm:prSet/>
      <dgm:spPr/>
      <dgm:t>
        <a:bodyPr/>
        <a:lstStyle/>
        <a:p>
          <a:endParaRPr lang="ru-RU"/>
        </a:p>
      </dgm:t>
    </dgm:pt>
    <dgm:pt modelId="{65636C13-922B-41E0-8FA4-518EE73FDEE5}" type="sibTrans" cxnId="{9BDCA0B0-2948-428F-89C0-E102D5DCD52F}">
      <dgm:prSet/>
      <dgm:spPr/>
      <dgm:t>
        <a:bodyPr/>
        <a:lstStyle/>
        <a:p>
          <a:endParaRPr lang="ru-RU"/>
        </a:p>
      </dgm:t>
    </dgm:pt>
    <dgm:pt modelId="{014DEBD9-A403-400B-BC0B-49295B929C7F}" type="pres">
      <dgm:prSet presAssocID="{C0C0B6E8-9240-4551-9FF4-C5D43FB85C7C}" presName="linear" presStyleCnt="0">
        <dgm:presLayoutVars>
          <dgm:animLvl val="lvl"/>
          <dgm:resizeHandles val="exact"/>
        </dgm:presLayoutVars>
      </dgm:prSet>
      <dgm:spPr/>
    </dgm:pt>
    <dgm:pt modelId="{896807BA-B970-443A-9E39-A588BEA5D3BB}" type="pres">
      <dgm:prSet presAssocID="{2D0BB72A-B0F2-46D3-AF40-B8309E25BE4A}" presName="parentText" presStyleLbl="node1" presStyleIdx="0" presStyleCnt="1" custScaleY="90929">
        <dgm:presLayoutVars>
          <dgm:chMax val="0"/>
          <dgm:bulletEnabled val="1"/>
        </dgm:presLayoutVars>
      </dgm:prSet>
      <dgm:spPr/>
    </dgm:pt>
  </dgm:ptLst>
  <dgm:cxnLst>
    <dgm:cxn modelId="{D9ADF58B-9170-4A23-9988-ED039B3FF306}" type="presOf" srcId="{C0C0B6E8-9240-4551-9FF4-C5D43FB85C7C}" destId="{014DEBD9-A403-400B-BC0B-49295B929C7F}" srcOrd="0" destOrd="0" presId="urn:microsoft.com/office/officeart/2005/8/layout/vList2"/>
    <dgm:cxn modelId="{9418B99E-23E8-4A98-BCAA-85ADA94E8A45}" type="presOf" srcId="{2D0BB72A-B0F2-46D3-AF40-B8309E25BE4A}" destId="{896807BA-B970-443A-9E39-A588BEA5D3BB}" srcOrd="0" destOrd="0" presId="urn:microsoft.com/office/officeart/2005/8/layout/vList2"/>
    <dgm:cxn modelId="{9BDCA0B0-2948-428F-89C0-E102D5DCD52F}" srcId="{C0C0B6E8-9240-4551-9FF4-C5D43FB85C7C}" destId="{2D0BB72A-B0F2-46D3-AF40-B8309E25BE4A}" srcOrd="0" destOrd="0" parTransId="{A7335252-AEDE-4ACB-8430-D95382CB42CE}" sibTransId="{65636C13-922B-41E0-8FA4-518EE73FDEE5}"/>
    <dgm:cxn modelId="{A9C5C853-EC66-4D9E-BDAE-70EA09622856}" type="presParOf" srcId="{014DEBD9-A403-400B-BC0B-49295B929C7F}" destId="{896807BA-B970-443A-9E39-A588BEA5D3B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E62C488B-A331-4239-A536-849DFE89A51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23557232-1C64-494A-8278-529545850020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ru-RU" b="0" dirty="0"/>
            <a:t>1. Местное самоуправление в Российской Федерации обеспечивает </a:t>
          </a:r>
          <a:r>
            <a:rPr lang="ru-RU" b="1" dirty="0"/>
            <a:t>самостоятельное решение населением вопросов местного значения</a:t>
          </a:r>
          <a:r>
            <a:rPr lang="ru-RU" b="0" dirty="0"/>
            <a:t>, владение, пользование и распоряжение муниципальной собственностью.</a:t>
          </a:r>
        </a:p>
      </dgm:t>
    </dgm:pt>
    <dgm:pt modelId="{7AC3E0CD-F51F-46FE-8DDF-FB091486D31A}" type="parTrans" cxnId="{9743CB1F-672A-42FB-B6A2-45DA57E9068B}">
      <dgm:prSet/>
      <dgm:spPr/>
      <dgm:t>
        <a:bodyPr/>
        <a:lstStyle/>
        <a:p>
          <a:endParaRPr lang="ru-RU"/>
        </a:p>
      </dgm:t>
    </dgm:pt>
    <dgm:pt modelId="{5856360B-2302-454D-8FB2-D18592128549}" type="sibTrans" cxnId="{9743CB1F-672A-42FB-B6A2-45DA57E9068B}">
      <dgm:prSet/>
      <dgm:spPr/>
      <dgm:t>
        <a:bodyPr/>
        <a:lstStyle/>
        <a:p>
          <a:endParaRPr lang="ru-RU"/>
        </a:p>
      </dgm:t>
    </dgm:pt>
    <dgm:pt modelId="{753EE77A-0E90-4681-BF3A-B32D074EA5F9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ru-RU" b="0" dirty="0"/>
            <a:t>2. Местное самоуправление </a:t>
          </a:r>
          <a:r>
            <a:rPr lang="ru-RU" b="1" dirty="0"/>
            <a:t>осуществляется гражданами </a:t>
          </a:r>
          <a:r>
            <a:rPr lang="ru-RU" b="0" dirty="0"/>
            <a:t>путем референдума, выборов, других форм прямого волеизъявления, через выборные и другие </a:t>
          </a:r>
          <a:r>
            <a:rPr lang="ru-RU" b="1" dirty="0"/>
            <a:t>органы местного самоуправления</a:t>
          </a:r>
          <a:r>
            <a:rPr lang="ru-RU" b="0" dirty="0"/>
            <a:t>.</a:t>
          </a:r>
        </a:p>
      </dgm:t>
    </dgm:pt>
    <dgm:pt modelId="{20AE249A-CED9-4333-9CD0-6C09CAF7BE2E}" type="parTrans" cxnId="{14EDE085-3A18-48FE-881F-1E92C646D824}">
      <dgm:prSet/>
      <dgm:spPr/>
      <dgm:t>
        <a:bodyPr/>
        <a:lstStyle/>
        <a:p>
          <a:endParaRPr lang="ru-RU"/>
        </a:p>
      </dgm:t>
    </dgm:pt>
    <dgm:pt modelId="{648D870B-3242-44D8-ABBA-7E21E7B27825}" type="sibTrans" cxnId="{14EDE085-3A18-48FE-881F-1E92C646D824}">
      <dgm:prSet/>
      <dgm:spPr/>
      <dgm:t>
        <a:bodyPr/>
        <a:lstStyle/>
        <a:p>
          <a:endParaRPr lang="ru-RU"/>
        </a:p>
      </dgm:t>
    </dgm:pt>
    <dgm:pt modelId="{8ADEB367-19CF-43AC-B6F1-8284EE6DE2CA}" type="pres">
      <dgm:prSet presAssocID="{E62C488B-A331-4239-A536-849DFE89A512}" presName="linear" presStyleCnt="0">
        <dgm:presLayoutVars>
          <dgm:animLvl val="lvl"/>
          <dgm:resizeHandles val="exact"/>
        </dgm:presLayoutVars>
      </dgm:prSet>
      <dgm:spPr/>
    </dgm:pt>
    <dgm:pt modelId="{973D4E7C-8F52-45C5-B117-10FB9D0E7549}" type="pres">
      <dgm:prSet presAssocID="{23557232-1C64-494A-8278-52954585002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770F890-6875-4FA2-A5CE-9B04DF1F257F}" type="pres">
      <dgm:prSet presAssocID="{5856360B-2302-454D-8FB2-D18592128549}" presName="spacer" presStyleCnt="0"/>
      <dgm:spPr/>
    </dgm:pt>
    <dgm:pt modelId="{014E81AC-D8F8-4297-BF86-E294D90E95AE}" type="pres">
      <dgm:prSet presAssocID="{753EE77A-0E90-4681-BF3A-B32D074EA5F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743CB1F-672A-42FB-B6A2-45DA57E9068B}" srcId="{E62C488B-A331-4239-A536-849DFE89A512}" destId="{23557232-1C64-494A-8278-529545850020}" srcOrd="0" destOrd="0" parTransId="{7AC3E0CD-F51F-46FE-8DDF-FB091486D31A}" sibTransId="{5856360B-2302-454D-8FB2-D18592128549}"/>
    <dgm:cxn modelId="{DDB48E26-354D-49C7-A608-978994D216C1}" type="presOf" srcId="{E62C488B-A331-4239-A536-849DFE89A512}" destId="{8ADEB367-19CF-43AC-B6F1-8284EE6DE2CA}" srcOrd="0" destOrd="0" presId="urn:microsoft.com/office/officeart/2005/8/layout/vList2"/>
    <dgm:cxn modelId="{54413C6D-33F8-4C0F-A18F-4A5C5A12BB90}" type="presOf" srcId="{23557232-1C64-494A-8278-529545850020}" destId="{973D4E7C-8F52-45C5-B117-10FB9D0E7549}" srcOrd="0" destOrd="0" presId="urn:microsoft.com/office/officeart/2005/8/layout/vList2"/>
    <dgm:cxn modelId="{14EDE085-3A18-48FE-881F-1E92C646D824}" srcId="{E62C488B-A331-4239-A536-849DFE89A512}" destId="{753EE77A-0E90-4681-BF3A-B32D074EA5F9}" srcOrd="1" destOrd="0" parTransId="{20AE249A-CED9-4333-9CD0-6C09CAF7BE2E}" sibTransId="{648D870B-3242-44D8-ABBA-7E21E7B27825}"/>
    <dgm:cxn modelId="{59BC3AFB-20AE-4907-87BE-49652B322412}" type="presOf" srcId="{753EE77A-0E90-4681-BF3A-B32D074EA5F9}" destId="{014E81AC-D8F8-4297-BF86-E294D90E95AE}" srcOrd="0" destOrd="0" presId="urn:microsoft.com/office/officeart/2005/8/layout/vList2"/>
    <dgm:cxn modelId="{49292154-924F-409B-A0AD-AF2C893EF128}" type="presParOf" srcId="{8ADEB367-19CF-43AC-B6F1-8284EE6DE2CA}" destId="{973D4E7C-8F52-45C5-B117-10FB9D0E7549}" srcOrd="0" destOrd="0" presId="urn:microsoft.com/office/officeart/2005/8/layout/vList2"/>
    <dgm:cxn modelId="{07AD5DC5-0180-4EA9-86CC-A982FE1614B2}" type="presParOf" srcId="{8ADEB367-19CF-43AC-B6F1-8284EE6DE2CA}" destId="{E770F890-6875-4FA2-A5CE-9B04DF1F257F}" srcOrd="1" destOrd="0" presId="urn:microsoft.com/office/officeart/2005/8/layout/vList2"/>
    <dgm:cxn modelId="{2A840869-00C6-45C1-83F6-7B586F4188EF}" type="presParOf" srcId="{8ADEB367-19CF-43AC-B6F1-8284EE6DE2CA}" destId="{014E81AC-D8F8-4297-BF86-E294D90E95A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488C98AA-21CB-4755-AEFF-2C00C7B692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BA992E-FB03-49C9-BC8A-145E4A9DC2C5}">
      <dgm:prSet/>
      <dgm:spPr>
        <a:solidFill>
          <a:schemeClr val="accent3">
            <a:lumMod val="75000"/>
          </a:schemeClr>
        </a:solidFill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ru-RU" b="1" dirty="0"/>
            <a:t>Конституция РФ. </a:t>
          </a:r>
          <a:r>
            <a:rPr lang="ru-RU" dirty="0"/>
            <a:t>Глава 8. Местное самоуправление. Статья 130</a:t>
          </a:r>
          <a:endParaRPr lang="en-US" dirty="0"/>
        </a:p>
      </dgm:t>
    </dgm:pt>
    <dgm:pt modelId="{000F2668-4222-4406-8D8F-F494A18D28C4}" type="parTrans" cxnId="{55EE7D99-CC0E-4B19-A1C2-0030353A8909}">
      <dgm:prSet/>
      <dgm:spPr/>
      <dgm:t>
        <a:bodyPr/>
        <a:lstStyle/>
        <a:p>
          <a:endParaRPr lang="en-US"/>
        </a:p>
      </dgm:t>
    </dgm:pt>
    <dgm:pt modelId="{221469BD-F875-48AD-AF5E-FFD33A4856AF}" type="sibTrans" cxnId="{55EE7D99-CC0E-4B19-A1C2-0030353A8909}">
      <dgm:prSet/>
      <dgm:spPr/>
      <dgm:t>
        <a:bodyPr/>
        <a:lstStyle/>
        <a:p>
          <a:endParaRPr lang="en-US"/>
        </a:p>
      </dgm:t>
    </dgm:pt>
    <dgm:pt modelId="{632E816B-FEE4-4615-9720-AC5A45CE1450}" type="pres">
      <dgm:prSet presAssocID="{488C98AA-21CB-4755-AEFF-2C00C7B69216}" presName="linear" presStyleCnt="0">
        <dgm:presLayoutVars>
          <dgm:animLvl val="lvl"/>
          <dgm:resizeHandles val="exact"/>
        </dgm:presLayoutVars>
      </dgm:prSet>
      <dgm:spPr/>
    </dgm:pt>
    <dgm:pt modelId="{EE4C5B17-EC97-4A12-9CFC-4FE035D42D23}" type="pres">
      <dgm:prSet presAssocID="{23BA992E-FB03-49C9-BC8A-145E4A9DC2C5}" presName="parentText" presStyleLbl="node1" presStyleIdx="0" presStyleCnt="1" custScaleY="133100">
        <dgm:presLayoutVars>
          <dgm:chMax val="0"/>
          <dgm:bulletEnabled val="1"/>
        </dgm:presLayoutVars>
      </dgm:prSet>
      <dgm:spPr/>
    </dgm:pt>
  </dgm:ptLst>
  <dgm:cxnLst>
    <dgm:cxn modelId="{F738962C-B840-4EDA-A228-E800A0F94619}" type="presOf" srcId="{488C98AA-21CB-4755-AEFF-2C00C7B69216}" destId="{632E816B-FEE4-4615-9720-AC5A45CE1450}" srcOrd="0" destOrd="0" presId="urn:microsoft.com/office/officeart/2005/8/layout/vList2"/>
    <dgm:cxn modelId="{B880A34B-0337-4BAE-BA4A-04136BA25B15}" type="presOf" srcId="{23BA992E-FB03-49C9-BC8A-145E4A9DC2C5}" destId="{EE4C5B17-EC97-4A12-9CFC-4FE035D42D23}" srcOrd="0" destOrd="0" presId="urn:microsoft.com/office/officeart/2005/8/layout/vList2"/>
    <dgm:cxn modelId="{55EE7D99-CC0E-4B19-A1C2-0030353A8909}" srcId="{488C98AA-21CB-4755-AEFF-2C00C7B69216}" destId="{23BA992E-FB03-49C9-BC8A-145E4A9DC2C5}" srcOrd="0" destOrd="0" parTransId="{000F2668-4222-4406-8D8F-F494A18D28C4}" sibTransId="{221469BD-F875-48AD-AF5E-FFD33A4856AF}"/>
    <dgm:cxn modelId="{5DF4ADFE-2C66-40CB-8D12-568C6EFFF83A}" type="presParOf" srcId="{632E816B-FEE4-4615-9720-AC5A45CE1450}" destId="{EE4C5B17-EC97-4A12-9CFC-4FE035D42D2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62C488B-A331-4239-A536-849DFE89A51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23557232-1C64-494A-8278-529545850020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ru-RU" b="0" dirty="0"/>
            <a:t>форма </a:t>
          </a:r>
          <a:r>
            <a:rPr lang="ru-RU" b="1" dirty="0"/>
            <a:t>осуществления народом своей власти</a:t>
          </a:r>
          <a:r>
            <a:rPr lang="ru-RU" b="0" dirty="0"/>
            <a:t>, обеспечивающая в пределах, установленных Конституцией РФ, федеральными законами, а в случаях, установленных федеральными законами, - законами субъектов РФ, </a:t>
          </a:r>
          <a:r>
            <a:rPr lang="ru-RU" b="1" dirty="0"/>
            <a:t>самостоятельное и под свою ответственность </a:t>
          </a:r>
          <a:r>
            <a:rPr lang="ru-RU" b="0" dirty="0"/>
            <a:t>решение </a:t>
          </a:r>
          <a:r>
            <a:rPr lang="ru-RU" b="0" i="1" dirty="0"/>
            <a:t>населением непосредственно </a:t>
          </a:r>
          <a:r>
            <a:rPr lang="ru-RU" b="0" dirty="0"/>
            <a:t>и (или) через </a:t>
          </a:r>
          <a:r>
            <a:rPr lang="ru-RU" b="0" i="1" dirty="0"/>
            <a:t>органы местного самоуправления </a:t>
          </a:r>
          <a:r>
            <a:rPr lang="ru-RU" b="1" dirty="0"/>
            <a:t>вопросов местного значения</a:t>
          </a:r>
          <a:r>
            <a:rPr lang="ru-RU" b="0" dirty="0"/>
            <a:t> исходя из интересов населения с учетом исторических и иных местных традиций.</a:t>
          </a:r>
        </a:p>
      </dgm:t>
    </dgm:pt>
    <dgm:pt modelId="{7AC3E0CD-F51F-46FE-8DDF-FB091486D31A}" type="parTrans" cxnId="{9743CB1F-672A-42FB-B6A2-45DA57E9068B}">
      <dgm:prSet/>
      <dgm:spPr/>
      <dgm:t>
        <a:bodyPr/>
        <a:lstStyle/>
        <a:p>
          <a:endParaRPr lang="ru-RU"/>
        </a:p>
      </dgm:t>
    </dgm:pt>
    <dgm:pt modelId="{5856360B-2302-454D-8FB2-D18592128549}" type="sibTrans" cxnId="{9743CB1F-672A-42FB-B6A2-45DA57E9068B}">
      <dgm:prSet/>
      <dgm:spPr/>
      <dgm:t>
        <a:bodyPr/>
        <a:lstStyle/>
        <a:p>
          <a:endParaRPr lang="ru-RU"/>
        </a:p>
      </dgm:t>
    </dgm:pt>
    <dgm:pt modelId="{8ADEB367-19CF-43AC-B6F1-8284EE6DE2CA}" type="pres">
      <dgm:prSet presAssocID="{E62C488B-A331-4239-A536-849DFE89A512}" presName="linear" presStyleCnt="0">
        <dgm:presLayoutVars>
          <dgm:animLvl val="lvl"/>
          <dgm:resizeHandles val="exact"/>
        </dgm:presLayoutVars>
      </dgm:prSet>
      <dgm:spPr/>
    </dgm:pt>
    <dgm:pt modelId="{973D4E7C-8F52-45C5-B117-10FB9D0E7549}" type="pres">
      <dgm:prSet presAssocID="{23557232-1C64-494A-8278-52954585002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743CB1F-672A-42FB-B6A2-45DA57E9068B}" srcId="{E62C488B-A331-4239-A536-849DFE89A512}" destId="{23557232-1C64-494A-8278-529545850020}" srcOrd="0" destOrd="0" parTransId="{7AC3E0CD-F51F-46FE-8DDF-FB091486D31A}" sibTransId="{5856360B-2302-454D-8FB2-D18592128549}"/>
    <dgm:cxn modelId="{DDB48E26-354D-49C7-A608-978994D216C1}" type="presOf" srcId="{E62C488B-A331-4239-A536-849DFE89A512}" destId="{8ADEB367-19CF-43AC-B6F1-8284EE6DE2CA}" srcOrd="0" destOrd="0" presId="urn:microsoft.com/office/officeart/2005/8/layout/vList2"/>
    <dgm:cxn modelId="{54413C6D-33F8-4C0F-A18F-4A5C5A12BB90}" type="presOf" srcId="{23557232-1C64-494A-8278-529545850020}" destId="{973D4E7C-8F52-45C5-B117-10FB9D0E7549}" srcOrd="0" destOrd="0" presId="urn:microsoft.com/office/officeart/2005/8/layout/vList2"/>
    <dgm:cxn modelId="{49292154-924F-409B-A0AD-AF2C893EF128}" type="presParOf" srcId="{8ADEB367-19CF-43AC-B6F1-8284EE6DE2CA}" destId="{973D4E7C-8F52-45C5-B117-10FB9D0E754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585918C-50A3-43A2-ACA8-10B12F21B7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764F262-9372-461B-BF12-618E57F5C80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Обеспечение благоустройства территории: дороги, озеленение, освещение, очистка</a:t>
          </a:r>
          <a:endParaRPr lang="ru-RU" sz="1800" dirty="0"/>
        </a:p>
      </dgm:t>
    </dgm:pt>
    <dgm:pt modelId="{E5384F0D-32E0-4F44-A4AA-D0CDE4B4D76F}" type="parTrans" cxnId="{CF536A6B-D96E-49CF-AB99-7F26FC203F86}">
      <dgm:prSet/>
      <dgm:spPr/>
      <dgm:t>
        <a:bodyPr/>
        <a:lstStyle/>
        <a:p>
          <a:endParaRPr lang="ru-RU"/>
        </a:p>
      </dgm:t>
    </dgm:pt>
    <dgm:pt modelId="{12A7B114-AB49-42C1-8829-F03E6B8976A1}" type="sibTrans" cxnId="{CF536A6B-D96E-49CF-AB99-7F26FC203F86}">
      <dgm:prSet/>
      <dgm:spPr/>
      <dgm:t>
        <a:bodyPr/>
        <a:lstStyle/>
        <a:p>
          <a:endParaRPr lang="ru-RU"/>
        </a:p>
      </dgm:t>
    </dgm:pt>
    <dgm:pt modelId="{B783A8C0-C7FD-457A-BCF2-D88AB1D80CDE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ЖКХ: водоснабжение, тепло- и газоснабжение, водоотведение, сбор отходов</a:t>
          </a:r>
          <a:endParaRPr lang="ru-RU" sz="1800" dirty="0"/>
        </a:p>
      </dgm:t>
    </dgm:pt>
    <dgm:pt modelId="{0926E521-B586-4690-95E7-804A4FBA081F}" type="parTrans" cxnId="{5CFC962D-3441-48C6-8B3A-C1C1D9999BD9}">
      <dgm:prSet/>
      <dgm:spPr/>
      <dgm:t>
        <a:bodyPr/>
        <a:lstStyle/>
        <a:p>
          <a:endParaRPr lang="ru-RU"/>
        </a:p>
      </dgm:t>
    </dgm:pt>
    <dgm:pt modelId="{A6677DC9-8A5C-4646-9387-AD35019BCF94}" type="sibTrans" cxnId="{5CFC962D-3441-48C6-8B3A-C1C1D9999BD9}">
      <dgm:prSet/>
      <dgm:spPr/>
      <dgm:t>
        <a:bodyPr/>
        <a:lstStyle/>
        <a:p>
          <a:endParaRPr lang="ru-RU"/>
        </a:p>
      </dgm:t>
    </dgm:pt>
    <dgm:pt modelId="{DE065C25-0D88-4800-A1B6-6B1CAA9E5030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Создание условий для транспортного обслуживания и организация муниципальных маршрутов</a:t>
          </a:r>
          <a:endParaRPr lang="ru-RU" sz="1800" dirty="0"/>
        </a:p>
      </dgm:t>
    </dgm:pt>
    <dgm:pt modelId="{3A367A6E-ECF1-4093-98E9-7073E0DF269B}" type="parTrans" cxnId="{D6545B12-559B-41F2-AA18-AD8619309037}">
      <dgm:prSet/>
      <dgm:spPr/>
      <dgm:t>
        <a:bodyPr/>
        <a:lstStyle/>
        <a:p>
          <a:endParaRPr lang="ru-RU"/>
        </a:p>
      </dgm:t>
    </dgm:pt>
    <dgm:pt modelId="{D8AB48E0-4F80-4502-9ECB-E45235A89718}" type="sibTrans" cxnId="{D6545B12-559B-41F2-AA18-AD8619309037}">
      <dgm:prSet/>
      <dgm:spPr/>
      <dgm:t>
        <a:bodyPr/>
        <a:lstStyle/>
        <a:p>
          <a:endParaRPr lang="ru-RU"/>
        </a:p>
      </dgm:t>
    </dgm:pt>
    <dgm:pt modelId="{FAD64D81-1B3B-4A66-8046-255E6102B25B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Управление муниципальной собственностью и земельными ресурсами</a:t>
          </a:r>
          <a:endParaRPr lang="ru-RU" sz="1800" dirty="0"/>
        </a:p>
      </dgm:t>
    </dgm:pt>
    <dgm:pt modelId="{3B185101-D6DD-4ACC-B6DD-6B07B6DD548F}" type="parTrans" cxnId="{1664A68B-AF58-471E-98A6-716E890551B7}">
      <dgm:prSet/>
      <dgm:spPr/>
      <dgm:t>
        <a:bodyPr/>
        <a:lstStyle/>
        <a:p>
          <a:endParaRPr lang="ru-RU"/>
        </a:p>
      </dgm:t>
    </dgm:pt>
    <dgm:pt modelId="{A369B965-ED02-43DA-B8CE-27D3053068C3}" type="sibTrans" cxnId="{1664A68B-AF58-471E-98A6-716E890551B7}">
      <dgm:prSet/>
      <dgm:spPr/>
      <dgm:t>
        <a:bodyPr/>
        <a:lstStyle/>
        <a:p>
          <a:endParaRPr lang="ru-RU"/>
        </a:p>
      </dgm:t>
    </dgm:pt>
    <dgm:pt modelId="{5A389E2D-DF0E-4261-BBBD-71FB41FE4794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Содействие развитию малого и среднего предпринимательства</a:t>
          </a:r>
          <a:endParaRPr lang="ru-RU" sz="1800" dirty="0"/>
        </a:p>
      </dgm:t>
    </dgm:pt>
    <dgm:pt modelId="{A7D267DA-8E83-42CC-B4DD-CAC510AC953A}" type="parTrans" cxnId="{CA7AF7E3-6ECF-4D64-934A-9C6204E58072}">
      <dgm:prSet/>
      <dgm:spPr/>
      <dgm:t>
        <a:bodyPr/>
        <a:lstStyle/>
        <a:p>
          <a:endParaRPr lang="ru-RU"/>
        </a:p>
      </dgm:t>
    </dgm:pt>
    <dgm:pt modelId="{EB41F5B3-3ADB-4379-90BD-F44BA950631D}" type="sibTrans" cxnId="{CA7AF7E3-6ECF-4D64-934A-9C6204E58072}">
      <dgm:prSet/>
      <dgm:spPr/>
      <dgm:t>
        <a:bodyPr/>
        <a:lstStyle/>
        <a:p>
          <a:endParaRPr lang="ru-RU"/>
        </a:p>
      </dgm:t>
    </dgm:pt>
    <dgm:pt modelId="{D1F6259B-114A-4890-A888-316E841A6067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Социальная поддержка населения, организация досуга, культуры и физкультуры</a:t>
          </a:r>
          <a:endParaRPr lang="ru-RU" sz="1800" dirty="0"/>
        </a:p>
      </dgm:t>
    </dgm:pt>
    <dgm:pt modelId="{53D35E53-AB4E-4C31-99BC-3E0C445233FD}" type="parTrans" cxnId="{4BF9B9AA-C21F-49D1-A669-2D1EB7C6CF74}">
      <dgm:prSet/>
      <dgm:spPr/>
      <dgm:t>
        <a:bodyPr/>
        <a:lstStyle/>
        <a:p>
          <a:endParaRPr lang="ru-RU"/>
        </a:p>
      </dgm:t>
    </dgm:pt>
    <dgm:pt modelId="{F9B3A1A1-2A61-4E1E-95A9-E3C12E22954E}" type="sibTrans" cxnId="{4BF9B9AA-C21F-49D1-A669-2D1EB7C6CF74}">
      <dgm:prSet/>
      <dgm:spPr/>
      <dgm:t>
        <a:bodyPr/>
        <a:lstStyle/>
        <a:p>
          <a:endParaRPr lang="ru-RU"/>
        </a:p>
      </dgm:t>
    </dgm:pt>
    <dgm:pt modelId="{76554690-17CA-4D4D-A214-A70E25F181F4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Обеспечение пожарной безопасности, мер по гражданской обороне и ЧС</a:t>
          </a:r>
          <a:endParaRPr lang="ru-RU" sz="1800" dirty="0"/>
        </a:p>
      </dgm:t>
    </dgm:pt>
    <dgm:pt modelId="{412BED8B-DCC7-4882-A2D5-C647EBC52381}" type="parTrans" cxnId="{BFCDFE38-8179-48FF-9153-3267E94E728B}">
      <dgm:prSet/>
      <dgm:spPr/>
      <dgm:t>
        <a:bodyPr/>
        <a:lstStyle/>
        <a:p>
          <a:endParaRPr lang="ru-RU"/>
        </a:p>
      </dgm:t>
    </dgm:pt>
    <dgm:pt modelId="{11143F3C-A385-4104-87CA-56B9AA197EC3}" type="sibTrans" cxnId="{BFCDFE38-8179-48FF-9153-3267E94E728B}">
      <dgm:prSet/>
      <dgm:spPr/>
      <dgm:t>
        <a:bodyPr/>
        <a:lstStyle/>
        <a:p>
          <a:endParaRPr lang="ru-RU"/>
        </a:p>
      </dgm:t>
    </dgm:pt>
    <dgm:pt modelId="{795DB5D3-9783-4A36-9FC0-FBD08F7D0B66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Планирование и развитие территориальной инфраструктуры, градостроительство</a:t>
          </a:r>
          <a:endParaRPr lang="ru-RU" sz="1800" dirty="0"/>
        </a:p>
      </dgm:t>
    </dgm:pt>
    <dgm:pt modelId="{A40AD653-FFB9-4799-A2EC-1238034C248E}" type="parTrans" cxnId="{E07D8D73-FD80-4B39-B0AE-CA2BEFC881C0}">
      <dgm:prSet/>
      <dgm:spPr/>
      <dgm:t>
        <a:bodyPr/>
        <a:lstStyle/>
        <a:p>
          <a:endParaRPr lang="ru-RU"/>
        </a:p>
      </dgm:t>
    </dgm:pt>
    <dgm:pt modelId="{29596602-1930-4F55-9C6A-289B9DC05994}" type="sibTrans" cxnId="{E07D8D73-FD80-4B39-B0AE-CA2BEFC881C0}">
      <dgm:prSet/>
      <dgm:spPr/>
      <dgm:t>
        <a:bodyPr/>
        <a:lstStyle/>
        <a:p>
          <a:endParaRPr lang="ru-RU"/>
        </a:p>
      </dgm:t>
    </dgm:pt>
    <dgm:pt modelId="{6E976EF6-C35F-4865-B480-BA043AF8509C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ru-RU" sz="1800" b="0" i="0" dirty="0"/>
            <a:t>Организация местных выборов, общественных обсуждений и других форм участия граждан</a:t>
          </a:r>
          <a:endParaRPr lang="ru-RU" sz="1800" dirty="0"/>
        </a:p>
      </dgm:t>
    </dgm:pt>
    <dgm:pt modelId="{005DBE0C-108C-4D29-89D3-E9206D7F2EBC}" type="parTrans" cxnId="{0DAFA705-E60A-4337-AE90-79A5B015B6A1}">
      <dgm:prSet/>
      <dgm:spPr/>
      <dgm:t>
        <a:bodyPr/>
        <a:lstStyle/>
        <a:p>
          <a:endParaRPr lang="ru-RU"/>
        </a:p>
      </dgm:t>
    </dgm:pt>
    <dgm:pt modelId="{71BCCCAC-9C18-43DD-953A-52812B8E2972}" type="sibTrans" cxnId="{0DAFA705-E60A-4337-AE90-79A5B015B6A1}">
      <dgm:prSet/>
      <dgm:spPr/>
      <dgm:t>
        <a:bodyPr/>
        <a:lstStyle/>
        <a:p>
          <a:endParaRPr lang="ru-RU"/>
        </a:p>
      </dgm:t>
    </dgm:pt>
    <dgm:pt modelId="{FAB28700-C445-4026-B421-598A61A6016F}" type="pres">
      <dgm:prSet presAssocID="{F585918C-50A3-43A2-ACA8-10B12F21B728}" presName="linear" presStyleCnt="0">
        <dgm:presLayoutVars>
          <dgm:animLvl val="lvl"/>
          <dgm:resizeHandles val="exact"/>
        </dgm:presLayoutVars>
      </dgm:prSet>
      <dgm:spPr/>
    </dgm:pt>
    <dgm:pt modelId="{CF0E11A2-B0B9-4A9F-B7A2-3D4D83A9D782}" type="pres">
      <dgm:prSet presAssocID="{1764F262-9372-461B-BF12-618E57F5C808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FA31AF74-CA8E-4209-BC2B-A4CF8F2DDFFE}" type="pres">
      <dgm:prSet presAssocID="{12A7B114-AB49-42C1-8829-F03E6B8976A1}" presName="spacer" presStyleCnt="0"/>
      <dgm:spPr/>
    </dgm:pt>
    <dgm:pt modelId="{153FFF25-61C3-4085-9122-86ABCBABAB74}" type="pres">
      <dgm:prSet presAssocID="{B783A8C0-C7FD-457A-BCF2-D88AB1D80CDE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75916BBE-D730-49CE-B20E-15D7D2C5977B}" type="pres">
      <dgm:prSet presAssocID="{A6677DC9-8A5C-4646-9387-AD35019BCF94}" presName="spacer" presStyleCnt="0"/>
      <dgm:spPr/>
    </dgm:pt>
    <dgm:pt modelId="{B6B5673C-80FB-4869-A2DA-9203D3E15D70}" type="pres">
      <dgm:prSet presAssocID="{DE065C25-0D88-4800-A1B6-6B1CAA9E5030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3144A598-8B26-4AC8-8346-F987D38E3420}" type="pres">
      <dgm:prSet presAssocID="{D8AB48E0-4F80-4502-9ECB-E45235A89718}" presName="spacer" presStyleCnt="0"/>
      <dgm:spPr/>
    </dgm:pt>
    <dgm:pt modelId="{06418BDE-673C-4E1A-8F81-EE497D6A775C}" type="pres">
      <dgm:prSet presAssocID="{FAD64D81-1B3B-4A66-8046-255E6102B25B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5E820C88-8702-4955-A2E3-7BAE2A4A3C19}" type="pres">
      <dgm:prSet presAssocID="{A369B965-ED02-43DA-B8CE-27D3053068C3}" presName="spacer" presStyleCnt="0"/>
      <dgm:spPr/>
    </dgm:pt>
    <dgm:pt modelId="{78447855-5D16-4170-AD05-CFD81F1DBFC4}" type="pres">
      <dgm:prSet presAssocID="{5A389E2D-DF0E-4261-BBBD-71FB41FE4794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A5798957-CD57-47C0-8EBC-9860EBD900ED}" type="pres">
      <dgm:prSet presAssocID="{EB41F5B3-3ADB-4379-90BD-F44BA950631D}" presName="spacer" presStyleCnt="0"/>
      <dgm:spPr/>
    </dgm:pt>
    <dgm:pt modelId="{4B82D752-03BD-431C-9D81-A721EF59EAAC}" type="pres">
      <dgm:prSet presAssocID="{D1F6259B-114A-4890-A888-316E841A6067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9729D799-FE70-421C-A427-90D1CC449F67}" type="pres">
      <dgm:prSet presAssocID="{F9B3A1A1-2A61-4E1E-95A9-E3C12E22954E}" presName="spacer" presStyleCnt="0"/>
      <dgm:spPr/>
    </dgm:pt>
    <dgm:pt modelId="{9FFED549-6456-409B-B0AE-A3D995F2C96E}" type="pres">
      <dgm:prSet presAssocID="{76554690-17CA-4D4D-A214-A70E25F181F4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2C350E9B-28F9-484C-8D7E-F3F10142E62D}" type="pres">
      <dgm:prSet presAssocID="{11143F3C-A385-4104-87CA-56B9AA197EC3}" presName="spacer" presStyleCnt="0"/>
      <dgm:spPr/>
    </dgm:pt>
    <dgm:pt modelId="{FF92AAC1-3A8E-460D-AF67-275ECC77913F}" type="pres">
      <dgm:prSet presAssocID="{795DB5D3-9783-4A36-9FC0-FBD08F7D0B66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C7A4957C-C4F7-488B-8BDE-4E6C8CBE2022}" type="pres">
      <dgm:prSet presAssocID="{29596602-1930-4F55-9C6A-289B9DC05994}" presName="spacer" presStyleCnt="0"/>
      <dgm:spPr/>
    </dgm:pt>
    <dgm:pt modelId="{7D253F0A-C836-46F3-B8BC-32502A214347}" type="pres">
      <dgm:prSet presAssocID="{6E976EF6-C35F-4865-B480-BA043AF8509C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A02E2B02-F27B-4C4C-A75A-207A601674A5}" type="presOf" srcId="{795DB5D3-9783-4A36-9FC0-FBD08F7D0B66}" destId="{FF92AAC1-3A8E-460D-AF67-275ECC77913F}" srcOrd="0" destOrd="0" presId="urn:microsoft.com/office/officeart/2005/8/layout/vList2"/>
    <dgm:cxn modelId="{0DAFA705-E60A-4337-AE90-79A5B015B6A1}" srcId="{F585918C-50A3-43A2-ACA8-10B12F21B728}" destId="{6E976EF6-C35F-4865-B480-BA043AF8509C}" srcOrd="8" destOrd="0" parTransId="{005DBE0C-108C-4D29-89D3-E9206D7F2EBC}" sibTransId="{71BCCCAC-9C18-43DD-953A-52812B8E2972}"/>
    <dgm:cxn modelId="{D6545B12-559B-41F2-AA18-AD8619309037}" srcId="{F585918C-50A3-43A2-ACA8-10B12F21B728}" destId="{DE065C25-0D88-4800-A1B6-6B1CAA9E5030}" srcOrd="2" destOrd="0" parTransId="{3A367A6E-ECF1-4093-98E9-7073E0DF269B}" sibTransId="{D8AB48E0-4F80-4502-9ECB-E45235A89718}"/>
    <dgm:cxn modelId="{5248881A-061D-46D2-A398-FB97CB2A42A0}" type="presOf" srcId="{FAD64D81-1B3B-4A66-8046-255E6102B25B}" destId="{06418BDE-673C-4E1A-8F81-EE497D6A775C}" srcOrd="0" destOrd="0" presId="urn:microsoft.com/office/officeart/2005/8/layout/vList2"/>
    <dgm:cxn modelId="{5CFC962D-3441-48C6-8B3A-C1C1D9999BD9}" srcId="{F585918C-50A3-43A2-ACA8-10B12F21B728}" destId="{B783A8C0-C7FD-457A-BCF2-D88AB1D80CDE}" srcOrd="1" destOrd="0" parTransId="{0926E521-B586-4690-95E7-804A4FBA081F}" sibTransId="{A6677DC9-8A5C-4646-9387-AD35019BCF94}"/>
    <dgm:cxn modelId="{BFCDFE38-8179-48FF-9153-3267E94E728B}" srcId="{F585918C-50A3-43A2-ACA8-10B12F21B728}" destId="{76554690-17CA-4D4D-A214-A70E25F181F4}" srcOrd="6" destOrd="0" parTransId="{412BED8B-DCC7-4882-A2D5-C647EBC52381}" sibTransId="{11143F3C-A385-4104-87CA-56B9AA197EC3}"/>
    <dgm:cxn modelId="{CF536A6B-D96E-49CF-AB99-7F26FC203F86}" srcId="{F585918C-50A3-43A2-ACA8-10B12F21B728}" destId="{1764F262-9372-461B-BF12-618E57F5C808}" srcOrd="0" destOrd="0" parTransId="{E5384F0D-32E0-4F44-A4AA-D0CDE4B4D76F}" sibTransId="{12A7B114-AB49-42C1-8829-F03E6B8976A1}"/>
    <dgm:cxn modelId="{E07D8D73-FD80-4B39-B0AE-CA2BEFC881C0}" srcId="{F585918C-50A3-43A2-ACA8-10B12F21B728}" destId="{795DB5D3-9783-4A36-9FC0-FBD08F7D0B66}" srcOrd="7" destOrd="0" parTransId="{A40AD653-FFB9-4799-A2EC-1238034C248E}" sibTransId="{29596602-1930-4F55-9C6A-289B9DC05994}"/>
    <dgm:cxn modelId="{0E6D2C55-07D4-445D-B551-7C8F66431B83}" type="presOf" srcId="{5A389E2D-DF0E-4261-BBBD-71FB41FE4794}" destId="{78447855-5D16-4170-AD05-CFD81F1DBFC4}" srcOrd="0" destOrd="0" presId="urn:microsoft.com/office/officeart/2005/8/layout/vList2"/>
    <dgm:cxn modelId="{96155158-0FCC-468A-94A8-54D5D8B18C31}" type="presOf" srcId="{F585918C-50A3-43A2-ACA8-10B12F21B728}" destId="{FAB28700-C445-4026-B421-598A61A6016F}" srcOrd="0" destOrd="0" presId="urn:microsoft.com/office/officeart/2005/8/layout/vList2"/>
    <dgm:cxn modelId="{7E8E8E83-81B8-47E2-81BE-8082AA340BE8}" type="presOf" srcId="{DE065C25-0D88-4800-A1B6-6B1CAA9E5030}" destId="{B6B5673C-80FB-4869-A2DA-9203D3E15D70}" srcOrd="0" destOrd="0" presId="urn:microsoft.com/office/officeart/2005/8/layout/vList2"/>
    <dgm:cxn modelId="{1664A68B-AF58-471E-98A6-716E890551B7}" srcId="{F585918C-50A3-43A2-ACA8-10B12F21B728}" destId="{FAD64D81-1B3B-4A66-8046-255E6102B25B}" srcOrd="3" destOrd="0" parTransId="{3B185101-D6DD-4ACC-B6DD-6B07B6DD548F}" sibTransId="{A369B965-ED02-43DA-B8CE-27D3053068C3}"/>
    <dgm:cxn modelId="{4BF9B9AA-C21F-49D1-A669-2D1EB7C6CF74}" srcId="{F585918C-50A3-43A2-ACA8-10B12F21B728}" destId="{D1F6259B-114A-4890-A888-316E841A6067}" srcOrd="5" destOrd="0" parTransId="{53D35E53-AB4E-4C31-99BC-3E0C445233FD}" sibTransId="{F9B3A1A1-2A61-4E1E-95A9-E3C12E22954E}"/>
    <dgm:cxn modelId="{1526C3C2-3B7A-4773-B678-F7FB03943EBB}" type="presOf" srcId="{76554690-17CA-4D4D-A214-A70E25F181F4}" destId="{9FFED549-6456-409B-B0AE-A3D995F2C96E}" srcOrd="0" destOrd="0" presId="urn:microsoft.com/office/officeart/2005/8/layout/vList2"/>
    <dgm:cxn modelId="{1FD86FD5-28D0-464A-822E-3EB9C3F4D23E}" type="presOf" srcId="{D1F6259B-114A-4890-A888-316E841A6067}" destId="{4B82D752-03BD-431C-9D81-A721EF59EAAC}" srcOrd="0" destOrd="0" presId="urn:microsoft.com/office/officeart/2005/8/layout/vList2"/>
    <dgm:cxn modelId="{78502EDF-92F0-4AD1-836C-F4EA91757F0A}" type="presOf" srcId="{B783A8C0-C7FD-457A-BCF2-D88AB1D80CDE}" destId="{153FFF25-61C3-4085-9122-86ABCBABAB74}" srcOrd="0" destOrd="0" presId="urn:microsoft.com/office/officeart/2005/8/layout/vList2"/>
    <dgm:cxn modelId="{CA7AF7E3-6ECF-4D64-934A-9C6204E58072}" srcId="{F585918C-50A3-43A2-ACA8-10B12F21B728}" destId="{5A389E2D-DF0E-4261-BBBD-71FB41FE4794}" srcOrd="4" destOrd="0" parTransId="{A7D267DA-8E83-42CC-B4DD-CAC510AC953A}" sibTransId="{EB41F5B3-3ADB-4379-90BD-F44BA950631D}"/>
    <dgm:cxn modelId="{292229EC-F8F3-4EC1-A511-B838371752B4}" type="presOf" srcId="{1764F262-9372-461B-BF12-618E57F5C808}" destId="{CF0E11A2-B0B9-4A9F-B7A2-3D4D83A9D782}" srcOrd="0" destOrd="0" presId="urn:microsoft.com/office/officeart/2005/8/layout/vList2"/>
    <dgm:cxn modelId="{EE9CF3F2-DB72-4195-BECB-CDA983456AC8}" type="presOf" srcId="{6E976EF6-C35F-4865-B480-BA043AF8509C}" destId="{7D253F0A-C836-46F3-B8BC-32502A214347}" srcOrd="0" destOrd="0" presId="urn:microsoft.com/office/officeart/2005/8/layout/vList2"/>
    <dgm:cxn modelId="{BCF44DEF-5D66-4DBD-B35B-0057F89E1882}" type="presParOf" srcId="{FAB28700-C445-4026-B421-598A61A6016F}" destId="{CF0E11A2-B0B9-4A9F-B7A2-3D4D83A9D782}" srcOrd="0" destOrd="0" presId="urn:microsoft.com/office/officeart/2005/8/layout/vList2"/>
    <dgm:cxn modelId="{C4C2BD1E-03E7-4F49-9C8F-51683A4CC79E}" type="presParOf" srcId="{FAB28700-C445-4026-B421-598A61A6016F}" destId="{FA31AF74-CA8E-4209-BC2B-A4CF8F2DDFFE}" srcOrd="1" destOrd="0" presId="urn:microsoft.com/office/officeart/2005/8/layout/vList2"/>
    <dgm:cxn modelId="{D9F8B471-096C-414A-89DF-EA00257DBF86}" type="presParOf" srcId="{FAB28700-C445-4026-B421-598A61A6016F}" destId="{153FFF25-61C3-4085-9122-86ABCBABAB74}" srcOrd="2" destOrd="0" presId="urn:microsoft.com/office/officeart/2005/8/layout/vList2"/>
    <dgm:cxn modelId="{B8D434DD-CB2A-41A4-A587-88A4F1EECBAE}" type="presParOf" srcId="{FAB28700-C445-4026-B421-598A61A6016F}" destId="{75916BBE-D730-49CE-B20E-15D7D2C5977B}" srcOrd="3" destOrd="0" presId="urn:microsoft.com/office/officeart/2005/8/layout/vList2"/>
    <dgm:cxn modelId="{23F456E6-6B22-48BC-8DCB-8728DB4C647D}" type="presParOf" srcId="{FAB28700-C445-4026-B421-598A61A6016F}" destId="{B6B5673C-80FB-4869-A2DA-9203D3E15D70}" srcOrd="4" destOrd="0" presId="urn:microsoft.com/office/officeart/2005/8/layout/vList2"/>
    <dgm:cxn modelId="{A5150529-25AA-4638-9A53-EDC75BF2BBCC}" type="presParOf" srcId="{FAB28700-C445-4026-B421-598A61A6016F}" destId="{3144A598-8B26-4AC8-8346-F987D38E3420}" srcOrd="5" destOrd="0" presId="urn:microsoft.com/office/officeart/2005/8/layout/vList2"/>
    <dgm:cxn modelId="{DB651727-FD2B-4FD8-A900-F37D8A3534C4}" type="presParOf" srcId="{FAB28700-C445-4026-B421-598A61A6016F}" destId="{06418BDE-673C-4E1A-8F81-EE497D6A775C}" srcOrd="6" destOrd="0" presId="urn:microsoft.com/office/officeart/2005/8/layout/vList2"/>
    <dgm:cxn modelId="{AE60D66A-78D2-4F8C-9B8E-CEC3A8FA34F7}" type="presParOf" srcId="{FAB28700-C445-4026-B421-598A61A6016F}" destId="{5E820C88-8702-4955-A2E3-7BAE2A4A3C19}" srcOrd="7" destOrd="0" presId="urn:microsoft.com/office/officeart/2005/8/layout/vList2"/>
    <dgm:cxn modelId="{61948032-CBDE-482D-9474-40263FC4E751}" type="presParOf" srcId="{FAB28700-C445-4026-B421-598A61A6016F}" destId="{78447855-5D16-4170-AD05-CFD81F1DBFC4}" srcOrd="8" destOrd="0" presId="urn:microsoft.com/office/officeart/2005/8/layout/vList2"/>
    <dgm:cxn modelId="{4F991F98-9FDB-488D-BABF-2F22E0EE09CC}" type="presParOf" srcId="{FAB28700-C445-4026-B421-598A61A6016F}" destId="{A5798957-CD57-47C0-8EBC-9860EBD900ED}" srcOrd="9" destOrd="0" presId="urn:microsoft.com/office/officeart/2005/8/layout/vList2"/>
    <dgm:cxn modelId="{B96D44DE-5BFF-4FB9-A498-035BFCC612D1}" type="presParOf" srcId="{FAB28700-C445-4026-B421-598A61A6016F}" destId="{4B82D752-03BD-431C-9D81-A721EF59EAAC}" srcOrd="10" destOrd="0" presId="urn:microsoft.com/office/officeart/2005/8/layout/vList2"/>
    <dgm:cxn modelId="{BC0D6DB1-178E-4144-8949-DC8E3BC83A3B}" type="presParOf" srcId="{FAB28700-C445-4026-B421-598A61A6016F}" destId="{9729D799-FE70-421C-A427-90D1CC449F67}" srcOrd="11" destOrd="0" presId="urn:microsoft.com/office/officeart/2005/8/layout/vList2"/>
    <dgm:cxn modelId="{2470C9F8-271D-42AF-85B8-4626D2F7EF42}" type="presParOf" srcId="{FAB28700-C445-4026-B421-598A61A6016F}" destId="{9FFED549-6456-409B-B0AE-A3D995F2C96E}" srcOrd="12" destOrd="0" presId="urn:microsoft.com/office/officeart/2005/8/layout/vList2"/>
    <dgm:cxn modelId="{20F456CC-8BD1-4339-9D84-3B23DB5DA04A}" type="presParOf" srcId="{FAB28700-C445-4026-B421-598A61A6016F}" destId="{2C350E9B-28F9-484C-8D7E-F3F10142E62D}" srcOrd="13" destOrd="0" presId="urn:microsoft.com/office/officeart/2005/8/layout/vList2"/>
    <dgm:cxn modelId="{648ECCB2-0D6D-445F-AA36-BF41A231BBA7}" type="presParOf" srcId="{FAB28700-C445-4026-B421-598A61A6016F}" destId="{FF92AAC1-3A8E-460D-AF67-275ECC77913F}" srcOrd="14" destOrd="0" presId="urn:microsoft.com/office/officeart/2005/8/layout/vList2"/>
    <dgm:cxn modelId="{EC76F3CF-51EA-4C20-8531-70EE0E8CB881}" type="presParOf" srcId="{FAB28700-C445-4026-B421-598A61A6016F}" destId="{C7A4957C-C4F7-488B-8BDE-4E6C8CBE2022}" srcOrd="15" destOrd="0" presId="urn:microsoft.com/office/officeart/2005/8/layout/vList2"/>
    <dgm:cxn modelId="{7B0C5CBA-2C2A-47EF-9D7F-4681D94AC9A9}" type="presParOf" srcId="{FAB28700-C445-4026-B421-598A61A6016F}" destId="{7D253F0A-C836-46F3-B8BC-32502A214347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Федеральный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Региональный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ln>
          <a:solidFill>
            <a:srgbClr val="00B050"/>
          </a:solidFill>
        </a:ln>
      </dgm:spPr>
      <dgm:t>
        <a:bodyPr anchor="t"/>
        <a:lstStyle/>
        <a:p>
          <a:r>
            <a:rPr lang="ru-RU" dirty="0"/>
            <a:t>Местный</a:t>
          </a:r>
          <a:endParaRPr lang="en-US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61161" custScaleY="26334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61161" custScaleY="26334" custLinFactNeighborX="-9" custLinFactNeighborY="22855">
        <dgm:presLayoutVars>
          <dgm:bulletEnabled val="1"/>
        </dgm:presLayoutVars>
      </dgm:prSet>
      <dgm:spPr>
        <a:prstGeom prst="roundRect">
          <a:avLst/>
        </a:prstGeom>
      </dgm:spPr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61161" custScaleY="26334" custLinFactNeighborX="-9" custLinFactNeighborY="57253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Законодательная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Исполнительная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7036EF2D-2EC0-41FC-925A-EAA232B0FDF2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Судебная</a:t>
          </a:r>
          <a:endParaRPr lang="en-US" dirty="0"/>
        </a:p>
      </dgm:t>
    </dgm:pt>
    <dgm:pt modelId="{14DE4EDC-E9C9-497F-8E86-92664F784C5A}" type="parTrans" cxnId="{61E0AC91-D7D0-49BA-A364-14AA3DBFA1FB}">
      <dgm:prSet/>
      <dgm:spPr/>
      <dgm:t>
        <a:bodyPr/>
        <a:lstStyle/>
        <a:p>
          <a:endParaRPr lang="en-US"/>
        </a:p>
      </dgm:t>
    </dgm:pt>
    <dgm:pt modelId="{03365AD4-C3D0-4FCE-AB2D-D3F253539F61}" type="sibTrans" cxnId="{61E0AC91-D7D0-49BA-A364-14AA3DBFA1F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3" custScaleX="55601" custScaleY="21764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3" custScaleX="55601" custScaleY="21764">
        <dgm:presLayoutVars>
          <dgm:bulletEnabled val="1"/>
        </dgm:presLayoutVars>
      </dgm:prSet>
      <dgm:spPr>
        <a:prstGeom prst="roundRect">
          <a:avLst/>
        </a:prstGeom>
      </dgm:spPr>
    </dgm:pt>
    <dgm:pt modelId="{A1997958-1F79-4480-B6A1-70D10ADE0508}" type="pres">
      <dgm:prSet presAssocID="{3359C79E-243E-4420-B07A-AFB2D832CFD5}" presName="sibTrans" presStyleCnt="0"/>
      <dgm:spPr/>
    </dgm:pt>
    <dgm:pt modelId="{14065A0C-677E-478D-B402-557D0932B4C7}" type="pres">
      <dgm:prSet presAssocID="{7036EF2D-2EC0-41FC-925A-EAA232B0FDF2}" presName="node" presStyleLbl="node1" presStyleIdx="2" presStyleCnt="3" custScaleX="55601" custScaleY="21764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61E0AC91-D7D0-49BA-A364-14AA3DBFA1FB}" srcId="{96BF08AB-EE53-4BD9-B5E5-E858FA7A7969}" destId="{7036EF2D-2EC0-41FC-925A-EAA232B0FDF2}" srcOrd="2" destOrd="0" parTransId="{14DE4EDC-E9C9-497F-8E86-92664F784C5A}" sibTransId="{03365AD4-C3D0-4FCE-AB2D-D3F253539F61}"/>
    <dgm:cxn modelId="{120E2897-E46E-47CB-9F46-BAF5BD7E9021}" type="presOf" srcId="{7036EF2D-2EC0-41FC-925A-EAA232B0FDF2}" destId="{14065A0C-677E-478D-B402-557D0932B4C7}" srcOrd="0" destOrd="0" presId="urn:microsoft.com/office/officeart/2005/8/layout/default"/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  <dgm:cxn modelId="{A9562B97-91D2-4686-A12F-32E10E6A3878}" type="presParOf" srcId="{A9B8A263-F0D9-4E20-B3E2-2C366F8ACF90}" destId="{A1997958-1F79-4480-B6A1-70D10ADE0508}" srcOrd="3" destOrd="0" presId="urn:microsoft.com/office/officeart/2005/8/layout/default"/>
    <dgm:cxn modelId="{D8D0FC5E-1490-43FA-9B27-A4AABF588F17}" type="presParOf" srcId="{A9B8A263-F0D9-4E20-B3E2-2C366F8ACF90}" destId="{14065A0C-677E-478D-B402-557D0932B4C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Законодательная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Федеральный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Судебная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Федеральный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Исполнительная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Региональный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Судебная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Федеральный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Законодательная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Федеральный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Исполнительная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Региональный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Исполнительная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Федеральный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Судебная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Региональный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Законодательная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Местный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Судебная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Местный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Исполнительная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Федеральный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Исполнительная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Региональный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Судебная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Местный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Исполнительная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Федеральный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96BF08AB-EE53-4BD9-B5E5-E858FA7A796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F1471F-692A-4CE8-B7A0-2BF3A94282FB}">
      <dgm:prSet/>
      <dgm:spPr>
        <a:solidFill>
          <a:srgbClr val="002060"/>
        </a:solidFill>
      </dgm:spPr>
      <dgm:t>
        <a:bodyPr anchor="t"/>
        <a:lstStyle/>
        <a:p>
          <a:r>
            <a:rPr lang="ru-RU" dirty="0"/>
            <a:t>Законодательная</a:t>
          </a:r>
          <a:endParaRPr lang="en-US" dirty="0"/>
        </a:p>
      </dgm:t>
    </dgm:pt>
    <dgm:pt modelId="{A07855DB-4EBA-4114-9091-C880C0826618}" type="parTrans" cxnId="{A73AB99A-EEB6-4326-911D-456F9D16D7F0}">
      <dgm:prSet/>
      <dgm:spPr/>
      <dgm:t>
        <a:bodyPr/>
        <a:lstStyle/>
        <a:p>
          <a:endParaRPr lang="en-US"/>
        </a:p>
      </dgm:t>
    </dgm:pt>
    <dgm:pt modelId="{F88C6EAF-ED08-4A00-9FE1-E330571DD88D}" type="sibTrans" cxnId="{A73AB99A-EEB6-4326-911D-456F9D16D7F0}">
      <dgm:prSet/>
      <dgm:spPr/>
      <dgm:t>
        <a:bodyPr/>
        <a:lstStyle/>
        <a:p>
          <a:endParaRPr lang="en-US"/>
        </a:p>
      </dgm:t>
    </dgm:pt>
    <dgm:pt modelId="{1C2DA819-FBB7-40FD-8344-67055D33C2C0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002060"/>
          </a:solidFill>
        </a:ln>
      </dgm:spPr>
      <dgm:t>
        <a:bodyPr anchor="t"/>
        <a:lstStyle/>
        <a:p>
          <a:r>
            <a:rPr lang="ru-RU" dirty="0"/>
            <a:t>Региональный</a:t>
          </a:r>
          <a:endParaRPr lang="en-US" dirty="0"/>
        </a:p>
      </dgm:t>
    </dgm:pt>
    <dgm:pt modelId="{C9D67750-7581-4786-A234-F2672106656E}" type="parTrans" cxnId="{217EFEA3-F1A5-4853-A4E5-3DC1A30FAA1B}">
      <dgm:prSet/>
      <dgm:spPr/>
      <dgm:t>
        <a:bodyPr/>
        <a:lstStyle/>
        <a:p>
          <a:endParaRPr lang="en-US"/>
        </a:p>
      </dgm:t>
    </dgm:pt>
    <dgm:pt modelId="{3359C79E-243E-4420-B07A-AFB2D832CFD5}" type="sibTrans" cxnId="{217EFEA3-F1A5-4853-A4E5-3DC1A30FAA1B}">
      <dgm:prSet/>
      <dgm:spPr/>
      <dgm:t>
        <a:bodyPr/>
        <a:lstStyle/>
        <a:p>
          <a:endParaRPr lang="en-US"/>
        </a:p>
      </dgm:t>
    </dgm:pt>
    <dgm:pt modelId="{A9B8A263-F0D9-4E20-B3E2-2C366F8ACF90}" type="pres">
      <dgm:prSet presAssocID="{96BF08AB-EE53-4BD9-B5E5-E858FA7A7969}" presName="diagram" presStyleCnt="0">
        <dgm:presLayoutVars>
          <dgm:dir/>
          <dgm:resizeHandles val="exact"/>
        </dgm:presLayoutVars>
      </dgm:prSet>
      <dgm:spPr/>
    </dgm:pt>
    <dgm:pt modelId="{47789367-F627-4145-AC4B-BDAF79D52B38}" type="pres">
      <dgm:prSet presAssocID="{00F1471F-692A-4CE8-B7A0-2BF3A94282FB}" presName="node" presStyleLbl="node1" presStyleIdx="0" presStyleCnt="2" custScaleX="89547" custScaleY="38555">
        <dgm:presLayoutVars>
          <dgm:bulletEnabled val="1"/>
        </dgm:presLayoutVars>
      </dgm:prSet>
      <dgm:spPr>
        <a:prstGeom prst="roundRect">
          <a:avLst/>
        </a:prstGeom>
      </dgm:spPr>
    </dgm:pt>
    <dgm:pt modelId="{C9F706A9-11A8-46B0-A80B-EE719BF318D4}" type="pres">
      <dgm:prSet presAssocID="{F88C6EAF-ED08-4A00-9FE1-E330571DD88D}" presName="sibTrans" presStyleCnt="0"/>
      <dgm:spPr/>
    </dgm:pt>
    <dgm:pt modelId="{BA60DA64-5FA9-4A97-BF3A-E93FADFF78E7}" type="pres">
      <dgm:prSet presAssocID="{1C2DA819-FBB7-40FD-8344-67055D33C2C0}" presName="node" presStyleLbl="node1" presStyleIdx="1" presStyleCnt="2" custScaleX="89547" custScaleY="38555" custLinFactNeighborX="65" custLinFactNeighborY="32438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A73AB99A-EEB6-4326-911D-456F9D16D7F0}" srcId="{96BF08AB-EE53-4BD9-B5E5-E858FA7A7969}" destId="{00F1471F-692A-4CE8-B7A0-2BF3A94282FB}" srcOrd="0" destOrd="0" parTransId="{A07855DB-4EBA-4114-9091-C880C0826618}" sibTransId="{F88C6EAF-ED08-4A00-9FE1-E330571DD88D}"/>
    <dgm:cxn modelId="{217EFEA3-F1A5-4853-A4E5-3DC1A30FAA1B}" srcId="{96BF08AB-EE53-4BD9-B5E5-E858FA7A7969}" destId="{1C2DA819-FBB7-40FD-8344-67055D33C2C0}" srcOrd="1" destOrd="0" parTransId="{C9D67750-7581-4786-A234-F2672106656E}" sibTransId="{3359C79E-243E-4420-B07A-AFB2D832CFD5}"/>
    <dgm:cxn modelId="{C14355DE-CACF-4096-94AE-4A05A514F47C}" type="presOf" srcId="{96BF08AB-EE53-4BD9-B5E5-E858FA7A7969}" destId="{A9B8A263-F0D9-4E20-B3E2-2C366F8ACF90}" srcOrd="0" destOrd="0" presId="urn:microsoft.com/office/officeart/2005/8/layout/default"/>
    <dgm:cxn modelId="{9B3412EA-DBF2-4514-8B9C-E8C0BCC11218}" type="presOf" srcId="{00F1471F-692A-4CE8-B7A0-2BF3A94282FB}" destId="{47789367-F627-4145-AC4B-BDAF79D52B38}" srcOrd="0" destOrd="0" presId="urn:microsoft.com/office/officeart/2005/8/layout/default"/>
    <dgm:cxn modelId="{B76E2CF1-7D5F-4EAB-A961-BBE63F4B8820}" type="presOf" srcId="{1C2DA819-FBB7-40FD-8344-67055D33C2C0}" destId="{BA60DA64-5FA9-4A97-BF3A-E93FADFF78E7}" srcOrd="0" destOrd="0" presId="urn:microsoft.com/office/officeart/2005/8/layout/default"/>
    <dgm:cxn modelId="{AAA1A94F-6667-485D-8818-E2238641B4A7}" type="presParOf" srcId="{A9B8A263-F0D9-4E20-B3E2-2C366F8ACF90}" destId="{47789367-F627-4145-AC4B-BDAF79D52B38}" srcOrd="0" destOrd="0" presId="urn:microsoft.com/office/officeart/2005/8/layout/default"/>
    <dgm:cxn modelId="{35878A10-192D-4B47-89DF-2970A8BF6D6A}" type="presParOf" srcId="{A9B8A263-F0D9-4E20-B3E2-2C366F8ACF90}" destId="{C9F706A9-11A8-46B0-A80B-EE719BF318D4}" srcOrd="1" destOrd="0" presId="urn:microsoft.com/office/officeart/2005/8/layout/default"/>
    <dgm:cxn modelId="{16ABFD93-2A1B-41AE-90A4-DE3430F5EA84}" type="presParOf" srcId="{A9B8A263-F0D9-4E20-B3E2-2C366F8ACF90}" destId="{BA60DA64-5FA9-4A97-BF3A-E93FADFF78E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1B727-B0E0-4832-9F84-28AB8EF5A614}">
      <dsp:nvSpPr>
        <dsp:cNvPr id="0" name=""/>
        <dsp:cNvSpPr/>
      </dsp:nvSpPr>
      <dsp:spPr>
        <a:xfrm>
          <a:off x="0" y="258730"/>
          <a:ext cx="10515600" cy="12331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government</a:t>
          </a:r>
          <a:r>
            <a:rPr lang="en-US" sz="3100" kern="1200" dirty="0"/>
            <a:t> </a:t>
          </a:r>
          <a:r>
            <a:rPr lang="ru-RU" sz="3100" kern="1200" dirty="0"/>
            <a:t> — правительство, государство, правление, руководство, власть, государственная власть</a:t>
          </a:r>
          <a:endParaRPr lang="en-US" sz="3100" kern="1200" dirty="0"/>
        </a:p>
      </dsp:txBody>
      <dsp:txXfrm>
        <a:off x="60199" y="318929"/>
        <a:ext cx="10395202" cy="1112781"/>
      </dsp:txXfrm>
    </dsp:sp>
    <dsp:sp modelId="{C1859933-B3F5-4F40-8226-BBFB9D7ADAEC}">
      <dsp:nvSpPr>
        <dsp:cNvPr id="0" name=""/>
        <dsp:cNvSpPr/>
      </dsp:nvSpPr>
      <dsp:spPr>
        <a:xfrm>
          <a:off x="0" y="1581190"/>
          <a:ext cx="10515600" cy="12331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1" kern="1200" dirty="0" err="1"/>
            <a:t>state</a:t>
          </a:r>
          <a:r>
            <a:rPr lang="ru-RU" sz="3100" kern="1200" dirty="0"/>
            <a:t> — состояние, государство, положение, штат, статус, структура, форма</a:t>
          </a:r>
          <a:endParaRPr lang="en-US" sz="3100" kern="1200" dirty="0"/>
        </a:p>
      </dsp:txBody>
      <dsp:txXfrm>
        <a:off x="60199" y="1641389"/>
        <a:ext cx="10395202" cy="1112781"/>
      </dsp:txXfrm>
    </dsp:sp>
    <dsp:sp modelId="{2415C799-C4E2-4045-B939-89D4D9A9881B}">
      <dsp:nvSpPr>
        <dsp:cNvPr id="0" name=""/>
        <dsp:cNvSpPr/>
      </dsp:nvSpPr>
      <dsp:spPr>
        <a:xfrm>
          <a:off x="0" y="2903650"/>
          <a:ext cx="10515600" cy="12331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1" kern="1200" dirty="0" err="1"/>
            <a:t>nation</a:t>
          </a:r>
          <a:r>
            <a:rPr lang="ru-RU" sz="3100" kern="1200" dirty="0"/>
            <a:t> — нация, народ, страна, государство, народность, землячество</a:t>
          </a:r>
          <a:endParaRPr lang="en-US" sz="3100" kern="1200" dirty="0"/>
        </a:p>
      </dsp:txBody>
      <dsp:txXfrm>
        <a:off x="60199" y="2963849"/>
        <a:ext cx="10395202" cy="1112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640" y="640883"/>
          <a:ext cx="3128940" cy="3069570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kern="1200"/>
            <a:t>Население</a:t>
          </a:r>
          <a:endParaRPr lang="en-US" sz="4100" kern="1200"/>
        </a:p>
      </dsp:txBody>
      <dsp:txXfrm>
        <a:off x="1640" y="640883"/>
        <a:ext cx="3128940" cy="3069570"/>
      </dsp:txXfrm>
    </dsp:sp>
    <dsp:sp modelId="{BA60DA64-5FA9-4A97-BF3A-E93FADFF78E7}">
      <dsp:nvSpPr>
        <dsp:cNvPr id="0" name=""/>
        <dsp:cNvSpPr/>
      </dsp:nvSpPr>
      <dsp:spPr>
        <a:xfrm>
          <a:off x="3693329" y="640883"/>
          <a:ext cx="3128940" cy="3069570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kern="1200"/>
            <a:t>Территория</a:t>
          </a:r>
          <a:endParaRPr lang="en-US" sz="4100" kern="1200"/>
        </a:p>
      </dsp:txBody>
      <dsp:txXfrm>
        <a:off x="3693329" y="640883"/>
        <a:ext cx="3128940" cy="3069570"/>
      </dsp:txXfrm>
    </dsp:sp>
    <dsp:sp modelId="{14065A0C-677E-478D-B402-557D0932B4C7}">
      <dsp:nvSpPr>
        <dsp:cNvPr id="0" name=""/>
        <dsp:cNvSpPr/>
      </dsp:nvSpPr>
      <dsp:spPr>
        <a:xfrm>
          <a:off x="7385019" y="640883"/>
          <a:ext cx="3128940" cy="3069570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kern="1200"/>
            <a:t>Система управления</a:t>
          </a:r>
          <a:endParaRPr lang="en-US" sz="4100" kern="1200"/>
        </a:p>
      </dsp:txBody>
      <dsp:txXfrm>
        <a:off x="7385019" y="640883"/>
        <a:ext cx="3128940" cy="30695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20D88D-143D-4B73-8EBB-E173C7404AF8}">
      <dsp:nvSpPr>
        <dsp:cNvPr id="0" name=""/>
        <dsp:cNvSpPr/>
      </dsp:nvSpPr>
      <dsp:spPr>
        <a:xfrm>
          <a:off x="0" y="418126"/>
          <a:ext cx="10515600" cy="11179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от лат. </a:t>
          </a:r>
          <a:r>
            <a:rPr lang="ru-RU" sz="2800" b="1" kern="1200" dirty="0" err="1"/>
            <a:t>municipium</a:t>
          </a:r>
          <a:r>
            <a:rPr lang="ru-RU" sz="2800" kern="1200" dirty="0"/>
            <a:t> — самоуправляющаяся община</a:t>
          </a:r>
          <a:endParaRPr lang="en-US" sz="2800" kern="1200" dirty="0"/>
        </a:p>
      </dsp:txBody>
      <dsp:txXfrm>
        <a:off x="54573" y="472699"/>
        <a:ext cx="10406454" cy="1008788"/>
      </dsp:txXfrm>
    </dsp:sp>
    <dsp:sp modelId="{95F63289-D8D8-45CF-B3D1-E0DA055E5D8C}">
      <dsp:nvSpPr>
        <dsp:cNvPr id="0" name=""/>
        <dsp:cNvSpPr/>
      </dsp:nvSpPr>
      <dsp:spPr>
        <a:xfrm>
          <a:off x="0" y="1616701"/>
          <a:ext cx="10515600" cy="11179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/>
            <a:t>административно-территориальная единица</a:t>
          </a:r>
          <a:r>
            <a:rPr lang="ru-RU" sz="2800" kern="1200"/>
            <a:t>, управляемая органами местного самоуправления</a:t>
          </a:r>
          <a:endParaRPr lang="en-US" sz="2800" kern="1200"/>
        </a:p>
      </dsp:txBody>
      <dsp:txXfrm>
        <a:off x="54573" y="1671274"/>
        <a:ext cx="10406454" cy="1008788"/>
      </dsp:txXfrm>
    </dsp:sp>
    <dsp:sp modelId="{022EC9C6-408E-4C27-957C-4D5CBE0987F6}">
      <dsp:nvSpPr>
        <dsp:cNvPr id="0" name=""/>
        <dsp:cNvSpPr/>
      </dsp:nvSpPr>
      <dsp:spPr>
        <a:xfrm>
          <a:off x="0" y="2815276"/>
          <a:ext cx="10515600" cy="11179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/>
            <a:t>Муниципальное образование </a:t>
          </a:r>
          <a:r>
            <a:rPr lang="ru-RU" sz="2800" kern="1200"/>
            <a:t>— населённая территория, на которой осуществляется местное самоуправление в России</a:t>
          </a:r>
          <a:endParaRPr lang="en-US" sz="2800" kern="1200"/>
        </a:p>
      </dsp:txBody>
      <dsp:txXfrm>
        <a:off x="54573" y="2869849"/>
        <a:ext cx="10406454" cy="1008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A3936-86D7-42A7-9F22-CC4DCA464F0D}">
      <dsp:nvSpPr>
        <dsp:cNvPr id="0" name=""/>
        <dsp:cNvSpPr/>
      </dsp:nvSpPr>
      <dsp:spPr>
        <a:xfrm>
          <a:off x="276012" y="2006"/>
          <a:ext cx="5164112" cy="46643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u="sng" kern="1200" dirty="0"/>
            <a:t>Субъект управления</a:t>
          </a:r>
          <a:r>
            <a:rPr lang="ru-RU" sz="2600" kern="1200" dirty="0"/>
            <a:t> – структурно-функциональная составляющая социальной системы управления, </a:t>
          </a:r>
          <a:r>
            <a:rPr lang="ru-RU" sz="2600" b="1" i="1" u="sng" kern="1200" dirty="0"/>
            <a:t>индивид или группа (орган),</a:t>
          </a:r>
          <a:r>
            <a:rPr lang="ru-RU" sz="2600" kern="1200" dirty="0"/>
            <a:t> </a:t>
          </a:r>
          <a:r>
            <a:rPr lang="ru-RU" sz="2600" b="1" kern="1200" dirty="0"/>
            <a:t>наделенный властными полномочиями </a:t>
          </a:r>
          <a:r>
            <a:rPr lang="ru-RU" sz="2600" b="1" u="sng" kern="1200" dirty="0"/>
            <a:t>принимать управленческие решения</a:t>
          </a:r>
          <a:r>
            <a:rPr lang="ru-RU" sz="2600" kern="1200" dirty="0"/>
            <a:t>, оказывать волевое, интеллектуальное, нравственное </a:t>
          </a:r>
          <a:r>
            <a:rPr lang="ru-RU" sz="2600" b="1" kern="1200" dirty="0"/>
            <a:t>влияние</a:t>
          </a:r>
          <a:r>
            <a:rPr lang="ru-RU" sz="2600" kern="1200" dirty="0"/>
            <a:t> на других.</a:t>
          </a:r>
        </a:p>
      </dsp:txBody>
      <dsp:txXfrm>
        <a:off x="276012" y="2006"/>
        <a:ext cx="5164112" cy="4664371"/>
      </dsp:txXfrm>
    </dsp:sp>
    <dsp:sp modelId="{A85E4698-C82A-4913-B7E5-AFD1DBBB8734}">
      <dsp:nvSpPr>
        <dsp:cNvPr id="0" name=""/>
        <dsp:cNvSpPr/>
      </dsp:nvSpPr>
      <dsp:spPr>
        <a:xfrm>
          <a:off x="5956537" y="2006"/>
          <a:ext cx="5164112" cy="46643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u="sng" kern="1200" dirty="0"/>
            <a:t>Объект управления</a:t>
          </a:r>
          <a:r>
            <a:rPr lang="ru-RU" sz="2600" kern="1200" dirty="0"/>
            <a:t> – </a:t>
          </a:r>
          <a:br>
            <a:rPr lang="ru-RU" sz="2600" kern="1200" dirty="0"/>
          </a:br>
          <a:r>
            <a:rPr lang="ru-RU" sz="2600" kern="1200" dirty="0"/>
            <a:t>часть системы, которая материализует цели управления, </a:t>
          </a:r>
          <a:r>
            <a:rPr lang="ru-RU" sz="2600" b="1" u="sng" kern="1200" dirty="0"/>
            <a:t>исполняет управленческие решения</a:t>
          </a:r>
          <a:r>
            <a:rPr lang="ru-RU" sz="2600" kern="1200" dirty="0"/>
            <a:t>, обеспечивает реализацию социальной миссии системы.</a:t>
          </a:r>
        </a:p>
      </dsp:txBody>
      <dsp:txXfrm>
        <a:off x="5956537" y="2006"/>
        <a:ext cx="5164112" cy="46643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FF54D-6B6C-4C57-BB54-61D3E8236F1C}">
      <dsp:nvSpPr>
        <dsp:cNvPr id="0" name=""/>
        <dsp:cNvSpPr/>
      </dsp:nvSpPr>
      <dsp:spPr>
        <a:xfrm>
          <a:off x="0" y="24854"/>
          <a:ext cx="11796057" cy="1233179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— это целенаправленная деятельность органов государственного управления по обеспечению:</a:t>
          </a:r>
        </a:p>
      </dsp:txBody>
      <dsp:txXfrm>
        <a:off x="60199" y="85053"/>
        <a:ext cx="11675659" cy="1112781"/>
      </dsp:txXfrm>
    </dsp:sp>
    <dsp:sp modelId="{1C13D782-34A3-48D9-9F40-6E354E977D43}">
      <dsp:nvSpPr>
        <dsp:cNvPr id="0" name=""/>
        <dsp:cNvSpPr/>
      </dsp:nvSpPr>
      <dsp:spPr>
        <a:xfrm>
          <a:off x="0" y="1258034"/>
          <a:ext cx="11796057" cy="1925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4525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kern="1200" dirty="0"/>
            <a:t>территориальной целостности страны;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kern="1200" dirty="0"/>
            <a:t>благополучия её населения (граждан) на основе социально-экономического развития страны и цивилизованных норм её устройства;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kern="1200" dirty="0"/>
            <a:t>легитимизации и оптимизации властных функций самих органов государственной власти.</a:t>
          </a:r>
        </a:p>
      </dsp:txBody>
      <dsp:txXfrm>
        <a:off x="0" y="1258034"/>
        <a:ext cx="11796057" cy="19251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FD19A-8341-44A2-BEC2-9DD6DEB8A384}">
      <dsp:nvSpPr>
        <dsp:cNvPr id="0" name=""/>
        <dsp:cNvSpPr/>
      </dsp:nvSpPr>
      <dsp:spPr>
        <a:xfrm>
          <a:off x="0" y="10894"/>
          <a:ext cx="11796057" cy="137475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— это один из видов управления вообще, который отличается: спектром субъектов воздействия, особым инструментарием влияния, высокой степенью автономии от окружающего социума.</a:t>
          </a:r>
        </a:p>
      </dsp:txBody>
      <dsp:txXfrm>
        <a:off x="67110" y="78004"/>
        <a:ext cx="11661837" cy="12405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FF54D-6B6C-4C57-BB54-61D3E8236F1C}">
      <dsp:nvSpPr>
        <dsp:cNvPr id="0" name=""/>
        <dsp:cNvSpPr/>
      </dsp:nvSpPr>
      <dsp:spPr>
        <a:xfrm>
          <a:off x="0" y="153342"/>
          <a:ext cx="11796057" cy="244407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dirty="0"/>
            <a:t>— это практическое, организующее и регулирующее воздействие государства (через систему своих структур) на общественную и частную жизнедеятельность людей в целях её упорядочения, сохранения или преобразования, опирающееся на властную силу </a:t>
          </a:r>
        </a:p>
      </dsp:txBody>
      <dsp:txXfrm>
        <a:off x="119310" y="272652"/>
        <a:ext cx="11557437" cy="220545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14E78-8C74-4C8E-BD36-125F6B4B7295}">
      <dsp:nvSpPr>
        <dsp:cNvPr id="0" name=""/>
        <dsp:cNvSpPr/>
      </dsp:nvSpPr>
      <dsp:spPr>
        <a:xfrm>
          <a:off x="0" y="65424"/>
          <a:ext cx="11796057" cy="185562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— </a:t>
          </a:r>
          <a:r>
            <a:rPr lang="ru-RU" sz="2600" b="0" i="0" kern="1200" dirty="0"/>
            <a:t>деятельность по реализации законодательных, исполнительных, судебных и иных властных полномочий государства в целях выполнения его организационно-регулирующих и служебных функций как в обществе в целом, так и в отдельных его частях</a:t>
          </a:r>
          <a:endParaRPr lang="ru-RU" sz="2600" kern="1200" dirty="0"/>
        </a:p>
      </dsp:txBody>
      <dsp:txXfrm>
        <a:off x="90584" y="156008"/>
        <a:ext cx="11614889" cy="167445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FF54D-6B6C-4C57-BB54-61D3E8236F1C}">
      <dsp:nvSpPr>
        <dsp:cNvPr id="0" name=""/>
        <dsp:cNvSpPr/>
      </dsp:nvSpPr>
      <dsp:spPr>
        <a:xfrm>
          <a:off x="0" y="51567"/>
          <a:ext cx="11796057" cy="2205625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1" i="0" kern="1200" dirty="0">
              <a:solidFill>
                <a:schemeClr val="accent5">
                  <a:lumMod val="75000"/>
                </a:schemeClr>
              </a:solidFill>
            </a:rPr>
            <a:t>Муниципальное управление</a:t>
          </a:r>
          <a:r>
            <a:rPr lang="ru-RU" sz="3300" b="0" i="0" kern="1200" dirty="0">
              <a:solidFill>
                <a:schemeClr val="accent5">
                  <a:lumMod val="75000"/>
                </a:schemeClr>
              </a:solidFill>
            </a:rPr>
            <a:t> </a:t>
          </a:r>
          <a:r>
            <a:rPr lang="ru-RU" sz="3300" kern="1200" dirty="0"/>
            <a:t>—</a:t>
          </a:r>
          <a:r>
            <a:rPr lang="ru-RU" sz="3300" b="0" i="0" kern="1200" dirty="0"/>
            <a:t> деятельность органов местного самоуправления по реализации своих полномочий в сфере социально-экономического развития</a:t>
          </a:r>
          <a:endParaRPr lang="ru-RU" sz="3300" kern="1200" dirty="0"/>
        </a:p>
      </dsp:txBody>
      <dsp:txXfrm>
        <a:off x="107670" y="159237"/>
        <a:ext cx="11580717" cy="19902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814E78-8C74-4C8E-BD36-125F6B4B7295}">
      <dsp:nvSpPr>
        <dsp:cNvPr id="0" name=""/>
        <dsp:cNvSpPr/>
      </dsp:nvSpPr>
      <dsp:spPr>
        <a:xfrm>
          <a:off x="0" y="36669"/>
          <a:ext cx="11796057" cy="2069730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1" i="0" kern="1200" dirty="0">
              <a:solidFill>
                <a:srgbClr val="2E3092"/>
              </a:solidFill>
            </a:rPr>
            <a:t>Государственное управление </a:t>
          </a:r>
          <a:r>
            <a:rPr lang="ru-RU" sz="2900" kern="1200" dirty="0"/>
            <a:t>— </a:t>
          </a:r>
          <a:r>
            <a:rPr lang="ru-RU" sz="2900" b="0" i="0" kern="1200" dirty="0"/>
            <a:t>деятельность органов государственной власти по реализации своих полномочий в сфере социально-экономического развития Российской Федерации и обеспечения национальной безопасности Российской Федерации</a:t>
          </a:r>
          <a:endParaRPr lang="ru-RU" sz="2900" kern="1200" dirty="0"/>
        </a:p>
      </dsp:txBody>
      <dsp:txXfrm>
        <a:off x="101036" y="137705"/>
        <a:ext cx="11593985" cy="18676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E04E6-0426-4B8B-BF65-41088F6FF25D}">
      <dsp:nvSpPr>
        <dsp:cNvPr id="0" name=""/>
        <dsp:cNvSpPr/>
      </dsp:nvSpPr>
      <dsp:spPr>
        <a:xfrm>
          <a:off x="6474" y="37036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Институциональная подсистема </a:t>
          </a:r>
        </a:p>
      </dsp:txBody>
      <dsp:txXfrm>
        <a:off x="6474" y="37036"/>
        <a:ext cx="5705262" cy="2125511"/>
      </dsp:txXfrm>
    </dsp:sp>
    <dsp:sp modelId="{5526CF03-D813-42C3-BD03-ABD5E0625817}">
      <dsp:nvSpPr>
        <dsp:cNvPr id="0" name=""/>
        <dsp:cNvSpPr/>
      </dsp:nvSpPr>
      <dsp:spPr>
        <a:xfrm>
          <a:off x="6065989" y="37036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Нормативно-</a:t>
          </a:r>
          <a:br>
            <a:rPr lang="ru-RU" sz="3500" kern="1200" dirty="0"/>
          </a:br>
          <a:r>
            <a:rPr lang="ru-RU" sz="3500" kern="1200" dirty="0"/>
            <a:t>правовая </a:t>
          </a:r>
          <a:br>
            <a:rPr lang="ru-RU" sz="3500" kern="1200" dirty="0"/>
          </a:br>
          <a:r>
            <a:rPr lang="ru-RU" sz="3500" kern="1200" dirty="0"/>
            <a:t>подсистема </a:t>
          </a:r>
        </a:p>
      </dsp:txBody>
      <dsp:txXfrm>
        <a:off x="6065989" y="37036"/>
        <a:ext cx="5705262" cy="2125511"/>
      </dsp:txXfrm>
    </dsp:sp>
    <dsp:sp modelId="{BADF6949-EE43-4B49-88BB-2A74B0B35939}">
      <dsp:nvSpPr>
        <dsp:cNvPr id="0" name=""/>
        <dsp:cNvSpPr/>
      </dsp:nvSpPr>
      <dsp:spPr>
        <a:xfrm>
          <a:off x="6474" y="2516799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Коммуникативная подсистема </a:t>
          </a:r>
        </a:p>
      </dsp:txBody>
      <dsp:txXfrm>
        <a:off x="6474" y="2516799"/>
        <a:ext cx="5705262" cy="2125511"/>
      </dsp:txXfrm>
    </dsp:sp>
    <dsp:sp modelId="{64DA7FCD-A077-4ACE-9B3D-B377DEE438B5}">
      <dsp:nvSpPr>
        <dsp:cNvPr id="0" name=""/>
        <dsp:cNvSpPr/>
      </dsp:nvSpPr>
      <dsp:spPr>
        <a:xfrm>
          <a:off x="6065989" y="2516799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Профессионально-кадровая </a:t>
          </a:r>
          <a:br>
            <a:rPr lang="ru-RU" sz="3500" kern="1200" dirty="0"/>
          </a:br>
          <a:r>
            <a:rPr lang="ru-RU" sz="3500" kern="1200" dirty="0"/>
            <a:t>подсистема </a:t>
          </a:r>
        </a:p>
      </dsp:txBody>
      <dsp:txXfrm>
        <a:off x="6065989" y="2516799"/>
        <a:ext cx="5705262" cy="212551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E04E6-0426-4B8B-BF65-41088F6FF25D}">
      <dsp:nvSpPr>
        <dsp:cNvPr id="0" name=""/>
        <dsp:cNvSpPr/>
      </dsp:nvSpPr>
      <dsp:spPr>
        <a:xfrm>
          <a:off x="4297" y="3682"/>
          <a:ext cx="2988605" cy="4671982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Институциональная подсистема </a:t>
          </a:r>
        </a:p>
      </dsp:txBody>
      <dsp:txXfrm>
        <a:off x="4297" y="3682"/>
        <a:ext cx="2988605" cy="467198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E04E6-0426-4B8B-BF65-41088F6FF25D}">
      <dsp:nvSpPr>
        <dsp:cNvPr id="0" name=""/>
        <dsp:cNvSpPr/>
      </dsp:nvSpPr>
      <dsp:spPr>
        <a:xfrm>
          <a:off x="6474" y="37036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Институциональная подсистема </a:t>
          </a:r>
        </a:p>
      </dsp:txBody>
      <dsp:txXfrm>
        <a:off x="6474" y="37036"/>
        <a:ext cx="5705262" cy="2125511"/>
      </dsp:txXfrm>
    </dsp:sp>
    <dsp:sp modelId="{5526CF03-D813-42C3-BD03-ABD5E0625817}">
      <dsp:nvSpPr>
        <dsp:cNvPr id="0" name=""/>
        <dsp:cNvSpPr/>
      </dsp:nvSpPr>
      <dsp:spPr>
        <a:xfrm>
          <a:off x="6065989" y="37036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Нормативно-</a:t>
          </a:r>
          <a:br>
            <a:rPr lang="ru-RU" sz="3500" kern="1200" dirty="0"/>
          </a:br>
          <a:r>
            <a:rPr lang="ru-RU" sz="3500" kern="1200" dirty="0"/>
            <a:t>правовая </a:t>
          </a:r>
          <a:br>
            <a:rPr lang="ru-RU" sz="3500" kern="1200" dirty="0"/>
          </a:br>
          <a:r>
            <a:rPr lang="ru-RU" sz="3500" kern="1200" dirty="0"/>
            <a:t>подсистема </a:t>
          </a:r>
        </a:p>
      </dsp:txBody>
      <dsp:txXfrm>
        <a:off x="6065989" y="37036"/>
        <a:ext cx="5705262" cy="2125511"/>
      </dsp:txXfrm>
    </dsp:sp>
    <dsp:sp modelId="{BADF6949-EE43-4B49-88BB-2A74B0B35939}">
      <dsp:nvSpPr>
        <dsp:cNvPr id="0" name=""/>
        <dsp:cNvSpPr/>
      </dsp:nvSpPr>
      <dsp:spPr>
        <a:xfrm>
          <a:off x="6474" y="2516799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Коммуникативная подсистема </a:t>
          </a:r>
        </a:p>
      </dsp:txBody>
      <dsp:txXfrm>
        <a:off x="6474" y="2516799"/>
        <a:ext cx="5705262" cy="2125511"/>
      </dsp:txXfrm>
    </dsp:sp>
    <dsp:sp modelId="{64DA7FCD-A077-4ACE-9B3D-B377DEE438B5}">
      <dsp:nvSpPr>
        <dsp:cNvPr id="0" name=""/>
        <dsp:cNvSpPr/>
      </dsp:nvSpPr>
      <dsp:spPr>
        <a:xfrm>
          <a:off x="6065989" y="2516799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Профессионально-кадровая </a:t>
          </a:r>
          <a:br>
            <a:rPr lang="ru-RU" sz="3500" kern="1200" dirty="0"/>
          </a:br>
          <a:r>
            <a:rPr lang="ru-RU" sz="3500" kern="1200" dirty="0"/>
            <a:t>подсистема </a:t>
          </a:r>
        </a:p>
      </dsp:txBody>
      <dsp:txXfrm>
        <a:off x="6065989" y="2516799"/>
        <a:ext cx="5705262" cy="212551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6CF03-D813-42C3-BD03-ABD5E0625817}">
      <dsp:nvSpPr>
        <dsp:cNvPr id="0" name=""/>
        <dsp:cNvSpPr/>
      </dsp:nvSpPr>
      <dsp:spPr>
        <a:xfrm>
          <a:off x="4285" y="3682"/>
          <a:ext cx="2980034" cy="4671983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Нормативно-правовая подсистема </a:t>
          </a:r>
        </a:p>
      </dsp:txBody>
      <dsp:txXfrm>
        <a:off x="4285" y="3682"/>
        <a:ext cx="2980034" cy="467198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E04E6-0426-4B8B-BF65-41088F6FF25D}">
      <dsp:nvSpPr>
        <dsp:cNvPr id="0" name=""/>
        <dsp:cNvSpPr/>
      </dsp:nvSpPr>
      <dsp:spPr>
        <a:xfrm>
          <a:off x="6474" y="37036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Институциональная подсистема </a:t>
          </a:r>
        </a:p>
      </dsp:txBody>
      <dsp:txXfrm>
        <a:off x="6474" y="37036"/>
        <a:ext cx="5705262" cy="2125511"/>
      </dsp:txXfrm>
    </dsp:sp>
    <dsp:sp modelId="{5526CF03-D813-42C3-BD03-ABD5E0625817}">
      <dsp:nvSpPr>
        <dsp:cNvPr id="0" name=""/>
        <dsp:cNvSpPr/>
      </dsp:nvSpPr>
      <dsp:spPr>
        <a:xfrm>
          <a:off x="6065989" y="37036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Нормативно-</a:t>
          </a:r>
          <a:br>
            <a:rPr lang="ru-RU" sz="3500" kern="1200" dirty="0"/>
          </a:br>
          <a:r>
            <a:rPr lang="ru-RU" sz="3500" kern="1200" dirty="0"/>
            <a:t>правовая </a:t>
          </a:r>
          <a:br>
            <a:rPr lang="ru-RU" sz="3500" kern="1200" dirty="0"/>
          </a:br>
          <a:r>
            <a:rPr lang="ru-RU" sz="3500" kern="1200" dirty="0"/>
            <a:t>подсистема </a:t>
          </a:r>
        </a:p>
      </dsp:txBody>
      <dsp:txXfrm>
        <a:off x="6065989" y="37036"/>
        <a:ext cx="5705262" cy="2125511"/>
      </dsp:txXfrm>
    </dsp:sp>
    <dsp:sp modelId="{BADF6949-EE43-4B49-88BB-2A74B0B35939}">
      <dsp:nvSpPr>
        <dsp:cNvPr id="0" name=""/>
        <dsp:cNvSpPr/>
      </dsp:nvSpPr>
      <dsp:spPr>
        <a:xfrm>
          <a:off x="6474" y="2516799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Коммуникативная подсистема </a:t>
          </a:r>
        </a:p>
      </dsp:txBody>
      <dsp:txXfrm>
        <a:off x="6474" y="2516799"/>
        <a:ext cx="5705262" cy="2125511"/>
      </dsp:txXfrm>
    </dsp:sp>
    <dsp:sp modelId="{64DA7FCD-A077-4ACE-9B3D-B377DEE438B5}">
      <dsp:nvSpPr>
        <dsp:cNvPr id="0" name=""/>
        <dsp:cNvSpPr/>
      </dsp:nvSpPr>
      <dsp:spPr>
        <a:xfrm>
          <a:off x="6065989" y="2516799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Профессионально-кадровая </a:t>
          </a:r>
          <a:br>
            <a:rPr lang="ru-RU" sz="3500" kern="1200" dirty="0"/>
          </a:br>
          <a:r>
            <a:rPr lang="ru-RU" sz="3500" kern="1200" dirty="0"/>
            <a:t>подсистема </a:t>
          </a:r>
        </a:p>
      </dsp:txBody>
      <dsp:txXfrm>
        <a:off x="6065989" y="2516799"/>
        <a:ext cx="5705262" cy="212551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DF6949-EE43-4B49-88BB-2A74B0B35939}">
      <dsp:nvSpPr>
        <dsp:cNvPr id="0" name=""/>
        <dsp:cNvSpPr/>
      </dsp:nvSpPr>
      <dsp:spPr>
        <a:xfrm>
          <a:off x="1940" y="10508"/>
          <a:ext cx="2993319" cy="4658330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Коммуникативная подсистема </a:t>
          </a:r>
        </a:p>
      </dsp:txBody>
      <dsp:txXfrm>
        <a:off x="1940" y="10508"/>
        <a:ext cx="2993319" cy="465833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5E04E6-0426-4B8B-BF65-41088F6FF25D}">
      <dsp:nvSpPr>
        <dsp:cNvPr id="0" name=""/>
        <dsp:cNvSpPr/>
      </dsp:nvSpPr>
      <dsp:spPr>
        <a:xfrm>
          <a:off x="6474" y="37036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Институциональная подсистема </a:t>
          </a:r>
        </a:p>
      </dsp:txBody>
      <dsp:txXfrm>
        <a:off x="6474" y="37036"/>
        <a:ext cx="5705262" cy="2125511"/>
      </dsp:txXfrm>
    </dsp:sp>
    <dsp:sp modelId="{5526CF03-D813-42C3-BD03-ABD5E0625817}">
      <dsp:nvSpPr>
        <dsp:cNvPr id="0" name=""/>
        <dsp:cNvSpPr/>
      </dsp:nvSpPr>
      <dsp:spPr>
        <a:xfrm>
          <a:off x="6065989" y="37036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Нормативно-</a:t>
          </a:r>
          <a:br>
            <a:rPr lang="ru-RU" sz="3500" kern="1200" dirty="0"/>
          </a:br>
          <a:r>
            <a:rPr lang="ru-RU" sz="3500" kern="1200" dirty="0"/>
            <a:t>правовая </a:t>
          </a:r>
          <a:br>
            <a:rPr lang="ru-RU" sz="3500" kern="1200" dirty="0"/>
          </a:br>
          <a:r>
            <a:rPr lang="ru-RU" sz="3500" kern="1200" dirty="0"/>
            <a:t>подсистема </a:t>
          </a:r>
        </a:p>
      </dsp:txBody>
      <dsp:txXfrm>
        <a:off x="6065989" y="37036"/>
        <a:ext cx="5705262" cy="2125511"/>
      </dsp:txXfrm>
    </dsp:sp>
    <dsp:sp modelId="{BADF6949-EE43-4B49-88BB-2A74B0B35939}">
      <dsp:nvSpPr>
        <dsp:cNvPr id="0" name=""/>
        <dsp:cNvSpPr/>
      </dsp:nvSpPr>
      <dsp:spPr>
        <a:xfrm>
          <a:off x="6474" y="2516799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Коммуникативная подсистема </a:t>
          </a:r>
        </a:p>
      </dsp:txBody>
      <dsp:txXfrm>
        <a:off x="6474" y="2516799"/>
        <a:ext cx="5705262" cy="2125511"/>
      </dsp:txXfrm>
    </dsp:sp>
    <dsp:sp modelId="{64DA7FCD-A077-4ACE-9B3D-B377DEE438B5}">
      <dsp:nvSpPr>
        <dsp:cNvPr id="0" name=""/>
        <dsp:cNvSpPr/>
      </dsp:nvSpPr>
      <dsp:spPr>
        <a:xfrm>
          <a:off x="6065989" y="2516799"/>
          <a:ext cx="5705262" cy="2125511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kern="1200" dirty="0"/>
            <a:t>Профессионально-кадровая </a:t>
          </a:r>
          <a:br>
            <a:rPr lang="ru-RU" sz="3500" kern="1200" dirty="0"/>
          </a:br>
          <a:r>
            <a:rPr lang="ru-RU" sz="3500" kern="1200" dirty="0"/>
            <a:t>подсистема </a:t>
          </a:r>
        </a:p>
      </dsp:txBody>
      <dsp:txXfrm>
        <a:off x="6065989" y="2516799"/>
        <a:ext cx="5705262" cy="212551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DA7FCD-A077-4ACE-9B3D-B377DEE438B5}">
      <dsp:nvSpPr>
        <dsp:cNvPr id="0" name=""/>
        <dsp:cNvSpPr/>
      </dsp:nvSpPr>
      <dsp:spPr>
        <a:xfrm>
          <a:off x="1929" y="23849"/>
          <a:ext cx="2976174" cy="4631649"/>
        </a:xfrm>
        <a:prstGeom prst="rect">
          <a:avLst/>
        </a:prstGeom>
        <a:solidFill>
          <a:srgbClr val="002060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Профессионально-кадровая подсистема </a:t>
          </a:r>
        </a:p>
      </dsp:txBody>
      <dsp:txXfrm>
        <a:off x="1929" y="23849"/>
        <a:ext cx="2976174" cy="463164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C5B17-EC97-4A12-9CFC-4FE035D42D23}">
      <dsp:nvSpPr>
        <dsp:cNvPr id="0" name=""/>
        <dsp:cNvSpPr/>
      </dsp:nvSpPr>
      <dsp:spPr>
        <a:xfrm>
          <a:off x="0" y="37796"/>
          <a:ext cx="8318047" cy="214110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Статья 3 Конституции РФ: </a:t>
          </a:r>
          <a:br>
            <a:rPr lang="ru-RU" sz="3000" kern="1200" dirty="0"/>
          </a:br>
          <a:r>
            <a:rPr lang="ru-RU" sz="3000" kern="1200" dirty="0"/>
            <a:t>Носителем суверенитета и единственным источником </a:t>
          </a:r>
          <a:r>
            <a:rPr lang="ru-RU" sz="3000" b="1" kern="1200" dirty="0"/>
            <a:t>власти</a:t>
          </a:r>
          <a:r>
            <a:rPr lang="ru-RU" sz="3000" kern="1200" dirty="0"/>
            <a:t> в Российской Федерации является ее </a:t>
          </a:r>
          <a:r>
            <a:rPr lang="ru-RU" sz="3000" b="1" kern="1200" dirty="0"/>
            <a:t>многонациональный народ</a:t>
          </a:r>
          <a:r>
            <a:rPr lang="ru-RU" sz="3000" kern="1200" dirty="0"/>
            <a:t>.</a:t>
          </a:r>
          <a:endParaRPr lang="en-US" sz="3000" kern="1200" dirty="0"/>
        </a:p>
      </dsp:txBody>
      <dsp:txXfrm>
        <a:off x="104520" y="142316"/>
        <a:ext cx="8109007" cy="193206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7BC722-9D45-44D4-AD53-25B18FFEB811}">
      <dsp:nvSpPr>
        <dsp:cNvPr id="0" name=""/>
        <dsp:cNvSpPr/>
      </dsp:nvSpPr>
      <dsp:spPr>
        <a:xfrm>
          <a:off x="4916" y="1"/>
          <a:ext cx="5655823" cy="684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 dirty="0"/>
            <a:t>Классическая (линейная)</a:t>
          </a:r>
        </a:p>
      </dsp:txBody>
      <dsp:txXfrm>
        <a:off x="4916" y="1"/>
        <a:ext cx="5655823" cy="684209"/>
      </dsp:txXfrm>
    </dsp:sp>
    <dsp:sp modelId="{F81D2DBA-4E76-42F6-8864-9ECAEBE4FCDA}">
      <dsp:nvSpPr>
        <dsp:cNvPr id="0" name=""/>
        <dsp:cNvSpPr/>
      </dsp:nvSpPr>
      <dsp:spPr>
        <a:xfrm>
          <a:off x="5878796" y="1"/>
          <a:ext cx="5655823" cy="684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/>
            <a:t>Государственного менеджеризма</a:t>
          </a:r>
        </a:p>
      </dsp:txBody>
      <dsp:txXfrm>
        <a:off x="5878796" y="1"/>
        <a:ext cx="5655823" cy="68420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640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Законодательная</a:t>
          </a:r>
          <a:endParaRPr lang="en-US" sz="2600" kern="1200" dirty="0"/>
        </a:p>
      </dsp:txBody>
      <dsp:txXfrm>
        <a:off x="151484" y="790727"/>
        <a:ext cx="2829252" cy="2769882"/>
      </dsp:txXfrm>
    </dsp:sp>
    <dsp:sp modelId="{BA60DA64-5FA9-4A97-BF3A-E93FADFF78E7}">
      <dsp:nvSpPr>
        <dsp:cNvPr id="0" name=""/>
        <dsp:cNvSpPr/>
      </dsp:nvSpPr>
      <dsp:spPr>
        <a:xfrm>
          <a:off x="3693329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Исполнительная</a:t>
          </a:r>
          <a:endParaRPr lang="en-US" sz="2600" kern="1200" dirty="0"/>
        </a:p>
      </dsp:txBody>
      <dsp:txXfrm>
        <a:off x="3843173" y="790727"/>
        <a:ext cx="2829252" cy="2769882"/>
      </dsp:txXfrm>
    </dsp:sp>
    <dsp:sp modelId="{14065A0C-677E-478D-B402-557D0932B4C7}">
      <dsp:nvSpPr>
        <dsp:cNvPr id="0" name=""/>
        <dsp:cNvSpPr/>
      </dsp:nvSpPr>
      <dsp:spPr>
        <a:xfrm>
          <a:off x="7385019" y="640883"/>
          <a:ext cx="3128940" cy="306957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Судебная</a:t>
          </a:r>
          <a:endParaRPr lang="en-US" sz="2600" kern="1200" dirty="0"/>
        </a:p>
      </dsp:txBody>
      <dsp:txXfrm>
        <a:off x="7534863" y="790727"/>
        <a:ext cx="2829252" cy="276988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C5B17-EC97-4A12-9CFC-4FE035D42D23}">
      <dsp:nvSpPr>
        <dsp:cNvPr id="0" name=""/>
        <dsp:cNvSpPr/>
      </dsp:nvSpPr>
      <dsp:spPr>
        <a:xfrm>
          <a:off x="0" y="112947"/>
          <a:ext cx="9294359" cy="762664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>
              <a:latin typeface="+mj-lt"/>
            </a:rPr>
            <a:t>Статья 10 Конституции РФ: </a:t>
          </a:r>
          <a:endParaRPr lang="en-US" sz="3100" kern="1200" dirty="0"/>
        </a:p>
      </dsp:txBody>
      <dsp:txXfrm>
        <a:off x="37230" y="150177"/>
        <a:ext cx="9219899" cy="68820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807BA-B970-443A-9E39-A588BEA5D3BB}">
      <dsp:nvSpPr>
        <dsp:cNvPr id="0" name=""/>
        <dsp:cNvSpPr/>
      </dsp:nvSpPr>
      <dsp:spPr>
        <a:xfrm>
          <a:off x="0" y="13964"/>
          <a:ext cx="7013705" cy="91494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/>
            <a:t>Федеральные органы управления </a:t>
          </a:r>
          <a:br>
            <a:rPr lang="ru-RU" sz="2300" b="1" kern="1200" dirty="0"/>
          </a:br>
          <a:r>
            <a:rPr lang="ru-RU" sz="2300" kern="1200" dirty="0"/>
            <a:t>(Российская Федерация)</a:t>
          </a:r>
        </a:p>
      </dsp:txBody>
      <dsp:txXfrm>
        <a:off x="44664" y="58628"/>
        <a:ext cx="6924377" cy="825612"/>
      </dsp:txXfrm>
    </dsp:sp>
    <dsp:sp modelId="{BE68BE58-EE77-4F80-AC9D-0554A80F786A}">
      <dsp:nvSpPr>
        <dsp:cNvPr id="0" name=""/>
        <dsp:cNvSpPr/>
      </dsp:nvSpPr>
      <dsp:spPr>
        <a:xfrm>
          <a:off x="0" y="995145"/>
          <a:ext cx="7013705" cy="914940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/>
            <a:t>Региональные</a:t>
          </a:r>
          <a:r>
            <a:rPr lang="ru-RU" sz="2300" kern="1200" dirty="0"/>
            <a:t> </a:t>
          </a:r>
          <a:r>
            <a:rPr lang="ru-RU" sz="2300" b="1" kern="1200" dirty="0"/>
            <a:t>органы управления </a:t>
          </a:r>
          <a:br>
            <a:rPr lang="ru-RU" sz="2300" kern="1200" dirty="0"/>
          </a:br>
          <a:r>
            <a:rPr lang="ru-RU" sz="2300" kern="1200" dirty="0"/>
            <a:t>(Субъекты Российской Федерации)</a:t>
          </a:r>
        </a:p>
      </dsp:txBody>
      <dsp:txXfrm>
        <a:off x="44664" y="1039809"/>
        <a:ext cx="6924377" cy="82561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807BA-B970-443A-9E39-A588BEA5D3BB}">
      <dsp:nvSpPr>
        <dsp:cNvPr id="0" name=""/>
        <dsp:cNvSpPr/>
      </dsp:nvSpPr>
      <dsp:spPr>
        <a:xfrm>
          <a:off x="0" y="383280"/>
          <a:ext cx="7013705" cy="1157489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/>
            <a:t>Органы местного самоуправления </a:t>
          </a:r>
          <a:br>
            <a:rPr lang="ru-RU" sz="2300" b="1" kern="1200" dirty="0"/>
          </a:br>
          <a:r>
            <a:rPr lang="ru-RU" sz="2300" kern="1200" dirty="0"/>
            <a:t>(Муниципальные образования субъектов Российской Федерации)</a:t>
          </a:r>
        </a:p>
      </dsp:txBody>
      <dsp:txXfrm>
        <a:off x="56504" y="439784"/>
        <a:ext cx="6900697" cy="104448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D4E7C-8F52-45C5-B117-10FB9D0E7549}">
      <dsp:nvSpPr>
        <dsp:cNvPr id="0" name=""/>
        <dsp:cNvSpPr/>
      </dsp:nvSpPr>
      <dsp:spPr>
        <a:xfrm>
          <a:off x="0" y="426955"/>
          <a:ext cx="10921999" cy="1319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kern="1200" dirty="0"/>
            <a:t>1. Местное самоуправление в Российской Федерации обеспечивает </a:t>
          </a:r>
          <a:r>
            <a:rPr lang="ru-RU" sz="2400" b="1" kern="1200" dirty="0"/>
            <a:t>самостоятельное решение населением вопросов местного значения</a:t>
          </a:r>
          <a:r>
            <a:rPr lang="ru-RU" sz="2400" b="0" kern="1200" dirty="0"/>
            <a:t>, владение, пользование и распоряжение муниципальной собственностью.</a:t>
          </a:r>
        </a:p>
      </dsp:txBody>
      <dsp:txXfrm>
        <a:off x="64425" y="491380"/>
        <a:ext cx="10793149" cy="1190909"/>
      </dsp:txXfrm>
    </dsp:sp>
    <dsp:sp modelId="{014E81AC-D8F8-4297-BF86-E294D90E95AE}">
      <dsp:nvSpPr>
        <dsp:cNvPr id="0" name=""/>
        <dsp:cNvSpPr/>
      </dsp:nvSpPr>
      <dsp:spPr>
        <a:xfrm>
          <a:off x="0" y="1815835"/>
          <a:ext cx="10921999" cy="13197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kern="1200" dirty="0"/>
            <a:t>2. Местное самоуправление </a:t>
          </a:r>
          <a:r>
            <a:rPr lang="ru-RU" sz="2400" b="1" kern="1200" dirty="0"/>
            <a:t>осуществляется гражданами </a:t>
          </a:r>
          <a:r>
            <a:rPr lang="ru-RU" sz="2400" b="0" kern="1200" dirty="0"/>
            <a:t>путем референдума, выборов, других форм прямого волеизъявления, через выборные и другие </a:t>
          </a:r>
          <a:r>
            <a:rPr lang="ru-RU" sz="2400" b="1" kern="1200" dirty="0"/>
            <a:t>органы местного самоуправления</a:t>
          </a:r>
          <a:r>
            <a:rPr lang="ru-RU" sz="2400" b="0" kern="1200" dirty="0"/>
            <a:t>.</a:t>
          </a:r>
        </a:p>
      </dsp:txBody>
      <dsp:txXfrm>
        <a:off x="64425" y="1880260"/>
        <a:ext cx="10793149" cy="119090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C5B17-EC97-4A12-9CFC-4FE035D42D23}">
      <dsp:nvSpPr>
        <dsp:cNvPr id="0" name=""/>
        <dsp:cNvSpPr/>
      </dsp:nvSpPr>
      <dsp:spPr>
        <a:xfrm>
          <a:off x="0" y="169104"/>
          <a:ext cx="9922329" cy="850269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/>
            <a:t>Конституция РФ. </a:t>
          </a:r>
          <a:r>
            <a:rPr lang="ru-RU" sz="2600" kern="1200" dirty="0"/>
            <a:t>Глава 8. Местное самоуправление. Статья 130</a:t>
          </a:r>
          <a:endParaRPr lang="en-US" sz="2600" kern="1200" dirty="0"/>
        </a:p>
      </dsp:txBody>
      <dsp:txXfrm>
        <a:off x="41507" y="210611"/>
        <a:ext cx="9839315" cy="76725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D4E7C-8F52-45C5-B117-10FB9D0E7549}">
      <dsp:nvSpPr>
        <dsp:cNvPr id="0" name=""/>
        <dsp:cNvSpPr/>
      </dsp:nvSpPr>
      <dsp:spPr>
        <a:xfrm>
          <a:off x="0" y="141692"/>
          <a:ext cx="10921999" cy="449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kern="1200" dirty="0"/>
            <a:t>форма </a:t>
          </a:r>
          <a:r>
            <a:rPr lang="ru-RU" sz="3000" b="1" kern="1200" dirty="0"/>
            <a:t>осуществления народом своей власти</a:t>
          </a:r>
          <a:r>
            <a:rPr lang="ru-RU" sz="3000" b="0" kern="1200" dirty="0"/>
            <a:t>, обеспечивающая в пределах, установленных Конституцией РФ, федеральными законами, а в случаях, установленных федеральными законами, - законами субъектов РФ, </a:t>
          </a:r>
          <a:r>
            <a:rPr lang="ru-RU" sz="3000" b="1" kern="1200" dirty="0"/>
            <a:t>самостоятельное и под свою ответственность </a:t>
          </a:r>
          <a:r>
            <a:rPr lang="ru-RU" sz="3000" b="0" kern="1200" dirty="0"/>
            <a:t>решение </a:t>
          </a:r>
          <a:r>
            <a:rPr lang="ru-RU" sz="3000" b="0" i="1" kern="1200" dirty="0"/>
            <a:t>населением непосредственно </a:t>
          </a:r>
          <a:r>
            <a:rPr lang="ru-RU" sz="3000" b="0" kern="1200" dirty="0"/>
            <a:t>и (или) через </a:t>
          </a:r>
          <a:r>
            <a:rPr lang="ru-RU" sz="3000" b="0" i="1" kern="1200" dirty="0"/>
            <a:t>органы местного самоуправления </a:t>
          </a:r>
          <a:r>
            <a:rPr lang="ru-RU" sz="3000" b="1" kern="1200" dirty="0"/>
            <a:t>вопросов местного значения</a:t>
          </a:r>
          <a:r>
            <a:rPr lang="ru-RU" sz="3000" b="0" kern="1200" dirty="0"/>
            <a:t> исходя из интересов населения с учетом исторических и иных местных традиций.</a:t>
          </a:r>
        </a:p>
      </dsp:txBody>
      <dsp:txXfrm>
        <a:off x="219320" y="361012"/>
        <a:ext cx="10483359" cy="405416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E11A2-B0B9-4A9F-B7A2-3D4D83A9D782}">
      <dsp:nvSpPr>
        <dsp:cNvPr id="0" name=""/>
        <dsp:cNvSpPr/>
      </dsp:nvSpPr>
      <dsp:spPr>
        <a:xfrm>
          <a:off x="0" y="3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Обеспечение благоустройства территории: дороги, озеленение, освещение, очистка</a:t>
          </a:r>
          <a:endParaRPr lang="ru-RU" sz="1800" kern="1200" dirty="0"/>
        </a:p>
      </dsp:txBody>
      <dsp:txXfrm>
        <a:off x="22846" y="58213"/>
        <a:ext cx="11760979" cy="422308"/>
      </dsp:txXfrm>
    </dsp:sp>
    <dsp:sp modelId="{153FFF25-61C3-4085-9122-86ABCBABAB74}">
      <dsp:nvSpPr>
        <dsp:cNvPr id="0" name=""/>
        <dsp:cNvSpPr/>
      </dsp:nvSpPr>
      <dsp:spPr>
        <a:xfrm>
          <a:off x="0" y="57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ЖКХ: водоснабжение, тепло- и газоснабжение, водоотведение, сбор отходов</a:t>
          </a:r>
          <a:endParaRPr lang="ru-RU" sz="1800" kern="1200" dirty="0"/>
        </a:p>
      </dsp:txBody>
      <dsp:txXfrm>
        <a:off x="22846" y="598213"/>
        <a:ext cx="11760979" cy="422308"/>
      </dsp:txXfrm>
    </dsp:sp>
    <dsp:sp modelId="{B6B5673C-80FB-4869-A2DA-9203D3E15D70}">
      <dsp:nvSpPr>
        <dsp:cNvPr id="0" name=""/>
        <dsp:cNvSpPr/>
      </dsp:nvSpPr>
      <dsp:spPr>
        <a:xfrm>
          <a:off x="0" y="111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Создание условий для транспортного обслуживания и организация муниципальных маршрутов</a:t>
          </a:r>
          <a:endParaRPr lang="ru-RU" sz="1800" kern="1200" dirty="0"/>
        </a:p>
      </dsp:txBody>
      <dsp:txXfrm>
        <a:off x="22846" y="1138213"/>
        <a:ext cx="11760979" cy="422308"/>
      </dsp:txXfrm>
    </dsp:sp>
    <dsp:sp modelId="{06418BDE-673C-4E1A-8F81-EE497D6A775C}">
      <dsp:nvSpPr>
        <dsp:cNvPr id="0" name=""/>
        <dsp:cNvSpPr/>
      </dsp:nvSpPr>
      <dsp:spPr>
        <a:xfrm>
          <a:off x="0" y="165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Управление муниципальной собственностью и земельными ресурсами</a:t>
          </a:r>
          <a:endParaRPr lang="ru-RU" sz="1800" kern="1200" dirty="0"/>
        </a:p>
      </dsp:txBody>
      <dsp:txXfrm>
        <a:off x="22846" y="1678213"/>
        <a:ext cx="11760979" cy="422308"/>
      </dsp:txXfrm>
    </dsp:sp>
    <dsp:sp modelId="{78447855-5D16-4170-AD05-CFD81F1DBFC4}">
      <dsp:nvSpPr>
        <dsp:cNvPr id="0" name=""/>
        <dsp:cNvSpPr/>
      </dsp:nvSpPr>
      <dsp:spPr>
        <a:xfrm>
          <a:off x="0" y="219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Содействие развитию малого и среднего предпринимательства</a:t>
          </a:r>
          <a:endParaRPr lang="ru-RU" sz="1800" kern="1200" dirty="0"/>
        </a:p>
      </dsp:txBody>
      <dsp:txXfrm>
        <a:off x="22846" y="2218213"/>
        <a:ext cx="11760979" cy="422308"/>
      </dsp:txXfrm>
    </dsp:sp>
    <dsp:sp modelId="{4B82D752-03BD-431C-9D81-A721EF59EAAC}">
      <dsp:nvSpPr>
        <dsp:cNvPr id="0" name=""/>
        <dsp:cNvSpPr/>
      </dsp:nvSpPr>
      <dsp:spPr>
        <a:xfrm>
          <a:off x="0" y="273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Социальная поддержка населения, организация досуга, культуры и физкультуры</a:t>
          </a:r>
          <a:endParaRPr lang="ru-RU" sz="1800" kern="1200" dirty="0"/>
        </a:p>
      </dsp:txBody>
      <dsp:txXfrm>
        <a:off x="22846" y="2758213"/>
        <a:ext cx="11760979" cy="422308"/>
      </dsp:txXfrm>
    </dsp:sp>
    <dsp:sp modelId="{9FFED549-6456-409B-B0AE-A3D995F2C96E}">
      <dsp:nvSpPr>
        <dsp:cNvPr id="0" name=""/>
        <dsp:cNvSpPr/>
      </dsp:nvSpPr>
      <dsp:spPr>
        <a:xfrm>
          <a:off x="0" y="327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Обеспечение пожарной безопасности, мер по гражданской обороне и ЧС</a:t>
          </a:r>
          <a:endParaRPr lang="ru-RU" sz="1800" kern="1200" dirty="0"/>
        </a:p>
      </dsp:txBody>
      <dsp:txXfrm>
        <a:off x="22846" y="3298213"/>
        <a:ext cx="11760979" cy="422308"/>
      </dsp:txXfrm>
    </dsp:sp>
    <dsp:sp modelId="{FF92AAC1-3A8E-460D-AF67-275ECC77913F}">
      <dsp:nvSpPr>
        <dsp:cNvPr id="0" name=""/>
        <dsp:cNvSpPr/>
      </dsp:nvSpPr>
      <dsp:spPr>
        <a:xfrm>
          <a:off x="0" y="381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Планирование и развитие территориальной инфраструктуры, градостроительство</a:t>
          </a:r>
          <a:endParaRPr lang="ru-RU" sz="1800" kern="1200" dirty="0"/>
        </a:p>
      </dsp:txBody>
      <dsp:txXfrm>
        <a:off x="22846" y="3838213"/>
        <a:ext cx="11760979" cy="422308"/>
      </dsp:txXfrm>
    </dsp:sp>
    <dsp:sp modelId="{7D253F0A-C836-46F3-B8BC-32502A214347}">
      <dsp:nvSpPr>
        <dsp:cNvPr id="0" name=""/>
        <dsp:cNvSpPr/>
      </dsp:nvSpPr>
      <dsp:spPr>
        <a:xfrm>
          <a:off x="0" y="4355367"/>
          <a:ext cx="11806671" cy="468000"/>
        </a:xfrm>
        <a:prstGeom prst="roundRect">
          <a:avLst/>
        </a:prstGeom>
        <a:solidFill>
          <a:schemeClr val="accent3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Организация местных выборов, общественных обсуждений и других форм участия граждан</a:t>
          </a:r>
          <a:endParaRPr lang="ru-RU" sz="1800" kern="1200" dirty="0"/>
        </a:p>
      </dsp:txBody>
      <dsp:txXfrm>
        <a:off x="22846" y="4378213"/>
        <a:ext cx="11760979" cy="42230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696427" y="1852119"/>
          <a:ext cx="2193371" cy="5666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Федеральный</a:t>
          </a:r>
          <a:endParaRPr lang="en-US" sz="2300" kern="1200" dirty="0"/>
        </a:p>
      </dsp:txBody>
      <dsp:txXfrm>
        <a:off x="724088" y="1879780"/>
        <a:ext cx="2138049" cy="511316"/>
      </dsp:txXfrm>
    </dsp:sp>
    <dsp:sp modelId="{BA60DA64-5FA9-4A97-BF3A-E93FADFF78E7}">
      <dsp:nvSpPr>
        <dsp:cNvPr id="0" name=""/>
        <dsp:cNvSpPr/>
      </dsp:nvSpPr>
      <dsp:spPr>
        <a:xfrm>
          <a:off x="696104" y="3269159"/>
          <a:ext cx="2193371" cy="5666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Региональный</a:t>
          </a:r>
          <a:endParaRPr lang="en-US" sz="2300" kern="1200" dirty="0"/>
        </a:p>
      </dsp:txBody>
      <dsp:txXfrm>
        <a:off x="723765" y="3296820"/>
        <a:ext cx="2138049" cy="511316"/>
      </dsp:txXfrm>
    </dsp:sp>
    <dsp:sp modelId="{14065A0C-677E-478D-B402-557D0932B4C7}">
      <dsp:nvSpPr>
        <dsp:cNvPr id="0" name=""/>
        <dsp:cNvSpPr/>
      </dsp:nvSpPr>
      <dsp:spPr>
        <a:xfrm>
          <a:off x="696104" y="4934574"/>
          <a:ext cx="2193371" cy="5666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Местный</a:t>
          </a:r>
          <a:endParaRPr lang="en-US" sz="2300" kern="1200" dirty="0"/>
        </a:p>
      </dsp:txBody>
      <dsp:txXfrm>
        <a:off x="723765" y="4962235"/>
        <a:ext cx="2138049" cy="511316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338" y="363077"/>
          <a:ext cx="2552202" cy="599408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Законодательная</a:t>
          </a:r>
          <a:endParaRPr lang="en-US" sz="2300" kern="1200" dirty="0"/>
        </a:p>
      </dsp:txBody>
      <dsp:txXfrm>
        <a:off x="30599" y="392338"/>
        <a:ext cx="2493680" cy="540886"/>
      </dsp:txXfrm>
    </dsp:sp>
    <dsp:sp modelId="{BA60DA64-5FA9-4A97-BF3A-E93FADFF78E7}">
      <dsp:nvSpPr>
        <dsp:cNvPr id="0" name=""/>
        <dsp:cNvSpPr/>
      </dsp:nvSpPr>
      <dsp:spPr>
        <a:xfrm>
          <a:off x="3012562" y="363077"/>
          <a:ext cx="2552202" cy="599408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Исполнительная</a:t>
          </a:r>
          <a:endParaRPr lang="en-US" sz="2300" kern="1200" dirty="0"/>
        </a:p>
      </dsp:txBody>
      <dsp:txXfrm>
        <a:off x="3041823" y="392338"/>
        <a:ext cx="2493680" cy="540886"/>
      </dsp:txXfrm>
    </dsp:sp>
    <dsp:sp modelId="{14065A0C-677E-478D-B402-557D0932B4C7}">
      <dsp:nvSpPr>
        <dsp:cNvPr id="0" name=""/>
        <dsp:cNvSpPr/>
      </dsp:nvSpPr>
      <dsp:spPr>
        <a:xfrm>
          <a:off x="6023785" y="363077"/>
          <a:ext cx="2552202" cy="599408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Судебная</a:t>
          </a:r>
          <a:endParaRPr lang="en-US" sz="2300" kern="1200" dirty="0"/>
        </a:p>
      </dsp:txBody>
      <dsp:txXfrm>
        <a:off x="6053046" y="392338"/>
        <a:ext cx="2493680" cy="540886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Законодательная</a:t>
          </a:r>
          <a:endParaRPr lang="en-US" sz="30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Федеральный</a:t>
          </a:r>
          <a:endParaRPr lang="en-US" sz="3000" kern="1200" dirty="0"/>
        </a:p>
      </dsp:txBody>
      <dsp:txXfrm>
        <a:off x="243000" y="3312802"/>
        <a:ext cx="3303518" cy="790015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Судебная</a:t>
          </a:r>
          <a:endParaRPr lang="en-US" sz="36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Федеральный</a:t>
          </a:r>
          <a:endParaRPr lang="en-US" sz="3600" kern="1200" dirty="0"/>
        </a:p>
      </dsp:txBody>
      <dsp:txXfrm>
        <a:off x="243000" y="3312802"/>
        <a:ext cx="3303518" cy="790015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Исполнительная</a:t>
          </a:r>
          <a:endParaRPr lang="en-US" sz="31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Региональный</a:t>
          </a:r>
          <a:endParaRPr lang="en-US" sz="3100" kern="1200" dirty="0"/>
        </a:p>
      </dsp:txBody>
      <dsp:txXfrm>
        <a:off x="243000" y="3312802"/>
        <a:ext cx="3303518" cy="790015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Судебная</a:t>
          </a:r>
          <a:endParaRPr lang="en-US" sz="36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Федеральный</a:t>
          </a:r>
          <a:endParaRPr lang="en-US" sz="3600" kern="1200" dirty="0"/>
        </a:p>
      </dsp:txBody>
      <dsp:txXfrm>
        <a:off x="243000" y="3312802"/>
        <a:ext cx="3303518" cy="790015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Законодательная</a:t>
          </a:r>
          <a:endParaRPr lang="en-US" sz="30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Федеральный</a:t>
          </a:r>
          <a:endParaRPr lang="en-US" sz="3000" kern="1200" dirty="0"/>
        </a:p>
      </dsp:txBody>
      <dsp:txXfrm>
        <a:off x="243000" y="3312802"/>
        <a:ext cx="3303518" cy="790015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Исполнительная</a:t>
          </a:r>
          <a:endParaRPr lang="en-US" sz="31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Региональный</a:t>
          </a:r>
          <a:endParaRPr lang="en-US" sz="3100" kern="1200" dirty="0"/>
        </a:p>
      </dsp:txBody>
      <dsp:txXfrm>
        <a:off x="243000" y="3312802"/>
        <a:ext cx="3303518" cy="790015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Исполнительная</a:t>
          </a:r>
          <a:endParaRPr lang="en-US" sz="31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Федеральный</a:t>
          </a:r>
          <a:endParaRPr lang="en-US" sz="3100" kern="1200" dirty="0"/>
        </a:p>
      </dsp:txBody>
      <dsp:txXfrm>
        <a:off x="243000" y="3312802"/>
        <a:ext cx="3303518" cy="790015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Судебная</a:t>
          </a:r>
          <a:endParaRPr lang="en-US" sz="36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Региональный</a:t>
          </a:r>
          <a:endParaRPr lang="en-US" sz="3600" kern="1200" dirty="0"/>
        </a:p>
      </dsp:txBody>
      <dsp:txXfrm>
        <a:off x="243000" y="3312802"/>
        <a:ext cx="3303518" cy="790015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Законодательная</a:t>
          </a:r>
          <a:endParaRPr lang="en-US" sz="30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Местный</a:t>
          </a:r>
          <a:endParaRPr lang="en-US" sz="3000" kern="1200" dirty="0"/>
        </a:p>
      </dsp:txBody>
      <dsp:txXfrm>
        <a:off x="243000" y="3312802"/>
        <a:ext cx="3303518" cy="790015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Судебная</a:t>
          </a:r>
          <a:endParaRPr lang="en-US" sz="36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Местный</a:t>
          </a:r>
          <a:endParaRPr lang="en-US" sz="3600" kern="1200" dirty="0"/>
        </a:p>
      </dsp:txBody>
      <dsp:txXfrm>
        <a:off x="243000" y="3312802"/>
        <a:ext cx="3303518" cy="790015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Исполнительная</a:t>
          </a:r>
          <a:endParaRPr lang="en-US" sz="31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Федеральный</a:t>
          </a:r>
          <a:endParaRPr lang="en-US" sz="3100" kern="1200" dirty="0"/>
        </a:p>
      </dsp:txBody>
      <dsp:txXfrm>
        <a:off x="243000" y="3312802"/>
        <a:ext cx="3303518" cy="790015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Исполнительная</a:t>
          </a:r>
          <a:endParaRPr lang="en-US" sz="31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Региональный</a:t>
          </a:r>
          <a:endParaRPr lang="en-US" sz="3100" kern="1200" dirty="0"/>
        </a:p>
      </dsp:txBody>
      <dsp:txXfrm>
        <a:off x="243000" y="3312802"/>
        <a:ext cx="3303518" cy="790015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Судебная</a:t>
          </a:r>
          <a:endParaRPr lang="en-US" sz="36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Местный</a:t>
          </a:r>
          <a:endParaRPr lang="en-US" sz="3600" kern="1200" dirty="0"/>
        </a:p>
      </dsp:txBody>
      <dsp:txXfrm>
        <a:off x="243000" y="3312802"/>
        <a:ext cx="3303518" cy="790015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Исполнительная</a:t>
          </a:r>
          <a:endParaRPr lang="en-US" sz="31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/>
            <a:t>Федеральный</a:t>
          </a:r>
          <a:endParaRPr lang="en-US" sz="3100" kern="1200" dirty="0"/>
        </a:p>
      </dsp:txBody>
      <dsp:txXfrm>
        <a:off x="243000" y="3312802"/>
        <a:ext cx="3303518" cy="790015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9367-F627-4145-AC4B-BDAF79D52B38}">
      <dsp:nvSpPr>
        <dsp:cNvPr id="0" name=""/>
        <dsp:cNvSpPr/>
      </dsp:nvSpPr>
      <dsp:spPr>
        <a:xfrm>
          <a:off x="197802" y="1279524"/>
          <a:ext cx="3388994" cy="875491"/>
        </a:xfrm>
        <a:prstGeom prst="roundRect">
          <a:avLst/>
        </a:prstGeom>
        <a:solidFill>
          <a:srgbClr val="00206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Законодательная</a:t>
          </a:r>
          <a:endParaRPr lang="en-US" sz="3000" kern="1200" dirty="0"/>
        </a:p>
      </dsp:txBody>
      <dsp:txXfrm>
        <a:off x="240540" y="1322262"/>
        <a:ext cx="3303518" cy="790015"/>
      </dsp:txXfrm>
    </dsp:sp>
    <dsp:sp modelId="{BA60DA64-5FA9-4A97-BF3A-E93FADFF78E7}">
      <dsp:nvSpPr>
        <dsp:cNvPr id="0" name=""/>
        <dsp:cNvSpPr/>
      </dsp:nvSpPr>
      <dsp:spPr>
        <a:xfrm>
          <a:off x="200262" y="3270064"/>
          <a:ext cx="3388994" cy="875491"/>
        </a:xfrm>
        <a:prstGeom prst="roundRect">
          <a:avLst/>
        </a:prstGeom>
        <a:solidFill>
          <a:schemeClr val="lt1"/>
        </a:solidFill>
        <a:ln w="1905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kern="1200" dirty="0"/>
            <a:t>Региональный</a:t>
          </a:r>
          <a:endParaRPr lang="en-US" sz="3000" kern="1200" dirty="0"/>
        </a:p>
      </dsp:txBody>
      <dsp:txXfrm>
        <a:off x="243000" y="3312802"/>
        <a:ext cx="3303518" cy="790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08DC9-48E3-4ABC-BE58-6854D059098B}" type="datetimeFigureOut">
              <a:rPr lang="ru-RU" smtClean="0"/>
              <a:t>11.09.2025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FA6E8-849D-47CC-BFE3-7A530CFB6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43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E7F45-22C0-3755-4876-27C3A4FD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98CB2-11BF-5143-5B99-39109A55C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6FBF9-EAB2-A676-AB16-AA9310EC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3059-A4B1-4F89-9A5E-D6BA2A7223C0}" type="datetime1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47C384-706B-4752-1FD4-83A1FEB0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E5DF13-632D-DFC3-8275-1E8C73C2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84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98566-D971-33E9-8DF3-0036EA41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FD9A0-D1FD-E6B4-6BD2-28B2D27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41F12B-7E09-57FB-EB1E-385BA331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47D49-FE97-4534-9399-61FA1DFE3A15}" type="datetime1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BEF9A-026E-BB46-2736-B3A171F6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3A777A-395A-1F6A-4745-650CB219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87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0DB0B-38CB-B7B6-19DD-B6BDEF4C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827E8A-645E-1582-FA5F-DC961A975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FCC63-71EA-0937-AFAF-5656913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3BE77-0092-407F-9C3A-DAE1798E31BD}" type="datetime1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0E5CD9-3E16-4518-5027-E3A0E240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A5688-A25E-6FF8-0C6E-95A857B9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6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41FAE-8BEA-7920-602E-953C3DAA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D5004-FE55-D18C-DBB3-09C34F9AA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2ED678-78EB-8806-D0F2-2729082B6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24ACA8-8C91-BEA4-F5BF-59AD0C02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4C5D4-DB31-479A-83AA-9B0D78097B6E}" type="datetime1">
              <a:rPr lang="ru-RU" smtClean="0"/>
              <a:t>11.09.2025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B578CD-1F47-45FC-67BC-510D1BFC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B34A73-08E3-64FB-8675-8FB11630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6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52592-FE17-3F4A-53F4-E741EE09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9846D-70C3-1BC8-1E5F-B0FB170EF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9C27FC-D4D5-453E-97DB-F5F458954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4B9D7-7DEF-806E-06DC-46D8AEFF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F9A4598-F89F-129E-5695-03D42FF1F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1F9239-0756-9A7C-E85F-ADE894209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D6A3B-929D-4387-89DA-6D3C4C08F32D}" type="datetime1">
              <a:rPr lang="ru-RU" smtClean="0"/>
              <a:t>11.09.2025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808823F-DFB2-C50E-820F-5059C663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C5CEF5-0D11-2D10-AE6C-64A890AB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79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2F36E-65F1-FEC9-0FF7-634EEE14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AB1B1C-B95E-329C-C548-5C467B9D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FE3B-DA61-414E-979B-332CE4636471}" type="datetime1">
              <a:rPr lang="ru-RU" smtClean="0"/>
              <a:t>11.09.2025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509588-C7A1-2BE6-561E-14A050B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156672-23AF-C582-FE21-0F33C1B2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6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9D71F6-4BE9-7E1B-2903-499D02FE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4D89-3FC7-49D3-B79F-205D84AB5CDF}" type="datetime1">
              <a:rPr lang="ru-RU" smtClean="0"/>
              <a:t>11.09.2025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987A46-8CDB-298D-1113-5B479AE4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0B1345-4B76-6412-CB2E-BA7B16F4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89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15DEA-388D-4977-E6B7-E598ACA3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70B0-5D25-6257-DFEC-07D64ABE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90997D-B080-181A-48C9-C927D8055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ECCC85-A963-0848-B0E9-FDABE9A3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632BB-88F6-4460-991F-1645A534CF4B}" type="datetime1">
              <a:rPr lang="ru-RU" smtClean="0"/>
              <a:t>11.09.2025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11ED01-45FE-F34D-5134-9F38C1F0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0FC121-51F9-83CD-FA70-51DE15B6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5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28D05-6A82-F6B8-6DAF-169F620D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6A8E66-8047-3546-1AA4-D05A556D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12A6AC-B33B-0820-2ADE-BF2B523A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36B7B4-A4C8-49C1-02A7-26FA3B8C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564D-C6CA-4D7F-8D0B-86900A4693DC}" type="datetime1">
              <a:rPr lang="ru-RU" smtClean="0"/>
              <a:t>11.09.2025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3F352-1F38-D066-0AD3-8A41637B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3AA7A0-82E9-9AE9-6FEB-27980E11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08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6B9492-6ADA-8A50-410F-D0CDFFEE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68F4F3-2256-1B6E-25D1-623B77135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1122D-A8F8-0D37-A51D-6D4A6549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2CAB7-1EBC-4BF7-830D-3BEBBCFEDEE8}" type="datetime1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2637C-0929-6EFC-17A2-A095DA1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7DB81C-B0BC-E666-920B-777529FC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8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E4B259-8597-372C-8F33-AB52C73DE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92995-794D-A29D-A96B-2C15C2682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8DA033-8ABD-5656-C140-0D703123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1A71-4F18-4FA3-94C7-F6E1F4AC2105}" type="datetime1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C36A27-1D8D-3463-3887-AC09B848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50BE79-CA70-6D5C-F7BB-58021106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73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D0978-A11D-8D7D-C2F1-0B4CA24C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83307-6209-7D9D-2CAC-7DDFBF114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1AB120-01F3-5632-03FD-D7B43C8B2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F4285-8F88-4F6B-8DBD-84D36D194500}" type="datetime1">
              <a:rPr lang="ru-RU" smtClean="0"/>
              <a:t>11.09.2025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4C7C4-E408-BADE-1F27-131C777DA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D58696-7E0C-E070-8156-B50F1F43D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D6344-69F2-4F2A-9E84-A8C1A07176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60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12" Type="http://schemas.microsoft.com/office/2007/relationships/diagramDrawing" Target="../diagrams/drawing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diagramColors" Target="../diagrams/colors6.xml"/><Relationship Id="rId5" Type="http://schemas.openxmlformats.org/officeDocument/2006/relationships/diagramColors" Target="../diagrams/colors5.xml"/><Relationship Id="rId10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5.xml"/><Relationship Id="rId9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Layout" Target="../diagrams/layout7.xml"/><Relationship Id="rId7" Type="http://schemas.openxmlformats.org/officeDocument/2006/relationships/image" Target="../media/image2.png"/><Relationship Id="rId12" Type="http://schemas.microsoft.com/office/2007/relationships/diagramDrawing" Target="../diagrams/drawing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openxmlformats.org/officeDocument/2006/relationships/diagramColors" Target="../diagrams/colors8.xml"/><Relationship Id="rId5" Type="http://schemas.openxmlformats.org/officeDocument/2006/relationships/diagramColors" Target="../diagrams/colors7.xml"/><Relationship Id="rId10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7.xml"/><Relationship Id="rId9" Type="http://schemas.openxmlformats.org/officeDocument/2006/relationships/diagramLayout" Target="../diagrams/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3" Type="http://schemas.openxmlformats.org/officeDocument/2006/relationships/diagramLayout" Target="../diagrams/layout9.xml"/><Relationship Id="rId7" Type="http://schemas.openxmlformats.org/officeDocument/2006/relationships/image" Target="../media/image2.png"/><Relationship Id="rId12" Type="http://schemas.microsoft.com/office/2007/relationships/diagramDrawing" Target="../diagrams/drawing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openxmlformats.org/officeDocument/2006/relationships/diagramColors" Target="../diagrams/colors10.xml"/><Relationship Id="rId5" Type="http://schemas.openxmlformats.org/officeDocument/2006/relationships/diagramColors" Target="../diagrams/colors9.xml"/><Relationship Id="rId10" Type="http://schemas.openxmlformats.org/officeDocument/2006/relationships/diagramQuickStyle" Target="../diagrams/quickStyle10.xml"/><Relationship Id="rId4" Type="http://schemas.openxmlformats.org/officeDocument/2006/relationships/diagramQuickStyle" Target="../diagrams/quickStyle9.xml"/><Relationship Id="rId9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2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2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4.xml"/><Relationship Id="rId7" Type="http://schemas.openxmlformats.org/officeDocument/2006/relationships/image" Target="../media/image2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Relationship Id="rId9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16.xml"/><Relationship Id="rId7" Type="http://schemas.openxmlformats.org/officeDocument/2006/relationships/image" Target="../media/image2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Relationship Id="rId9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2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18.xml"/><Relationship Id="rId7" Type="http://schemas.openxmlformats.org/officeDocument/2006/relationships/image" Target="../media/image2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5.wdp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12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11" Type="http://schemas.microsoft.com/office/2007/relationships/hdphoto" Target="../media/hdphoto4.wdp"/><Relationship Id="rId5" Type="http://schemas.openxmlformats.org/officeDocument/2006/relationships/diagramQuickStyle" Target="../diagrams/quickStyle21.xml"/><Relationship Id="rId10" Type="http://schemas.openxmlformats.org/officeDocument/2006/relationships/image" Target="../media/image12.png"/><Relationship Id="rId4" Type="http://schemas.openxmlformats.org/officeDocument/2006/relationships/diagramLayout" Target="../diagrams/layout21.xml"/><Relationship Id="rId9" Type="http://schemas.microsoft.com/office/2007/relationships/hdphoto" Target="../media/hdphoto3.wd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4.xml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12" Type="http://schemas.microsoft.com/office/2007/relationships/diagramDrawing" Target="../diagrams/drawing2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11" Type="http://schemas.openxmlformats.org/officeDocument/2006/relationships/diagramColors" Target="../diagrams/colors24.xml"/><Relationship Id="rId5" Type="http://schemas.openxmlformats.org/officeDocument/2006/relationships/diagramQuickStyle" Target="../diagrams/quickStyle23.xml"/><Relationship Id="rId10" Type="http://schemas.openxmlformats.org/officeDocument/2006/relationships/diagramQuickStyle" Target="../diagrams/quickStyle24.xml"/><Relationship Id="rId4" Type="http://schemas.openxmlformats.org/officeDocument/2006/relationships/diagramLayout" Target="../diagrams/layout23.xml"/><Relationship Id="rId9" Type="http://schemas.openxmlformats.org/officeDocument/2006/relationships/diagramLayout" Target="../diagrams/layout2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6.xml"/><Relationship Id="rId13" Type="http://schemas.openxmlformats.org/officeDocument/2006/relationships/image" Target="../media/image10.jpe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12" Type="http://schemas.microsoft.com/office/2007/relationships/diagramDrawing" Target="../diagrams/drawing2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11" Type="http://schemas.openxmlformats.org/officeDocument/2006/relationships/diagramColors" Target="../diagrams/colors26.xml"/><Relationship Id="rId5" Type="http://schemas.openxmlformats.org/officeDocument/2006/relationships/diagramQuickStyle" Target="../diagrams/quickStyle25.xml"/><Relationship Id="rId10" Type="http://schemas.openxmlformats.org/officeDocument/2006/relationships/diagramQuickStyle" Target="../diagrams/quickStyle26.xml"/><Relationship Id="rId4" Type="http://schemas.openxmlformats.org/officeDocument/2006/relationships/diagramLayout" Target="../diagrams/layout25.xml"/><Relationship Id="rId9" Type="http://schemas.openxmlformats.org/officeDocument/2006/relationships/diagramLayout" Target="../diagrams/layout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0.xml"/><Relationship Id="rId3" Type="http://schemas.openxmlformats.org/officeDocument/2006/relationships/diagramLayout" Target="../diagrams/layout29.xml"/><Relationship Id="rId7" Type="http://schemas.openxmlformats.org/officeDocument/2006/relationships/image" Target="../media/image2.png"/><Relationship Id="rId12" Type="http://schemas.microsoft.com/office/2007/relationships/diagramDrawing" Target="../diagrams/drawing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11" Type="http://schemas.openxmlformats.org/officeDocument/2006/relationships/diagramColors" Target="../diagrams/colors30.xml"/><Relationship Id="rId5" Type="http://schemas.openxmlformats.org/officeDocument/2006/relationships/diagramColors" Target="../diagrams/colors29.xml"/><Relationship Id="rId10" Type="http://schemas.openxmlformats.org/officeDocument/2006/relationships/diagramQuickStyle" Target="../diagrams/quickStyle30.xml"/><Relationship Id="rId4" Type="http://schemas.openxmlformats.org/officeDocument/2006/relationships/diagramQuickStyle" Target="../diagrams/quickStyle29.xml"/><Relationship Id="rId9" Type="http://schemas.openxmlformats.org/officeDocument/2006/relationships/diagramLayout" Target="../diagrams/layout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1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1.xml"/><Relationship Id="rId5" Type="http://schemas.openxmlformats.org/officeDocument/2006/relationships/diagramLayout" Target="../diagrams/layout31.xml"/><Relationship Id="rId4" Type="http://schemas.openxmlformats.org/officeDocument/2006/relationships/diagramData" Target="../diagrams/data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2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2.xml"/><Relationship Id="rId5" Type="http://schemas.openxmlformats.org/officeDocument/2006/relationships/diagramLayout" Target="../diagrams/layout32.xml"/><Relationship Id="rId4" Type="http://schemas.openxmlformats.org/officeDocument/2006/relationships/diagramData" Target="../diagrams/data3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3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3.xml"/><Relationship Id="rId5" Type="http://schemas.openxmlformats.org/officeDocument/2006/relationships/diagramLayout" Target="../diagrams/layout33.xml"/><Relationship Id="rId4" Type="http://schemas.openxmlformats.org/officeDocument/2006/relationships/diagramData" Target="../diagrams/data3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4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4.xml"/><Relationship Id="rId5" Type="http://schemas.openxmlformats.org/officeDocument/2006/relationships/diagramLayout" Target="../diagrams/layout34.xml"/><Relationship Id="rId4" Type="http://schemas.openxmlformats.org/officeDocument/2006/relationships/diagramData" Target="../diagrams/data3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5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5.xml"/><Relationship Id="rId5" Type="http://schemas.openxmlformats.org/officeDocument/2006/relationships/diagramLayout" Target="../diagrams/layout35.xml"/><Relationship Id="rId4" Type="http://schemas.openxmlformats.org/officeDocument/2006/relationships/diagramData" Target="../diagrams/data3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6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6.xml"/><Relationship Id="rId5" Type="http://schemas.openxmlformats.org/officeDocument/2006/relationships/diagramLayout" Target="../diagrams/layout36.xml"/><Relationship Id="rId4" Type="http://schemas.openxmlformats.org/officeDocument/2006/relationships/diagramData" Target="../diagrams/data3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7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7.xml"/><Relationship Id="rId5" Type="http://schemas.openxmlformats.org/officeDocument/2006/relationships/diagramLayout" Target="../diagrams/layout37.xml"/><Relationship Id="rId4" Type="http://schemas.openxmlformats.org/officeDocument/2006/relationships/diagramData" Target="../diagrams/data3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8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8.xml"/><Relationship Id="rId5" Type="http://schemas.openxmlformats.org/officeDocument/2006/relationships/diagramLayout" Target="../diagrams/layout38.xml"/><Relationship Id="rId4" Type="http://schemas.openxmlformats.org/officeDocument/2006/relationships/diagramData" Target="../diagrams/data3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9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9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9.xml"/><Relationship Id="rId5" Type="http://schemas.openxmlformats.org/officeDocument/2006/relationships/diagramLayout" Target="../diagrams/layout39.xml"/><Relationship Id="rId4" Type="http://schemas.openxmlformats.org/officeDocument/2006/relationships/diagramData" Target="../diagrams/data3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0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0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0.xml"/><Relationship Id="rId5" Type="http://schemas.openxmlformats.org/officeDocument/2006/relationships/diagramLayout" Target="../diagrams/layout40.xml"/><Relationship Id="rId4" Type="http://schemas.openxmlformats.org/officeDocument/2006/relationships/diagramData" Target="../diagrams/data4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1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1.xml"/><Relationship Id="rId5" Type="http://schemas.openxmlformats.org/officeDocument/2006/relationships/diagramLayout" Target="../diagrams/layout41.xml"/><Relationship Id="rId4" Type="http://schemas.openxmlformats.org/officeDocument/2006/relationships/diagramData" Target="../diagrams/data4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2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2.xml"/><Relationship Id="rId5" Type="http://schemas.openxmlformats.org/officeDocument/2006/relationships/diagramLayout" Target="../diagrams/layout42.xml"/><Relationship Id="rId4" Type="http://schemas.openxmlformats.org/officeDocument/2006/relationships/diagramData" Target="../diagrams/data4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3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3.xml"/><Relationship Id="rId5" Type="http://schemas.openxmlformats.org/officeDocument/2006/relationships/diagramLayout" Target="../diagrams/layout43.xml"/><Relationship Id="rId4" Type="http://schemas.openxmlformats.org/officeDocument/2006/relationships/diagramData" Target="../diagrams/data4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4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4.xml"/><Relationship Id="rId5" Type="http://schemas.openxmlformats.org/officeDocument/2006/relationships/diagramLayout" Target="../diagrams/layout44.xml"/><Relationship Id="rId4" Type="http://schemas.openxmlformats.org/officeDocument/2006/relationships/diagramData" Target="../diagrams/data4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5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5.xml"/><Relationship Id="rId5" Type="http://schemas.openxmlformats.org/officeDocument/2006/relationships/diagramLayout" Target="../diagrams/layout45.xml"/><Relationship Id="rId4" Type="http://schemas.openxmlformats.org/officeDocument/2006/relationships/diagramData" Target="../diagrams/data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на открытом воздухе, небо, облако, строительство&#10;&#10;Автоматически созданное описание">
            <a:extLst>
              <a:ext uri="{FF2B5EF4-FFF2-40B4-BE49-F238E27FC236}">
                <a16:creationId xmlns:a16="http://schemas.microsoft.com/office/drawing/2014/main" id="{C205EBF2-C467-F100-D4CB-96AD0890AF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2" r="11330" b="17422"/>
          <a:stretch/>
        </p:blipFill>
        <p:spPr>
          <a:xfrm>
            <a:off x="-1" y="-1"/>
            <a:ext cx="12192001" cy="6858002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002CBE7-4CE2-5D6E-6E80-BE1BA6CE99AD}"/>
              </a:ext>
            </a:extLst>
          </p:cNvPr>
          <p:cNvSpPr/>
          <p:nvPr/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3D91A63-B4C9-AD6E-B783-286059D07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45" y="328832"/>
            <a:ext cx="2965710" cy="981458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02C53A-DE33-2CEE-3173-AA893A84A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" y="0"/>
            <a:ext cx="5950702" cy="6858000"/>
          </a:xfrm>
        </p:spPr>
        <p:txBody>
          <a:bodyPr anchor="ctr">
            <a:noAutofit/>
          </a:bodyPr>
          <a:lstStyle/>
          <a:p>
            <a:pPr algn="l"/>
            <a:r>
              <a:rPr lang="ru-RU" sz="3500" b="1" u="sng" dirty="0">
                <a:solidFill>
                  <a:schemeClr val="bg1"/>
                </a:solidFill>
              </a:rPr>
              <a:t>Введение в специальность</a:t>
            </a:r>
            <a:br>
              <a:rPr lang="ru-RU" sz="3500" b="1" dirty="0">
                <a:solidFill>
                  <a:schemeClr val="bg1"/>
                </a:solidFill>
              </a:rPr>
            </a:br>
            <a:r>
              <a:rPr lang="ru-RU" sz="3500" dirty="0">
                <a:solidFill>
                  <a:schemeClr val="bg1"/>
                </a:solidFill>
              </a:rPr>
              <a:t>38.03.04 «Государственное </a:t>
            </a:r>
            <a:br>
              <a:rPr lang="ru-RU" sz="3500" dirty="0">
                <a:solidFill>
                  <a:schemeClr val="bg1"/>
                </a:solidFill>
              </a:rPr>
            </a:br>
            <a:r>
              <a:rPr lang="ru-RU" sz="3500" dirty="0">
                <a:solidFill>
                  <a:schemeClr val="bg1"/>
                </a:solidFill>
              </a:rPr>
              <a:t>и муниципальное управление»</a:t>
            </a:r>
            <a:endParaRPr lang="ru-RU" sz="3500" dirty="0"/>
          </a:p>
        </p:txBody>
      </p:sp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3225DABD-260D-7184-38C6-AA90AC156552}"/>
              </a:ext>
            </a:extLst>
          </p:cNvPr>
          <p:cNvSpPr txBox="1">
            <a:spLocks/>
          </p:cNvSpPr>
          <p:nvPr/>
        </p:nvSpPr>
        <p:spPr>
          <a:xfrm>
            <a:off x="6154431" y="482327"/>
            <a:ext cx="5656064" cy="6744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1" i="0" dirty="0">
                <a:solidFill>
                  <a:srgbClr val="0079C1"/>
                </a:solidFill>
                <a:effectLst/>
                <a:latin typeface="PFAgoraSansPro"/>
              </a:rPr>
              <a:t>Кафедра государственного </a:t>
            </a:r>
            <a:br>
              <a:rPr lang="ru-RU" sz="2000" b="1" i="0" dirty="0">
                <a:solidFill>
                  <a:srgbClr val="0079C1"/>
                </a:solidFill>
                <a:effectLst/>
                <a:latin typeface="PFAgoraSansPro"/>
              </a:rPr>
            </a:br>
            <a:r>
              <a:rPr lang="ru-RU" sz="2000" b="1" i="0" dirty="0">
                <a:solidFill>
                  <a:srgbClr val="0079C1"/>
                </a:solidFill>
                <a:effectLst/>
                <a:latin typeface="PFAgoraSansPro"/>
              </a:rPr>
              <a:t>и муниципального управления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E45F8A01-7C94-B6BA-3135-4BE4B0F6F901}"/>
              </a:ext>
            </a:extLst>
          </p:cNvPr>
          <p:cNvSpPr txBox="1">
            <a:spLocks/>
          </p:cNvSpPr>
          <p:nvPr/>
        </p:nvSpPr>
        <p:spPr>
          <a:xfrm>
            <a:off x="145298" y="6034454"/>
            <a:ext cx="5656064" cy="6744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1" i="0" dirty="0">
                <a:solidFill>
                  <a:schemeClr val="bg1"/>
                </a:solidFill>
                <a:effectLst/>
                <a:latin typeface="PFAgoraSansPro"/>
              </a:rPr>
              <a:t>Ситковский Арсений Михайлович</a:t>
            </a:r>
            <a:r>
              <a:rPr lang="ru-RU" sz="2000" i="0" dirty="0">
                <a:solidFill>
                  <a:schemeClr val="bg1"/>
                </a:solidFill>
                <a:effectLst/>
                <a:latin typeface="PFAgoraSansPro"/>
              </a:rPr>
              <a:t>, </a:t>
            </a:r>
            <a:br>
              <a:rPr lang="ru-RU" sz="2000" i="0" dirty="0">
                <a:solidFill>
                  <a:schemeClr val="bg1"/>
                </a:solidFill>
                <a:effectLst/>
                <a:latin typeface="PFAgoraSansPro"/>
              </a:rPr>
            </a:br>
            <a:r>
              <a:rPr lang="ru-RU" sz="2000" i="0" dirty="0">
                <a:solidFill>
                  <a:schemeClr val="bg1"/>
                </a:solidFill>
                <a:effectLst/>
                <a:latin typeface="PFAgoraSansPro"/>
              </a:rPr>
              <a:t>ассистент кафедры</a:t>
            </a:r>
          </a:p>
        </p:txBody>
      </p:sp>
    </p:spTree>
    <p:extLst>
      <p:ext uri="{BB962C8B-B14F-4D97-AF65-F5344CB8AC3E}">
        <p14:creationId xmlns:p14="http://schemas.microsoft.com/office/powerpoint/2010/main" val="299537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88"/>
    </mc:Choice>
    <mc:Fallback xmlns="">
      <p:transition spd="slow" advTm="4958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7C35484-246D-C6F1-CBCB-1C05A413D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971" y="1497615"/>
            <a:ext cx="6101080" cy="531974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1C1C1C"/>
                </a:solidFill>
                <a:effectLst/>
                <a:latin typeface="Soyuz Grotesk"/>
              </a:rPr>
              <a:t>Образование</a:t>
            </a:r>
          </a:p>
          <a:p>
            <a:r>
              <a:rPr lang="ru-RU" i="1" dirty="0">
                <a:latin typeface="Neue Haas Unica W1G"/>
              </a:rPr>
              <a:t>2014-2020</a:t>
            </a:r>
            <a:r>
              <a:rPr lang="ru-RU" dirty="0">
                <a:latin typeface="Neue Haas Unica W1G"/>
              </a:rPr>
              <a:t> </a:t>
            </a:r>
            <a:br>
              <a:rPr lang="ru-RU" dirty="0">
                <a:latin typeface="Neue Haas Unica W1G"/>
              </a:rPr>
            </a:br>
            <a:r>
              <a:rPr lang="ru-RU" b="1" dirty="0">
                <a:solidFill>
                  <a:srgbClr val="4D5FB7"/>
                </a:solidFill>
                <a:latin typeface="Neue Haas Unica W1G"/>
              </a:rPr>
              <a:t>Бакалавриат и магистратура </a:t>
            </a:r>
            <a:br>
              <a:rPr lang="ru-RU" b="1" dirty="0">
                <a:latin typeface="Neue Haas Unica W1G"/>
              </a:rPr>
            </a:br>
            <a:r>
              <a:rPr lang="ru-RU" dirty="0">
                <a:latin typeface="Neue Haas Unica W1G"/>
              </a:rPr>
              <a:t>«Государственное и муниципальное управление» (</a:t>
            </a:r>
            <a:r>
              <a:rPr lang="ru-RU" i="1" dirty="0">
                <a:latin typeface="Neue Haas Unica W1G"/>
              </a:rPr>
              <a:t>РАНХиГС</a:t>
            </a:r>
            <a:r>
              <a:rPr lang="ru-RU" dirty="0">
                <a:latin typeface="Neue Haas Unica W1G"/>
              </a:rPr>
              <a:t>)</a:t>
            </a:r>
          </a:p>
          <a:p>
            <a:r>
              <a:rPr lang="ru-RU" i="1" dirty="0">
                <a:latin typeface="Neue Haas Unica W1G"/>
              </a:rPr>
              <a:t>2021-2022</a:t>
            </a:r>
            <a:r>
              <a:rPr lang="ru-RU" dirty="0">
                <a:latin typeface="Neue Haas Unica W1G"/>
              </a:rPr>
              <a:t> </a:t>
            </a:r>
            <a:br>
              <a:rPr lang="ru-RU" dirty="0">
                <a:latin typeface="Neue Haas Unica W1G"/>
              </a:rPr>
            </a:br>
            <a:r>
              <a:rPr lang="en-US" b="1" dirty="0">
                <a:solidFill>
                  <a:srgbClr val="4D5FB7"/>
                </a:solidFill>
                <a:latin typeface="Neue Haas Unica W1G"/>
              </a:rPr>
              <a:t>Master of Public Policy </a:t>
            </a:r>
            <a:br>
              <a:rPr lang="ru-RU" b="1" dirty="0">
                <a:latin typeface="Neue Haas Unica W1G"/>
              </a:rPr>
            </a:br>
            <a:r>
              <a:rPr lang="ru-RU" dirty="0">
                <a:latin typeface="Neue Haas Unica W1G"/>
              </a:rPr>
              <a:t>«Управление проектами территориального развития» (</a:t>
            </a:r>
            <a:r>
              <a:rPr lang="ru-RU" i="1" dirty="0">
                <a:latin typeface="Neue Haas Unica W1G"/>
              </a:rPr>
              <a:t>РАНХиГС</a:t>
            </a:r>
            <a:r>
              <a:rPr lang="ru-RU" dirty="0">
                <a:latin typeface="Neue Haas Unica W1G"/>
              </a:rPr>
              <a:t>)</a:t>
            </a:r>
          </a:p>
          <a:p>
            <a:r>
              <a:rPr lang="ru-RU" i="1" dirty="0">
                <a:latin typeface="Neue Haas Unica W1G"/>
              </a:rPr>
              <a:t>2023-2025</a:t>
            </a:r>
            <a:r>
              <a:rPr lang="ru-RU" dirty="0">
                <a:latin typeface="Neue Haas Unica W1G"/>
              </a:rPr>
              <a:t> </a:t>
            </a:r>
            <a:br>
              <a:rPr lang="ru-RU" dirty="0">
                <a:latin typeface="Neue Haas Unica W1G"/>
              </a:rPr>
            </a:br>
            <a:r>
              <a:rPr lang="ru-RU" b="1" dirty="0">
                <a:solidFill>
                  <a:srgbClr val="4D5FB7"/>
                </a:solidFill>
                <a:latin typeface="Neue Haas Unica W1G"/>
              </a:rPr>
              <a:t>Подготовлена диссертация </a:t>
            </a:r>
            <a:r>
              <a:rPr lang="ru-RU" dirty="0">
                <a:latin typeface="Neue Haas Unica W1G"/>
              </a:rPr>
              <a:t>по экономическим наукам на тему «Социально-демографические факторы трансформации опорного каркаса расселения» (</a:t>
            </a:r>
            <a:r>
              <a:rPr lang="ru-RU" i="1" dirty="0">
                <a:latin typeface="Neue Haas Unica W1G"/>
              </a:rPr>
              <a:t>Институт экономики УрО РАН</a:t>
            </a:r>
            <a:r>
              <a:rPr lang="ru-RU" dirty="0">
                <a:latin typeface="Neue Haas Unica W1G"/>
              </a:rPr>
              <a:t>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b="1" i="0" dirty="0">
                <a:solidFill>
                  <a:srgbClr val="1C1C1C"/>
                </a:solidFill>
                <a:effectLst/>
                <a:latin typeface="Soyuz Grotesk"/>
              </a:rPr>
              <a:t>Проекты</a:t>
            </a:r>
            <a:endParaRPr lang="ru-RU" b="1" dirty="0">
              <a:latin typeface="Neue Haas Unica W1G"/>
            </a:endParaRPr>
          </a:p>
          <a:p>
            <a:r>
              <a:rPr lang="ru-RU" dirty="0">
                <a:latin typeface="Neue Haas Unica W1G"/>
              </a:rPr>
              <a:t>«</a:t>
            </a:r>
            <a:r>
              <a:rPr lang="ru-RU" b="1" dirty="0">
                <a:solidFill>
                  <a:srgbClr val="4D5FB7"/>
                </a:solidFill>
                <a:latin typeface="Neue Haas Unica W1G"/>
              </a:rPr>
              <a:t>Стратегии пространственного развития </a:t>
            </a:r>
            <a:r>
              <a:rPr lang="ru-RU" i="1" dirty="0">
                <a:latin typeface="Neue Haas Unica W1G"/>
              </a:rPr>
              <a:t>Уйского муниципального района </a:t>
            </a:r>
            <a:r>
              <a:rPr lang="ru-RU" dirty="0">
                <a:latin typeface="Neue Haas Unica W1G"/>
              </a:rPr>
              <a:t>Челябинской области до 2035 года»;</a:t>
            </a:r>
          </a:p>
          <a:p>
            <a:r>
              <a:rPr lang="ru-RU" dirty="0">
                <a:latin typeface="Neue Haas Unica W1G"/>
              </a:rPr>
              <a:t>«</a:t>
            </a:r>
            <a:r>
              <a:rPr lang="ru-RU" b="1" dirty="0">
                <a:solidFill>
                  <a:srgbClr val="4D5FB7"/>
                </a:solidFill>
                <a:latin typeface="Neue Haas Unica W1G"/>
              </a:rPr>
              <a:t>Стратегии пространственного развития </a:t>
            </a:r>
            <a:r>
              <a:rPr lang="ru-RU" i="1" dirty="0">
                <a:latin typeface="Neue Haas Unica W1G"/>
              </a:rPr>
              <a:t>Карабашского городского округа </a:t>
            </a:r>
            <a:r>
              <a:rPr lang="ru-RU" dirty="0">
                <a:latin typeface="Neue Haas Unica W1G"/>
              </a:rPr>
              <a:t>Челябинской области до 2035 года»;</a:t>
            </a:r>
          </a:p>
          <a:p>
            <a:r>
              <a:rPr lang="ru-RU" dirty="0">
                <a:latin typeface="Neue Haas Unica W1G"/>
              </a:rPr>
              <a:t>«</a:t>
            </a:r>
            <a:r>
              <a:rPr lang="ru-RU" b="1" dirty="0">
                <a:solidFill>
                  <a:srgbClr val="4D5FB7"/>
                </a:solidFill>
                <a:latin typeface="Neue Haas Unica W1G"/>
              </a:rPr>
              <a:t>Стратегии пространственного развития </a:t>
            </a:r>
            <a:r>
              <a:rPr lang="ru-RU" i="1" dirty="0">
                <a:latin typeface="Neue Haas Unica W1G"/>
              </a:rPr>
              <a:t>Троицкого муниципального района </a:t>
            </a:r>
            <a:r>
              <a:rPr lang="ru-RU" dirty="0">
                <a:latin typeface="Neue Haas Unica W1G"/>
              </a:rPr>
              <a:t>Челябинской области до 2035 года»;</a:t>
            </a:r>
          </a:p>
          <a:p>
            <a:r>
              <a:rPr lang="ru-RU" dirty="0">
                <a:latin typeface="Neue Haas Unica W1G"/>
              </a:rPr>
              <a:t>«</a:t>
            </a:r>
            <a:r>
              <a:rPr lang="ru-RU" b="1" dirty="0">
                <a:solidFill>
                  <a:srgbClr val="4D5FB7"/>
                </a:solidFill>
                <a:latin typeface="Neue Haas Unica W1G"/>
              </a:rPr>
              <a:t>Стратегии социально-экономического развития </a:t>
            </a:r>
            <a:r>
              <a:rPr lang="ru-RU" i="1" dirty="0">
                <a:latin typeface="Neue Haas Unica W1G"/>
              </a:rPr>
              <a:t>Верхнеуфалейского городского округа Челябинской области </a:t>
            </a:r>
            <a:r>
              <a:rPr lang="ru-RU" dirty="0">
                <a:latin typeface="Neue Haas Unica W1G"/>
              </a:rPr>
              <a:t>на период до 2035 года»;</a:t>
            </a:r>
          </a:p>
          <a:p>
            <a:r>
              <a:rPr lang="ru-RU" dirty="0">
                <a:latin typeface="Neue Haas Unica W1G"/>
              </a:rPr>
              <a:t>«</a:t>
            </a:r>
            <a:r>
              <a:rPr lang="ru-RU" b="1" dirty="0">
                <a:solidFill>
                  <a:srgbClr val="4D5FB7"/>
                </a:solidFill>
                <a:latin typeface="Neue Haas Unica W1G"/>
              </a:rPr>
              <a:t>Стратегия социально-экономического развития </a:t>
            </a:r>
            <a:r>
              <a:rPr lang="ru-RU" dirty="0">
                <a:latin typeface="Neue Haas Unica W1G"/>
              </a:rPr>
              <a:t>Варненского муниципального района Челябинской области на период до 2035 года».</a:t>
            </a:r>
          </a:p>
          <a:p>
            <a:r>
              <a:rPr lang="ru-RU" dirty="0">
                <a:latin typeface="Neue Haas Unica W1G"/>
              </a:rPr>
              <a:t>«</a:t>
            </a:r>
            <a:r>
              <a:rPr lang="ru-RU" b="1" dirty="0">
                <a:solidFill>
                  <a:srgbClr val="4D5FB7"/>
                </a:solidFill>
                <a:latin typeface="Neue Haas Unica W1G"/>
              </a:rPr>
              <a:t>Методические рекомендации по критериям определения опорных населенных пунктов и прилегающих территорий</a:t>
            </a:r>
            <a:r>
              <a:rPr lang="ru-RU" dirty="0">
                <a:latin typeface="Neue Haas Unica W1G"/>
              </a:rPr>
              <a:t>», утверждённые </a:t>
            </a:r>
            <a:r>
              <a:rPr lang="ru-RU" i="1" dirty="0">
                <a:latin typeface="Neue Haas Unica W1G"/>
              </a:rPr>
              <a:t>Распоряжением Правительства РФ от 23 декабря 2022 г. № 4132-р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E53759-CF73-CFAC-C6DF-182ECD14E621}"/>
              </a:ext>
            </a:extLst>
          </p:cNvPr>
          <p:cNvSpPr txBox="1"/>
          <p:nvPr/>
        </p:nvSpPr>
        <p:spPr>
          <a:xfrm>
            <a:off x="6326051" y="5154914"/>
            <a:ext cx="507746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ru-RU" sz="1300" b="1" dirty="0">
                <a:solidFill>
                  <a:srgbClr val="1C1C1C"/>
                </a:solidFill>
                <a:latin typeface="Soyuz Grotesk"/>
              </a:rPr>
              <a:t>Н</a:t>
            </a:r>
            <a:r>
              <a:rPr lang="ru-RU" sz="1300" b="1" i="0" dirty="0">
                <a:solidFill>
                  <a:srgbClr val="1C1C1C"/>
                </a:solidFill>
                <a:effectLst/>
                <a:latin typeface="Soyuz Grotesk"/>
              </a:rPr>
              <a:t>аука</a:t>
            </a:r>
            <a:endParaRPr lang="ru-RU" sz="1300" b="1" dirty="0">
              <a:latin typeface="Neue Haas Unica W1G"/>
            </a:endParaRPr>
          </a:p>
          <a:p>
            <a:pPr marL="285750" indent="-285750"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60+ </a:t>
            </a:r>
            <a:r>
              <a:rPr lang="ru-RU" sz="1300" dirty="0">
                <a:latin typeface="Neue Haas Unica W1G"/>
              </a:rPr>
              <a:t>научных публикаций</a:t>
            </a:r>
          </a:p>
          <a:p>
            <a:pPr marL="285750" indent="-285750"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10+ </a:t>
            </a:r>
            <a:r>
              <a:rPr lang="ru-RU" sz="1300" dirty="0">
                <a:latin typeface="Neue Haas Unica W1G"/>
              </a:rPr>
              <a:t>научно-исследовательских работ</a:t>
            </a:r>
          </a:p>
          <a:p>
            <a:pPr marL="285750" indent="-285750"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2</a:t>
            </a:r>
            <a:r>
              <a:rPr lang="ru-RU" sz="1300" dirty="0">
                <a:latin typeface="Neue Haas Unica W1G"/>
              </a:rPr>
              <a:t> гранта РФФИ, </a:t>
            </a: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2</a:t>
            </a:r>
            <a:r>
              <a:rPr lang="ru-RU" sz="1300" dirty="0">
                <a:latin typeface="Neue Haas Unica W1G"/>
              </a:rPr>
              <a:t> гранта РНФ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56AED5-E08F-4FFE-BF62-F1DA20F61E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29" t="18194" r="33669"/>
          <a:stretch/>
        </p:blipFill>
        <p:spPr>
          <a:xfrm flipH="1">
            <a:off x="9709239" y="3230998"/>
            <a:ext cx="2590800" cy="362700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A9FE4-38AC-113B-66F4-9B06CFC0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Ситковский Арсений Михайлович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6F3F3AA-9D77-78CD-ED9B-F5ADF4DB08E5}"/>
              </a:ext>
            </a:extLst>
          </p:cNvPr>
          <p:cNvSpPr txBox="1">
            <a:spLocks/>
          </p:cNvSpPr>
          <p:nvPr/>
        </p:nvSpPr>
        <p:spPr>
          <a:xfrm>
            <a:off x="6326051" y="1497615"/>
            <a:ext cx="4568734" cy="39193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1300" b="1" dirty="0">
                <a:solidFill>
                  <a:srgbClr val="1C1C1C"/>
                </a:solidFill>
                <a:latin typeface="Soyuz Grotesk"/>
              </a:rPr>
              <a:t>Работа</a:t>
            </a:r>
            <a:endParaRPr lang="ru-RU" sz="1300" b="1" dirty="0">
              <a:latin typeface="Neue Haas Unica W1G"/>
            </a:endParaRPr>
          </a:p>
          <a:p>
            <a:r>
              <a:rPr lang="ru-RU" sz="1300" i="1" dirty="0">
                <a:latin typeface="Neue Haas Unica W1G"/>
              </a:rPr>
              <a:t>2018-2019</a:t>
            </a:r>
            <a:r>
              <a:rPr lang="ru-RU" sz="1300" dirty="0">
                <a:latin typeface="Neue Haas Unica W1G"/>
              </a:rPr>
              <a:t> </a:t>
            </a:r>
            <a:br>
              <a:rPr lang="ru-RU" sz="1300" dirty="0">
                <a:latin typeface="Neue Haas Unica W1G"/>
              </a:rPr>
            </a:b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референт заместителя директора </a:t>
            </a:r>
            <a:r>
              <a:rPr lang="ru-RU" sz="1300" dirty="0">
                <a:latin typeface="Neue Haas Unica W1G"/>
              </a:rPr>
              <a:t>по научной работе </a:t>
            </a:r>
            <a:br>
              <a:rPr lang="ru-RU" sz="1300" dirty="0">
                <a:latin typeface="Neue Haas Unica W1G"/>
              </a:rPr>
            </a:br>
            <a:r>
              <a:rPr lang="ru-RU" sz="1300" i="1" dirty="0">
                <a:latin typeface="Neue Haas Unica W1G"/>
              </a:rPr>
              <a:t>Челябинского филиала РАНХиГС</a:t>
            </a:r>
          </a:p>
          <a:p>
            <a:r>
              <a:rPr lang="ru-RU" sz="1300" i="1" dirty="0">
                <a:latin typeface="Neue Haas Unica W1G"/>
              </a:rPr>
              <a:t>2018-2021</a:t>
            </a:r>
            <a:r>
              <a:rPr lang="ru-RU" sz="1300" dirty="0">
                <a:latin typeface="Neue Haas Unica W1G"/>
              </a:rPr>
              <a:t> </a:t>
            </a:r>
            <a:br>
              <a:rPr lang="ru-RU" sz="1300" dirty="0">
                <a:latin typeface="Neue Haas Unica W1G"/>
              </a:rPr>
            </a:b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аналитик лаборатории </a:t>
            </a:r>
            <a:r>
              <a:rPr lang="ru-RU" sz="1300" dirty="0">
                <a:latin typeface="Neue Haas Unica W1G"/>
              </a:rPr>
              <a:t>«Модели пространственного развития» </a:t>
            </a:r>
            <a:r>
              <a:rPr lang="ru-RU" sz="1300" i="1" dirty="0">
                <a:latin typeface="Neue Haas Unica W1G"/>
              </a:rPr>
              <a:t>Челябинского филиала РАНХиГС</a:t>
            </a:r>
          </a:p>
          <a:p>
            <a:r>
              <a:rPr lang="ru-RU" sz="1300" i="1" dirty="0">
                <a:latin typeface="Neue Haas Unica W1G"/>
              </a:rPr>
              <a:t>2020</a:t>
            </a:r>
            <a:r>
              <a:rPr lang="ru-RU" sz="1300" dirty="0">
                <a:latin typeface="Neue Haas Unica W1G"/>
              </a:rPr>
              <a:t> </a:t>
            </a:r>
            <a:br>
              <a:rPr lang="ru-RU" sz="1300" dirty="0">
                <a:latin typeface="Neue Haas Unica W1G"/>
              </a:rPr>
            </a:b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Ведущий специалист-эксперт </a:t>
            </a:r>
            <a:r>
              <a:rPr lang="ru-RU" sz="1300" dirty="0">
                <a:latin typeface="Neue Haas Unica W1G"/>
              </a:rPr>
              <a:t>Экспертно-аналитического управления </a:t>
            </a:r>
            <a:r>
              <a:rPr lang="ru-RU" sz="1300" i="1" dirty="0">
                <a:latin typeface="Neue Haas Unica W1G"/>
              </a:rPr>
              <a:t>Правительства Челябинской области</a:t>
            </a:r>
          </a:p>
          <a:p>
            <a:r>
              <a:rPr lang="ru-RU" sz="1300" i="1" dirty="0">
                <a:latin typeface="Neue Haas Unica W1G"/>
              </a:rPr>
              <a:t>2022-наст.время</a:t>
            </a:r>
            <a:r>
              <a:rPr lang="ru-RU" sz="1300" dirty="0">
                <a:latin typeface="Neue Haas Unica W1G"/>
              </a:rPr>
              <a:t> </a:t>
            </a:r>
            <a:br>
              <a:rPr lang="ru-RU" sz="1300" dirty="0">
                <a:latin typeface="Neue Haas Unica W1G"/>
              </a:rPr>
            </a:b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Научный сотрудник </a:t>
            </a:r>
            <a:br>
              <a:rPr lang="ru-RU" sz="1300" b="1" dirty="0">
                <a:latin typeface="Neue Haas Unica W1G"/>
              </a:rPr>
            </a:br>
            <a:r>
              <a:rPr lang="ru-RU" sz="1300" dirty="0">
                <a:latin typeface="Neue Haas Unica W1G"/>
              </a:rPr>
              <a:t>Отдела геоурбанистики и пространственной демографии </a:t>
            </a:r>
            <a:br>
              <a:rPr lang="ru-RU" sz="1300" dirty="0">
                <a:latin typeface="Neue Haas Unica W1G"/>
              </a:rPr>
            </a:br>
            <a:r>
              <a:rPr lang="ru-RU" sz="1300" i="1" dirty="0">
                <a:latin typeface="Neue Haas Unica W1G"/>
              </a:rPr>
              <a:t>Института демографических исследований ФНИСЦ РАН</a:t>
            </a:r>
          </a:p>
          <a:p>
            <a:r>
              <a:rPr lang="ru-RU" sz="1300" i="1" dirty="0">
                <a:latin typeface="Neue Haas Unica W1G"/>
              </a:rPr>
              <a:t>2024-наст.время</a:t>
            </a:r>
            <a:r>
              <a:rPr lang="ru-RU" sz="1300" dirty="0">
                <a:latin typeface="Neue Haas Unica W1G"/>
              </a:rPr>
              <a:t> </a:t>
            </a:r>
            <a:br>
              <a:rPr lang="ru-RU" sz="1300" dirty="0">
                <a:latin typeface="Neue Haas Unica W1G"/>
              </a:rPr>
            </a:br>
            <a:r>
              <a:rPr lang="ru-RU" sz="1300" b="1" dirty="0">
                <a:solidFill>
                  <a:srgbClr val="4D5FB7"/>
                </a:solidFill>
                <a:latin typeface="Neue Haas Unica W1G"/>
              </a:rPr>
              <a:t>Младший научный сотрудник и ассистент</a:t>
            </a:r>
            <a:br>
              <a:rPr lang="ru-RU" sz="1300" b="1" dirty="0">
                <a:latin typeface="Neue Haas Unica W1G"/>
              </a:rPr>
            </a:br>
            <a:r>
              <a:rPr lang="ru-RU" sz="1300" i="1" dirty="0">
                <a:latin typeface="Neue Haas Unica W1G"/>
              </a:rPr>
              <a:t>Российский университет дружбы народов </a:t>
            </a:r>
            <a:br>
              <a:rPr lang="ru-RU" sz="1300" i="1" dirty="0">
                <a:latin typeface="Neue Haas Unica W1G"/>
              </a:rPr>
            </a:br>
            <a:r>
              <a:rPr lang="ru-RU" sz="1300" i="1" dirty="0">
                <a:latin typeface="Neue Haas Unica W1G"/>
              </a:rPr>
              <a:t>им. П. Лумумбы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EF0440-D2B3-098E-1CAD-21CC9089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84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222"/>
    </mc:Choice>
    <mc:Fallback xmlns="">
      <p:transition spd="slow" advTm="8022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64332C04-C557-A8B2-D6EF-FC01EA72A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85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Объект 11">
            <a:extLst>
              <a:ext uri="{FF2B5EF4-FFF2-40B4-BE49-F238E27FC236}">
                <a16:creationId xmlns:a16="http://schemas.microsoft.com/office/drawing/2014/main" id="{DC36ACB2-ABB9-04E6-5DCC-8A048EAF2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8000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/>
          <a:lstStyle/>
          <a:p>
            <a:pPr marL="0" indent="0">
              <a:buNone/>
            </a:pPr>
            <a:r>
              <a:rPr lang="ru-RU" sz="3700" b="1" dirty="0">
                <a:solidFill>
                  <a:schemeClr val="bg1"/>
                </a:solidFill>
              </a:rPr>
              <a:t>Институциональные основы ГМУ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Основные понятия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Ветви власти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>
                <a:solidFill>
                  <a:schemeClr val="bg1"/>
                </a:solidFill>
              </a:rPr>
              <a:t>Уровни власти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77D5133-CE8C-ED37-CF85-1DCB1A3C7E6E}"/>
              </a:ext>
            </a:extLst>
          </p:cNvPr>
          <p:cNvSpPr/>
          <p:nvPr/>
        </p:nvSpPr>
        <p:spPr>
          <a:xfrm>
            <a:off x="0" y="-18256"/>
            <a:ext cx="6096000" cy="6914356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700" b="1" dirty="0"/>
              <a:t>Лекция 1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3FEC0B2-DDAD-F48E-19CE-179BAE83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23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31"/>
    </mc:Choice>
    <mc:Fallback xmlns="">
      <p:transition spd="slow" advTm="1323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Государство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7100" dirty="0">
                <a:solidFill>
                  <a:srgbClr val="002060"/>
                </a:solidFill>
              </a:rPr>
              <a:t>Что такое государство 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sz="34400" b="1" dirty="0">
                <a:solidFill>
                  <a:srgbClr val="002060"/>
                </a:solidFill>
              </a:rPr>
              <a:t>?</a:t>
            </a:r>
            <a:endParaRPr lang="ru-RU" sz="9600" b="1" dirty="0">
              <a:solidFill>
                <a:srgbClr val="00206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05A9052-060F-D116-49BB-888962323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18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62"/>
    </mc:Choice>
    <mc:Fallback xmlns="">
      <p:transition spd="slow" advTm="3166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Государство – это: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E7874694-C176-5568-2FAA-A60448D6B6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075757"/>
              </p:ext>
            </p:extLst>
          </p:nvPr>
        </p:nvGraphicFramePr>
        <p:xfrm>
          <a:off x="838200" y="1825624"/>
          <a:ext cx="10515600" cy="43955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5189ED-A1AA-3391-8971-D1A8B616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51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223"/>
    </mc:Choice>
    <mc:Fallback xmlns="">
      <p:transition spd="slow" advTm="14722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Государство – это: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F945C3D7-47B5-0F87-EF13-149820EF65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7281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Знак ''плюс'' 3">
            <a:extLst>
              <a:ext uri="{FF2B5EF4-FFF2-40B4-BE49-F238E27FC236}">
                <a16:creationId xmlns:a16="http://schemas.microsoft.com/office/drawing/2014/main" id="{0D10F67D-E28E-4640-379A-071C7EF339D4}"/>
              </a:ext>
            </a:extLst>
          </p:cNvPr>
          <p:cNvSpPr/>
          <p:nvPr/>
        </p:nvSpPr>
        <p:spPr>
          <a:xfrm>
            <a:off x="3989612" y="3712029"/>
            <a:ext cx="527959" cy="614509"/>
          </a:xfrm>
          <a:prstGeom prst="mathPl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Знак ''плюс'' 4">
            <a:extLst>
              <a:ext uri="{FF2B5EF4-FFF2-40B4-BE49-F238E27FC236}">
                <a16:creationId xmlns:a16="http://schemas.microsoft.com/office/drawing/2014/main" id="{88522AD3-B731-B788-1799-54E74BBEDBB2}"/>
              </a:ext>
            </a:extLst>
          </p:cNvPr>
          <p:cNvSpPr/>
          <p:nvPr/>
        </p:nvSpPr>
        <p:spPr>
          <a:xfrm>
            <a:off x="7668983" y="3712029"/>
            <a:ext cx="527959" cy="614509"/>
          </a:xfrm>
          <a:prstGeom prst="mathPlus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DC4EAA-998E-37E7-86F2-7F412A45682E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Слепышев А.Л., </a:t>
            </a:r>
            <a:r>
              <a:rPr lang="ru-RU" sz="1200" dirty="0" err="1"/>
              <a:t>Тефтелев</a:t>
            </a:r>
            <a:r>
              <a:rPr lang="ru-RU" sz="1200" dirty="0"/>
              <a:t> Е.Н. Государственное управление в современной России // Вестник ЮУрГУ. Серия: Экономика и менеджмент. 2016. №10 (4), С.110-115. URL: https://cyberleninka.ru/article/n/gosudarstvennoe-upravlenie-v-sovremennoy-rossii</a:t>
            </a:r>
            <a:endParaRPr lang="en-US" sz="12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C5E567-D954-03DF-27F9-B2582C63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66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000"/>
    </mc:Choice>
    <mc:Fallback xmlns="">
      <p:transition spd="slow" advTm="14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Государство </a:t>
            </a: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Страна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543"/>
            <a:ext cx="10515600" cy="38474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4400" b="1" dirty="0">
                <a:solidFill>
                  <a:srgbClr val="002060"/>
                </a:solidFill>
              </a:rPr>
              <a:t>Страна</a:t>
            </a:r>
            <a:r>
              <a:rPr lang="ru-RU" sz="4400" dirty="0">
                <a:solidFill>
                  <a:srgbClr val="002060"/>
                </a:solidFill>
              </a:rPr>
              <a:t> — это </a:t>
            </a:r>
            <a:r>
              <a:rPr lang="ru-RU" sz="4400" u="sng" dirty="0">
                <a:solidFill>
                  <a:srgbClr val="002060"/>
                </a:solidFill>
              </a:rPr>
              <a:t>территория</a:t>
            </a:r>
            <a:r>
              <a:rPr lang="ru-RU" sz="4400" dirty="0">
                <a:solidFill>
                  <a:srgbClr val="002060"/>
                </a:solidFill>
              </a:rPr>
              <a:t>, имеющая политические, физико-географические, культурные или исторические границы, которые четко определены и зафиксированы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A3D33-D690-7038-CFD7-5F70A00C7D5B}"/>
              </a:ext>
            </a:extLst>
          </p:cNvPr>
          <p:cNvSpPr txBox="1"/>
          <p:nvPr/>
        </p:nvSpPr>
        <p:spPr>
          <a:xfrm>
            <a:off x="0" y="6547448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Страна // Большой энциклопедический словарь. — М.: АСТ, 2005. — (Современная энциклопедия). — ISBN 5-17-015808-4.</a:t>
            </a:r>
            <a:endParaRPr lang="en-US" sz="1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9409077-43B5-229A-E737-A9020265E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63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610"/>
    </mc:Choice>
    <mc:Fallback xmlns="">
      <p:transition spd="slow" advTm="5661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Муниципалитет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7100" dirty="0">
                <a:solidFill>
                  <a:schemeClr val="accent5">
                    <a:lumMod val="75000"/>
                  </a:schemeClr>
                </a:solidFill>
              </a:rPr>
              <a:t>Что такое муниципалитет </a:t>
            </a:r>
            <a:br>
              <a:rPr lang="ru-RU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ru-RU" sz="34400" b="1" dirty="0">
                <a:solidFill>
                  <a:schemeClr val="accent5">
                    <a:lumMod val="75000"/>
                  </a:schemeClr>
                </a:solidFill>
              </a:rPr>
              <a:t>?</a:t>
            </a:r>
            <a:endParaRPr lang="ru-RU" sz="9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51F3276-4ED8-4405-F0E7-978238A4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76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48"/>
    </mc:Choice>
    <mc:Fallback xmlns="">
      <p:transition spd="slow" advTm="158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Муниципалитет – это: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59D5E550-0CFF-FB35-9D2A-279283663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705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B74FDB-FF80-1416-4885-F5C89962C92F}"/>
              </a:ext>
            </a:extLst>
          </p:cNvPr>
          <p:cNvSpPr txBox="1"/>
          <p:nvPr/>
        </p:nvSpPr>
        <p:spPr>
          <a:xfrm>
            <a:off x="0" y="6581001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</a:t>
            </a:r>
            <a:r>
              <a:rPr lang="ru-RU" sz="1200" dirty="0" err="1"/>
              <a:t>Маркварт</a:t>
            </a:r>
            <a:r>
              <a:rPr lang="ru-RU" sz="1200" dirty="0"/>
              <a:t> Э., Петухов Р.В., Иванова К.А. Институциональные основы местного самоуправления: Учеб, пособие - М.: Издательство «Проспект», 2019. - 344 с.</a:t>
            </a:r>
            <a:endParaRPr lang="en-US" sz="1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2BBA05-DC8B-F079-4866-8168600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15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273"/>
    </mc:Choice>
    <mc:Fallback xmlns="">
      <p:transition spd="slow" advTm="10927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7100" dirty="0">
                <a:solidFill>
                  <a:srgbClr val="C00000"/>
                </a:solidFill>
              </a:rPr>
              <a:t>Что такое управление </a:t>
            </a:r>
            <a:br>
              <a:rPr lang="ru-RU" dirty="0">
                <a:solidFill>
                  <a:srgbClr val="C00000"/>
                </a:solidFill>
              </a:rPr>
            </a:br>
            <a:r>
              <a:rPr lang="ru-RU" sz="34400" b="1" dirty="0">
                <a:solidFill>
                  <a:srgbClr val="C00000"/>
                </a:solidFill>
              </a:rPr>
              <a:t>?</a:t>
            </a:r>
            <a:endParaRPr lang="ru-RU" sz="9600" b="1" dirty="0">
              <a:solidFill>
                <a:srgbClr val="C00000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0EA1509-B1F4-610B-8E08-4358C2A03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25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120"/>
    </mc:Choice>
    <mc:Fallback xmlns="">
      <p:transition spd="slow" advTm="2912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в социально-экономических системах: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82" y="1569810"/>
            <a:ext cx="11870872" cy="185919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solidFill>
                  <a:srgbClr val="002060"/>
                </a:solidFill>
              </a:rPr>
              <a:t>— это процесс, обеспечивающий </a:t>
            </a:r>
            <a:r>
              <a:rPr lang="ru-RU" b="1" dirty="0">
                <a:solidFill>
                  <a:srgbClr val="002060"/>
                </a:solidFill>
              </a:rPr>
              <a:t>перевод системы из начального состояния в конечное</a:t>
            </a:r>
            <a:r>
              <a:rPr lang="ru-RU" dirty="0">
                <a:solidFill>
                  <a:srgbClr val="002060"/>
                </a:solidFill>
              </a:rPr>
              <a:t> путём целенаправленного воздействия с целью сохранения или изменения состояния или поведения.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BCAB5-56E7-B70E-7199-AD91B4AFA126}"/>
              </a:ext>
            </a:extLst>
          </p:cNvPr>
          <p:cNvSpPr txBox="1"/>
          <p:nvPr/>
        </p:nvSpPr>
        <p:spPr>
          <a:xfrm>
            <a:off x="-8164" y="6393012"/>
            <a:ext cx="12200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Гапоненко А. Л., Савельева М. В. Теория управления : учебник и практикум для академического бакалавриата / А. Л. Гапоненко,. — 2-е изд., </a:t>
            </a:r>
            <a:r>
              <a:rPr lang="ru-RU" sz="1200" dirty="0" err="1"/>
              <a:t>перераб</a:t>
            </a:r>
            <a:r>
              <a:rPr lang="ru-RU" sz="1200" dirty="0"/>
              <a:t>. и доп. — М.: Издательство </a:t>
            </a:r>
            <a:r>
              <a:rPr lang="ru-RU" sz="1200" dirty="0" err="1"/>
              <a:t>Юрайт</a:t>
            </a:r>
            <a:r>
              <a:rPr lang="ru-RU" sz="1200" dirty="0"/>
              <a:t>, 2015. — 336 с.</a:t>
            </a:r>
            <a:endParaRPr lang="en-US" sz="120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E017ED86-8A57-B729-DED3-6E0A49146D4E}"/>
              </a:ext>
            </a:extLst>
          </p:cNvPr>
          <p:cNvSpPr/>
          <p:nvPr/>
        </p:nvSpPr>
        <p:spPr>
          <a:xfrm>
            <a:off x="408214" y="3287486"/>
            <a:ext cx="3096986" cy="2884714"/>
          </a:xfrm>
          <a:prstGeom prst="ellips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dirty="0"/>
              <a:t>Начальное состояние</a:t>
            </a:r>
          </a:p>
          <a:p>
            <a:pPr algn="ctr"/>
            <a:r>
              <a:rPr lang="ru-RU" sz="2800" i="1" dirty="0"/>
              <a:t>объекта</a:t>
            </a:r>
            <a:r>
              <a:rPr lang="ru-RU" sz="2800" dirty="0"/>
              <a:t> управления </a:t>
            </a:r>
            <a:endParaRPr lang="en-US" sz="280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C3C044C7-80B9-4DAA-DEBC-A809CBF0FF80}"/>
              </a:ext>
            </a:extLst>
          </p:cNvPr>
          <p:cNvSpPr/>
          <p:nvPr/>
        </p:nvSpPr>
        <p:spPr>
          <a:xfrm>
            <a:off x="8686801" y="3287486"/>
            <a:ext cx="3096986" cy="2884714"/>
          </a:xfrm>
          <a:prstGeom prst="ellipse">
            <a:avLst/>
          </a:prstGeom>
          <a:ln w="57150">
            <a:solidFill>
              <a:srgbClr val="002060"/>
            </a:solidFill>
            <a:prstDash val="dash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dirty="0"/>
              <a:t>Целевое состояние</a:t>
            </a:r>
          </a:p>
          <a:p>
            <a:pPr algn="ctr"/>
            <a:r>
              <a:rPr lang="ru-RU" sz="2800" i="1" dirty="0"/>
              <a:t>объекта</a:t>
            </a:r>
            <a:r>
              <a:rPr lang="ru-RU" sz="2800" dirty="0"/>
              <a:t> управления </a:t>
            </a:r>
            <a:endParaRPr lang="en-US" sz="2800" dirty="0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68B9216F-6FEB-3758-C12A-CF71F6F7391E}"/>
              </a:ext>
            </a:extLst>
          </p:cNvPr>
          <p:cNvSpPr/>
          <p:nvPr/>
        </p:nvSpPr>
        <p:spPr>
          <a:xfrm>
            <a:off x="4131128" y="3614624"/>
            <a:ext cx="3929745" cy="2230438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Управленческое воздействие</a:t>
            </a:r>
            <a:endParaRPr lang="en-US" sz="3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0DA569-1E93-28B3-3B68-CBCF4E40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3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002"/>
    </mc:Choice>
    <mc:Fallback xmlns="">
      <p:transition spd="slow" advTm="22100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EBCAB5-56E7-B70E-7199-AD91B4AFA126}"/>
              </a:ext>
            </a:extLst>
          </p:cNvPr>
          <p:cNvSpPr txBox="1"/>
          <p:nvPr/>
        </p:nvSpPr>
        <p:spPr>
          <a:xfrm>
            <a:off x="-8164" y="6393012"/>
            <a:ext cx="12200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Гапоненко А. Л., Савельева М. В. Теория управления : учебник и практикум для академического бакалавриата / А. Л. Гапоненко,. — 2-е изд., </a:t>
            </a:r>
            <a:r>
              <a:rPr lang="ru-RU" sz="1200" dirty="0" err="1"/>
              <a:t>перераб</a:t>
            </a:r>
            <a:r>
              <a:rPr lang="ru-RU" sz="1200" dirty="0"/>
              <a:t>. и доп. — М.: Издательство </a:t>
            </a:r>
            <a:r>
              <a:rPr lang="ru-RU" sz="1200" dirty="0" err="1"/>
              <a:t>Юрайт</a:t>
            </a:r>
            <a:r>
              <a:rPr lang="ru-RU" sz="1200" dirty="0"/>
              <a:t>, 2015. — 336 с.</a:t>
            </a:r>
            <a:endParaRPr lang="en-US" sz="1200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017ED86-8A57-B729-DED3-6E0A49146D4E}"/>
              </a:ext>
            </a:extLst>
          </p:cNvPr>
          <p:cNvSpPr/>
          <p:nvPr/>
        </p:nvSpPr>
        <p:spPr>
          <a:xfrm>
            <a:off x="408214" y="2438395"/>
            <a:ext cx="3096986" cy="2884714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02060"/>
                </a:solidFill>
              </a:rPr>
              <a:t>Субъект</a:t>
            </a:r>
            <a:r>
              <a:rPr lang="ru-RU" sz="2800" dirty="0"/>
              <a:t> управления </a:t>
            </a:r>
            <a:endParaRPr lang="en-US" sz="2800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3C044C7-80B9-4DAA-DEBC-A809CBF0FF80}"/>
              </a:ext>
            </a:extLst>
          </p:cNvPr>
          <p:cNvSpPr/>
          <p:nvPr/>
        </p:nvSpPr>
        <p:spPr>
          <a:xfrm>
            <a:off x="8686801" y="2438395"/>
            <a:ext cx="3096986" cy="2884714"/>
          </a:xfrm>
          <a:prstGeom prst="roundRect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02060"/>
                </a:solidFill>
              </a:rPr>
              <a:t>Объект</a:t>
            </a:r>
            <a:r>
              <a:rPr lang="ru-RU" sz="2800" dirty="0"/>
              <a:t> управления </a:t>
            </a:r>
            <a:endParaRPr lang="en-US" sz="2800" dirty="0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68B9216F-6FEB-3758-C12A-CF71F6F7391E}"/>
              </a:ext>
            </a:extLst>
          </p:cNvPr>
          <p:cNvSpPr/>
          <p:nvPr/>
        </p:nvSpPr>
        <p:spPr>
          <a:xfrm>
            <a:off x="4131128" y="2765533"/>
            <a:ext cx="3929745" cy="2230438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Управленческое воздействие</a:t>
            </a:r>
            <a:endParaRPr lang="en-US" sz="3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7AB0E8E-48AF-460A-E8BC-533A438A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8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15"/>
    </mc:Choice>
    <mc:Fallback xmlns="">
      <p:transition spd="slow" advTm="15181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806BDA7-60DC-5F64-88DC-925CD1935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497615"/>
            <a:ext cx="9525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BCC52AB-58C3-8A54-6A5D-ABFF47CD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90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71"/>
    </mc:Choice>
    <mc:Fallback xmlns="">
      <p:transition spd="slow" advTm="2367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806BDA7-60DC-5F64-88DC-925CD1935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497615"/>
            <a:ext cx="952500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C848B8C3-ABB5-893C-AF17-2313CA488899}"/>
              </a:ext>
            </a:extLst>
          </p:cNvPr>
          <p:cNvSpPr/>
          <p:nvPr/>
        </p:nvSpPr>
        <p:spPr>
          <a:xfrm>
            <a:off x="4669972" y="1382485"/>
            <a:ext cx="3276599" cy="3225483"/>
          </a:xfrm>
          <a:prstGeom prst="ellipse">
            <a:avLst/>
          </a:prstGeom>
          <a:noFill/>
          <a:ln w="762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D81DCFE1-ED1C-74DB-CA43-B4981E22B99F}"/>
              </a:ext>
            </a:extLst>
          </p:cNvPr>
          <p:cNvSpPr/>
          <p:nvPr/>
        </p:nvSpPr>
        <p:spPr>
          <a:xfrm>
            <a:off x="283029" y="3521529"/>
            <a:ext cx="9900557" cy="3118757"/>
          </a:xfrm>
          <a:prstGeom prst="ellipse">
            <a:avLst/>
          </a:prstGeom>
          <a:noFill/>
          <a:ln w="762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A161DBB-9517-75FC-726B-5A6675421F87}"/>
              </a:ext>
            </a:extLst>
          </p:cNvPr>
          <p:cNvSpPr/>
          <p:nvPr/>
        </p:nvSpPr>
        <p:spPr>
          <a:xfrm>
            <a:off x="7587343" y="636815"/>
            <a:ext cx="3096986" cy="288471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02060"/>
                </a:solidFill>
              </a:rPr>
              <a:t>Субъект управления 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98A5FEE-4A22-52D8-C890-272257CBA9F2}"/>
              </a:ext>
            </a:extLst>
          </p:cNvPr>
          <p:cNvSpPr/>
          <p:nvPr/>
        </p:nvSpPr>
        <p:spPr>
          <a:xfrm>
            <a:off x="9095014" y="2361255"/>
            <a:ext cx="3096986" cy="2884714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C00000"/>
                </a:solidFill>
              </a:rPr>
              <a:t>Объект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b="1" dirty="0">
                <a:solidFill>
                  <a:srgbClr val="C00000"/>
                </a:solidFill>
              </a:rPr>
              <a:t>управления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F70E6F-8924-643D-76C2-378F0EDC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47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47"/>
    </mc:Choice>
    <mc:Fallback xmlns="">
      <p:transition spd="slow" advTm="1494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E764-4DB9-24D3-37CB-9212D54C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6D2FB-A218-E306-5D89-F88AA427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3F1B661E-CDB6-D6BC-73EE-06978A85EE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B3830C2-04A6-7B2E-E81E-EAAE1895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15</a:t>
            </a:fld>
            <a:endParaRPr lang="ru-RU"/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603C5D79-D7A9-8A06-C529-AA286AC339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2139524"/>
              </p:ext>
            </p:extLst>
          </p:nvPr>
        </p:nvGraphicFramePr>
        <p:xfrm>
          <a:off x="457199" y="1485901"/>
          <a:ext cx="11396663" cy="4668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81433D-6E0A-E50E-72FF-152FE32404B9}"/>
              </a:ext>
            </a:extLst>
          </p:cNvPr>
          <p:cNvSpPr txBox="1"/>
          <p:nvPr/>
        </p:nvSpPr>
        <p:spPr>
          <a:xfrm>
            <a:off x="-8164" y="6393012"/>
            <a:ext cx="12200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Гапоненко А. Л., Савельева М. В. Теория управления : учебник и практикум для академического бакалавриата / А. Л. Гапоненко,. — 2-е изд., </a:t>
            </a:r>
            <a:r>
              <a:rPr lang="ru-RU" sz="1200" dirty="0" err="1"/>
              <a:t>перераб</a:t>
            </a:r>
            <a:r>
              <a:rPr lang="ru-RU" sz="1200" dirty="0"/>
              <a:t>. и доп. — М.: Издательство </a:t>
            </a:r>
            <a:r>
              <a:rPr lang="ru-RU" sz="1200" dirty="0" err="1"/>
              <a:t>Юрайт</a:t>
            </a:r>
            <a:r>
              <a:rPr lang="ru-RU" sz="1200" dirty="0"/>
              <a:t>, 2015. — 336 с.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6539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146"/>
    </mc:Choice>
    <mc:Fallback xmlns="">
      <p:transition spd="slow" advTm="33814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4C0739FB-4614-457A-2143-65B230098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219579"/>
              </p:ext>
            </p:extLst>
          </p:nvPr>
        </p:nvGraphicFramePr>
        <p:xfrm>
          <a:off x="197969" y="3225768"/>
          <a:ext cx="11796057" cy="3207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и муниципальное управление: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DD90DA22-78F9-D836-9206-E9A300BE99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489771"/>
              </p:ext>
            </p:extLst>
          </p:nvPr>
        </p:nvGraphicFramePr>
        <p:xfrm>
          <a:off x="159470" y="1396074"/>
          <a:ext cx="11796057" cy="1396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88AE6E-45B6-F33F-3169-2CBDC8068659}"/>
              </a:ext>
            </a:extLst>
          </p:cNvPr>
          <p:cNvSpPr txBox="1"/>
          <p:nvPr/>
        </p:nvSpPr>
        <p:spPr>
          <a:xfrm>
            <a:off x="-42585" y="2877794"/>
            <a:ext cx="122001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</a:t>
            </a:r>
            <a:r>
              <a:rPr lang="ru-RU" sz="1200" dirty="0" err="1"/>
              <a:t>Гимазова</a:t>
            </a:r>
            <a:r>
              <a:rPr lang="ru-RU" sz="1200" dirty="0"/>
              <a:t>, Ю. В. Государственное и муниципальное управление : учебник для</a:t>
            </a:r>
            <a:r>
              <a:rPr lang="en-US" sz="1200" dirty="0"/>
              <a:t> </a:t>
            </a:r>
            <a:r>
              <a:rPr lang="ru-RU" sz="1200" dirty="0"/>
              <a:t>бакалавров / под общ. ред. Н. А. Омельченко. — М.: </a:t>
            </a:r>
            <a:r>
              <a:rPr lang="ru-RU" sz="1200" dirty="0" err="1"/>
              <a:t>Юрайт</a:t>
            </a:r>
            <a:r>
              <a:rPr lang="ru-RU" sz="1200" dirty="0"/>
              <a:t>, 2014. — 453 с.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D5636-BE6D-E86B-1CDC-2692A49DD63E}"/>
              </a:ext>
            </a:extLst>
          </p:cNvPr>
          <p:cNvSpPr txBox="1"/>
          <p:nvPr/>
        </p:nvSpPr>
        <p:spPr>
          <a:xfrm>
            <a:off x="-1" y="6547448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Слепышев А. Л. Государственное управление в современной России: теория и практика // Социум и власть. — 2014. — № 2 (46).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E17F8D-28A9-6F58-2F39-A7DE2C3C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91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8809"/>
    </mc:Choice>
    <mc:Fallback xmlns="">
      <p:transition spd="slow" advTm="38880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4C0739FB-4614-457A-2143-65B230098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143818"/>
              </p:ext>
            </p:extLst>
          </p:nvPr>
        </p:nvGraphicFramePr>
        <p:xfrm>
          <a:off x="197969" y="3752249"/>
          <a:ext cx="11796057" cy="275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и муниципальное управление: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DD90DA22-78F9-D836-9206-E9A300BE99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556196"/>
              </p:ext>
            </p:extLst>
          </p:nvPr>
        </p:nvGraphicFramePr>
        <p:xfrm>
          <a:off x="159470" y="1427910"/>
          <a:ext cx="11796057" cy="19210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88AE6E-45B6-F33F-3169-2CBDC8068659}"/>
              </a:ext>
            </a:extLst>
          </p:cNvPr>
          <p:cNvSpPr txBox="1"/>
          <p:nvPr/>
        </p:nvSpPr>
        <p:spPr>
          <a:xfrm>
            <a:off x="0" y="3521007"/>
            <a:ext cx="122001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Государственное управление: основы теории и организации. Учебник / Под. ред. В.А. </a:t>
            </a:r>
            <a:r>
              <a:rPr lang="ru-RU" sz="1200" dirty="0" err="1"/>
              <a:t>Козбаненко</a:t>
            </a:r>
            <a:r>
              <a:rPr lang="ru-RU" sz="1200" dirty="0"/>
              <a:t>. М.: Статут, 2000 С. 64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D5636-BE6D-E86B-1CDC-2692A49DD63E}"/>
              </a:ext>
            </a:extLst>
          </p:cNvPr>
          <p:cNvSpPr txBox="1"/>
          <p:nvPr/>
        </p:nvSpPr>
        <p:spPr>
          <a:xfrm>
            <a:off x="-1" y="6547448"/>
            <a:ext cx="121919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Атаманчук Г.В. Теория государственного управления. – </a:t>
            </a:r>
            <a:r>
              <a:rPr lang="ru-RU" sz="1200" dirty="0" err="1"/>
              <a:t>М.:Омега-Л</a:t>
            </a:r>
            <a:r>
              <a:rPr lang="ru-RU" sz="1200" dirty="0"/>
              <a:t>, 2010 – С. 38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043B418-B27E-845F-160D-E7253836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74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72"/>
    </mc:Choice>
    <mc:Fallback xmlns="">
      <p:transition spd="slow" advTm="557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BF35A-7D3E-96E8-C6F6-92B3FFAF0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Схема 10">
            <a:extLst>
              <a:ext uri="{FF2B5EF4-FFF2-40B4-BE49-F238E27FC236}">
                <a16:creationId xmlns:a16="http://schemas.microsoft.com/office/drawing/2014/main" id="{E8B0959B-1254-0939-9F1D-944CFFC306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3802413"/>
              </p:ext>
            </p:extLst>
          </p:nvPr>
        </p:nvGraphicFramePr>
        <p:xfrm>
          <a:off x="159470" y="3739034"/>
          <a:ext cx="11796057" cy="2308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CD9CA-78AC-6271-D106-27A1940BA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Определения в законе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7965E10-2FB8-A52E-0800-F639A383167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3AE258F0-CEBA-35CD-0634-6E7C357D3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0433209"/>
              </p:ext>
            </p:extLst>
          </p:nvPr>
        </p:nvGraphicFramePr>
        <p:xfrm>
          <a:off x="159470" y="1479099"/>
          <a:ext cx="11796057" cy="2106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39F323-73FF-571E-2588-FFD43F9723F2}"/>
              </a:ext>
            </a:extLst>
          </p:cNvPr>
          <p:cNvSpPr txBox="1"/>
          <p:nvPr/>
        </p:nvSpPr>
        <p:spPr>
          <a:xfrm>
            <a:off x="0" y="6320130"/>
            <a:ext cx="12200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Статья 3. Основные понятия, используемые в настоящем Федеральном законе // Федеральный закон от 28 июня 2014 г. N 172-ФЗ "О стратегическом планировании в Российской Федерации" (с изменениями и дополнениями) Глава 1. Общие положения (</a:t>
            </a:r>
            <a:r>
              <a:rPr lang="ru-RU" sz="1200" dirty="0" err="1"/>
              <a:t>ст.ст</a:t>
            </a:r>
            <a:r>
              <a:rPr lang="ru-RU" sz="1200" dirty="0"/>
              <a:t>. 1 - 3)</a:t>
            </a:r>
            <a:endParaRPr lang="en-US" sz="1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D073058-AC9C-D01D-8474-033BA557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04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177"/>
    </mc:Choice>
    <mc:Fallback xmlns="">
      <p:transition spd="slow" advTm="16217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7F0CD6-CA29-1D2F-8B8C-74C0882E4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07853"/>
              </p:ext>
            </p:extLst>
          </p:nvPr>
        </p:nvGraphicFramePr>
        <p:xfrm>
          <a:off x="177799" y="1497615"/>
          <a:ext cx="11777727" cy="4679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CB8535-4EEA-2CAB-4B3D-ECA5D2A987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государственного управления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F21E81B-D9E3-2054-2A1D-1D22A9FA6A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F2240-4141-8F5A-3AFB-99F8F497A936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Основы государственного и муниципального управления : Курс лекций. — Ч. 1 М.Ю. Зенков. Основы государственного управления / СИУ РАНХиГС.— Новосибирск : Изд-во СибАГС, 2015.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78FACC6-CA4D-0204-909E-7DBFE4CC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73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84"/>
    </mc:Choice>
    <mc:Fallback xmlns="">
      <p:transition spd="slow" advTm="3138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7F0CD6-CA29-1D2F-8B8C-74C0882E4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3945872"/>
              </p:ext>
            </p:extLst>
          </p:nvPr>
        </p:nvGraphicFramePr>
        <p:xfrm>
          <a:off x="177799" y="1497615"/>
          <a:ext cx="2997201" cy="4679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CB8535-4EEA-2CAB-4B3D-ECA5D2A987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государственного управления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F21E81B-D9E3-2054-2A1D-1D22A9FA6A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F2240-4141-8F5A-3AFB-99F8F497A936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Основы государственного и муниципального управления : Курс лекций. — Ч. 1 М.Ю. Зенков. Основы государственного управления / СИУ РАНХиГС.— Новосибирск : Изд-во СибАГС, 2015.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F69F68-4F15-3586-725E-27A0771C5457}"/>
              </a:ext>
            </a:extLst>
          </p:cNvPr>
          <p:cNvSpPr txBox="1"/>
          <p:nvPr/>
        </p:nvSpPr>
        <p:spPr>
          <a:xfrm>
            <a:off x="3175000" y="2129129"/>
            <a:ext cx="61023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Важнейший элемент системы госуправления, характеризующаяся наличием организационно структурированной системы институтов власти и управления на федеральном, региональном и местном уровнях. Она определяет, кто конкретно правомочен, имеет право и может осуществлять деятельность.</a:t>
            </a:r>
          </a:p>
        </p:txBody>
      </p:sp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8901B090-9685-C46D-771A-86735D741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59" t="16820" r="41820" b="14948"/>
          <a:stretch/>
        </p:blipFill>
        <p:spPr bwMode="auto">
          <a:xfrm>
            <a:off x="8614289" y="1312551"/>
            <a:ext cx="3577711" cy="555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1CEB3F-0195-0542-13AD-E4F5F24A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3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20243">
        <p159:morph option="byObject"/>
      </p:transition>
    </mc:Choice>
    <mc:Fallback xmlns="">
      <p:transition spd="slow" advTm="220243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7F0CD6-CA29-1D2F-8B8C-74C0882E4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936421"/>
              </p:ext>
            </p:extLst>
          </p:nvPr>
        </p:nvGraphicFramePr>
        <p:xfrm>
          <a:off x="177799" y="1497615"/>
          <a:ext cx="11777727" cy="4679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CB8535-4EEA-2CAB-4B3D-ECA5D2A987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государственного управления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F21E81B-D9E3-2054-2A1D-1D22A9FA6A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F2240-4141-8F5A-3AFB-99F8F497A936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Основы государственного и муниципального управления : Курс лекций. — Ч. 1 М.Ю. Зенков. Основы государственного управления / СИУ РАНХиГС.— Новосибирск : Изд-во СибАГС, 2015.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51C32CF-23B1-57E2-5A43-0121330A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601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255">
        <p159:morph option="byObject"/>
      </p:transition>
    </mc:Choice>
    <mc:Fallback xmlns="">
      <p:transition spd="slow" advTm="5255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7F0CD6-CA29-1D2F-8B8C-74C0882E4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73918"/>
              </p:ext>
            </p:extLst>
          </p:nvPr>
        </p:nvGraphicFramePr>
        <p:xfrm>
          <a:off x="8966920" y="1497615"/>
          <a:ext cx="2988605" cy="4679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CB8535-4EEA-2CAB-4B3D-ECA5D2A987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государственного управления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F21E81B-D9E3-2054-2A1D-1D22A9FA6A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F2240-4141-8F5A-3AFB-99F8F497A936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Основы государственного и муниципального управления : Курс лекций. — Ч. 1 М.Ю. Зенков. Основы государственного управления / СИУ РАНХиГС.— Новосибирск : Изд-во СибАГС, 2015.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C71681-5823-D5D0-533D-DEB8C20B573C}"/>
              </a:ext>
            </a:extLst>
          </p:cNvPr>
          <p:cNvSpPr txBox="1"/>
          <p:nvPr/>
        </p:nvSpPr>
        <p:spPr>
          <a:xfrm>
            <a:off x="2771775" y="2620486"/>
            <a:ext cx="61023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400" dirty="0"/>
              <a:t>Совокупность правовых норм и требований, регулирующих организацию и порядок деятельности органов государственной власти и управления, а также совокупность норм и методов правового воздействия государственных органов на общественную среду. </a:t>
            </a:r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F47B8C91-83A6-8021-0CAD-DA67D6143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49" b="89793" l="61900" r="88000">
                        <a14:foregroundMark x1="80100" y1="89793" x2="80100" y2="89793"/>
                        <a14:foregroundMark x1="86100" y1="41864" x2="86100" y2="41864"/>
                        <a14:foregroundMark x1="88100" y1="41568" x2="88100" y2="41568"/>
                        <a14:foregroundMark x1="82000" y1="42751" x2="82000" y2="42751"/>
                        <a14:foregroundMark x1="79700" y1="43935" x2="79700" y2="43935"/>
                        <a14:foregroundMark x1="86700" y1="32396" x2="86700" y2="32396"/>
                        <a14:foregroundMark x1="83700" y1="18639" x2="83700" y2="18639"/>
                        <a14:foregroundMark x1="83900" y1="9024" x2="83900" y2="9024"/>
                        <a14:foregroundMark x1="83200" y1="7249" x2="83200" y2="72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800" r="9824" b="1480"/>
          <a:stretch/>
        </p:blipFill>
        <p:spPr bwMode="auto">
          <a:xfrm>
            <a:off x="0" y="1109454"/>
            <a:ext cx="2617270" cy="55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51FC6E3-A18A-81CB-26F3-4172083B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7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76835">
        <p159:morph option="byObject"/>
      </p:transition>
    </mc:Choice>
    <mc:Fallback xmlns="">
      <p:transition spd="slow" advTm="176835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7F0CD6-CA29-1D2F-8B8C-74C0882E4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845520"/>
              </p:ext>
            </p:extLst>
          </p:nvPr>
        </p:nvGraphicFramePr>
        <p:xfrm>
          <a:off x="177799" y="1497615"/>
          <a:ext cx="11777727" cy="4679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CB8535-4EEA-2CAB-4B3D-ECA5D2A987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государственного управления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F21E81B-D9E3-2054-2A1D-1D22A9FA6A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F2240-4141-8F5A-3AFB-99F8F497A936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Основы государственного и муниципального управления : Курс лекций. — Ч. 1 М.Ю. Зенков. Основы государственного управления / СИУ РАНХиГС.— Новосибирск : Изд-во СибАГС, 2015.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800AC24-02C6-6B52-0F2C-EE8F2BF9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687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799">
        <p159:morph option="byObject"/>
      </p:transition>
    </mc:Choice>
    <mc:Fallback xmlns="">
      <p:transition spd="slow" advTm="5799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7F0CD6-CA29-1D2F-8B8C-74C0882E4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895600"/>
              </p:ext>
            </p:extLst>
          </p:nvPr>
        </p:nvGraphicFramePr>
        <p:xfrm>
          <a:off x="177799" y="1497615"/>
          <a:ext cx="2997201" cy="4679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CB8535-4EEA-2CAB-4B3D-ECA5D2A987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государственного управления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F21E81B-D9E3-2054-2A1D-1D22A9FA6A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F2240-4141-8F5A-3AFB-99F8F497A936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Основы государственного и муниципального управления : Курс лекций. — Ч. 1 М.Ю. Зенков. Основы государственного управления / СИУ РАНХиГС.— Новосибирск : Изд-во СибАГС, 2015.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E84C42-2403-7B82-70CF-88CBD86C1FCD}"/>
              </a:ext>
            </a:extLst>
          </p:cNvPr>
          <p:cNvSpPr txBox="1"/>
          <p:nvPr/>
        </p:nvSpPr>
        <p:spPr>
          <a:xfrm>
            <a:off x="3175000" y="1652648"/>
            <a:ext cx="61023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определяет управленческие отношения, официальные (юридически урегулированные) и неофициальные (деловые и неформальные) связи субъектов управления между собой по горизонтали и вертикали, их взаимодействие с общественными институтами, организациями, гражданами, т.е. такая коммуникация, без которой нормальное функционирование системы государственного управления невозможно. </a:t>
            </a:r>
          </a:p>
        </p:txBody>
      </p:sp>
      <p:pic>
        <p:nvPicPr>
          <p:cNvPr id="36866" name="Picture 2" descr="Picture background">
            <a:extLst>
              <a:ext uri="{FF2B5EF4-FFF2-40B4-BE49-F238E27FC236}">
                <a16:creationId xmlns:a16="http://schemas.microsoft.com/office/drawing/2014/main" id="{9F841A26-2025-97B3-AE50-7E90C3CD39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0957"/>
          <a:stretch/>
        </p:blipFill>
        <p:spPr bwMode="auto">
          <a:xfrm>
            <a:off x="9017002" y="1148587"/>
            <a:ext cx="3174998" cy="537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1EA3D5D-E776-769C-DF53-3D931074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80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2067">
        <p159:morph option="byObject"/>
      </p:transition>
    </mc:Choice>
    <mc:Fallback xmlns="">
      <p:transition spd="slow" advTm="242067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7F0CD6-CA29-1D2F-8B8C-74C0882E4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722307"/>
              </p:ext>
            </p:extLst>
          </p:nvPr>
        </p:nvGraphicFramePr>
        <p:xfrm>
          <a:off x="177799" y="1497615"/>
          <a:ext cx="11777727" cy="4679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CB8535-4EEA-2CAB-4B3D-ECA5D2A987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государственного управления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F21E81B-D9E3-2054-2A1D-1D22A9FA6A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F2240-4141-8F5A-3AFB-99F8F497A936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Основы государственного и муниципального управления : Курс лекций. — Ч. 1 М.Ю. Зенков. Основы государственного управления / СИУ РАНХиГС.— Новосибирск : Изд-во СибАГС, 2015.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44EBBEE-ABA1-C9D1-0986-6238D3D6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826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783">
        <p159:morph option="byObject"/>
      </p:transition>
    </mc:Choice>
    <mc:Fallback xmlns="">
      <p:transition spd="slow" advTm="10783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D7F0CD6-CA29-1D2F-8B8C-74C0882E4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951718"/>
              </p:ext>
            </p:extLst>
          </p:nvPr>
        </p:nvGraphicFramePr>
        <p:xfrm>
          <a:off x="8975492" y="1497615"/>
          <a:ext cx="2980034" cy="4679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DCB8535-4EEA-2CAB-4B3D-ECA5D2A987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государственного управления</a:t>
            </a:r>
          </a:p>
        </p:txBody>
      </p:sp>
      <p:pic>
        <p:nvPicPr>
          <p:cNvPr id="5" name="Рисунок 4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6F21E81B-D9E3-2054-2A1D-1D22A9FA6AA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CF2240-4141-8F5A-3AFB-99F8F497A936}"/>
              </a:ext>
            </a:extLst>
          </p:cNvPr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Основы государственного и муниципального управления : Курс лекций. — Ч. 1 М.Ю. Зенков. Основы государственного управления / СИУ РАНХиГС.— Новосибирск : Изд-во СибАГС, 2015.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577601-B9E1-CD79-DA59-24418EBC653F}"/>
              </a:ext>
            </a:extLst>
          </p:cNvPr>
          <p:cNvSpPr txBox="1"/>
          <p:nvPr/>
        </p:nvSpPr>
        <p:spPr>
          <a:xfrm>
            <a:off x="2771775" y="2313795"/>
            <a:ext cx="61023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400" dirty="0"/>
              <a:t>Определяет наличие в институтах власти и управления квалифицированных, профессиональных кадров, способных правильно и своевременно использовать нормативно-правовые установки, достижения науки в практической функционально-управленческой деятельности. </a:t>
            </a:r>
          </a:p>
        </p:txBody>
      </p:sp>
      <p:pic>
        <p:nvPicPr>
          <p:cNvPr id="37890" name="Picture 2" descr="Picture background">
            <a:extLst>
              <a:ext uri="{FF2B5EF4-FFF2-40B4-BE49-F238E27FC236}">
                <a16:creationId xmlns:a16="http://schemas.microsoft.com/office/drawing/2014/main" id="{1A2DBD77-FEA2-CDAA-1E55-F5E95A2FC8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0" r="50331"/>
          <a:stretch/>
        </p:blipFill>
        <p:spPr bwMode="auto">
          <a:xfrm>
            <a:off x="0" y="1397076"/>
            <a:ext cx="2621026" cy="523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51B5C9B-90E5-F505-FD30-4BF7EDBF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561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91209">
        <p159:morph option="byObject"/>
      </p:transition>
    </mc:Choice>
    <mc:Fallback xmlns="">
      <p:transition spd="slow" advTm="191209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Государственная власть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9471"/>
            <a:ext cx="10515600" cy="16974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>
                <a:solidFill>
                  <a:srgbClr val="002060"/>
                </a:solidFill>
              </a:rPr>
              <a:t>Государственная власть </a:t>
            </a:r>
            <a:r>
              <a:rPr lang="ru-RU" dirty="0">
                <a:solidFill>
                  <a:srgbClr val="002060"/>
                </a:solidFill>
              </a:rPr>
              <a:t>— официально установленное, юридически закрепленное право, возможность и способность субъекта воздействовать на объект государственного управления.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8AE6E-45B6-F33F-3169-2CBDC8068659}"/>
              </a:ext>
            </a:extLst>
          </p:cNvPr>
          <p:cNvSpPr txBox="1"/>
          <p:nvPr/>
        </p:nvSpPr>
        <p:spPr>
          <a:xfrm>
            <a:off x="-8164" y="6396335"/>
            <a:ext cx="12200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</a:t>
            </a:r>
            <a:r>
              <a:rPr lang="ru-RU" sz="1200" dirty="0" err="1"/>
              <a:t>Гимазова</a:t>
            </a:r>
            <a:r>
              <a:rPr lang="ru-RU" sz="1200" dirty="0"/>
              <a:t>, Ю. В. Государственное и муниципальное управление : учебник для</a:t>
            </a:r>
            <a:r>
              <a:rPr lang="en-US" sz="1200" dirty="0"/>
              <a:t> </a:t>
            </a:r>
            <a:r>
              <a:rPr lang="ru-RU" sz="1200" dirty="0"/>
              <a:t>бакалавров / под общ. ред. Н. А. Омельченко. — М.: </a:t>
            </a:r>
            <a:r>
              <a:rPr lang="ru-RU" sz="1200" dirty="0" err="1"/>
              <a:t>Издательствово</a:t>
            </a:r>
            <a:r>
              <a:rPr lang="ru-RU" sz="1200" dirty="0"/>
              <a:t> </a:t>
            </a:r>
            <a:r>
              <a:rPr lang="ru-RU" sz="1200" dirty="0" err="1"/>
              <a:t>Юрайт</a:t>
            </a:r>
            <a:r>
              <a:rPr lang="ru-RU" sz="1200" dirty="0"/>
              <a:t>, 2014. — 453 с.</a:t>
            </a:r>
            <a:endParaRPr lang="en-US" sz="1200" dirty="0"/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7FC00B29-6A80-1150-6297-FA3A5F5D66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672358"/>
              </p:ext>
            </p:extLst>
          </p:nvPr>
        </p:nvGraphicFramePr>
        <p:xfrm>
          <a:off x="3035753" y="1807029"/>
          <a:ext cx="8318047" cy="2216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A9136B06-6B32-1B04-5B38-BCFE8F6D0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07029"/>
            <a:ext cx="2216693" cy="221669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7FF94EC-6FA7-5374-F333-BC41EA6A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36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283"/>
    </mc:Choice>
    <mc:Fallback xmlns="">
      <p:transition spd="slow" advTm="11028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6AB8D-3D70-DAC9-F4D3-3E4C5451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F473D7-6A79-5867-D59D-6F9F57AE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Парадигмы государственного управления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2ECEDD4F-84AA-C30F-7987-1A3EB981EC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489366-461C-8389-6EB8-A955E7428DDA}"/>
              </a:ext>
            </a:extLst>
          </p:cNvPr>
          <p:cNvSpPr txBox="1"/>
          <p:nvPr/>
        </p:nvSpPr>
        <p:spPr>
          <a:xfrm>
            <a:off x="-8164" y="6396335"/>
            <a:ext cx="12200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</a:t>
            </a:r>
            <a:r>
              <a:rPr lang="ru-RU" sz="1200" dirty="0" err="1"/>
              <a:t>Гимазова</a:t>
            </a:r>
            <a:r>
              <a:rPr lang="ru-RU" sz="1200" dirty="0"/>
              <a:t>, Ю. В. Государственное и муниципальное управление : учебник для</a:t>
            </a:r>
            <a:r>
              <a:rPr lang="en-US" sz="1200" dirty="0"/>
              <a:t> </a:t>
            </a:r>
            <a:r>
              <a:rPr lang="ru-RU" sz="1200" dirty="0"/>
              <a:t>бакалавров / под общ. ред. Н. А. Омельченко. — М.: </a:t>
            </a:r>
            <a:r>
              <a:rPr lang="ru-RU" sz="1200" dirty="0" err="1"/>
              <a:t>Издательствово</a:t>
            </a:r>
            <a:r>
              <a:rPr lang="ru-RU" sz="1200" dirty="0"/>
              <a:t> </a:t>
            </a:r>
            <a:r>
              <a:rPr lang="ru-RU" sz="1200" dirty="0" err="1"/>
              <a:t>Юрайт</a:t>
            </a:r>
            <a:r>
              <a:rPr lang="ru-RU" sz="1200" dirty="0"/>
              <a:t>, 2014. — 453 с.</a:t>
            </a:r>
            <a:endParaRPr lang="en-US" sz="12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900E70D-532B-4197-8458-3005C1C0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28</a:t>
            </a:fld>
            <a:endParaRPr lang="ru-RU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B71C90B6-C8A3-3080-A318-68E92B24D2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8719203"/>
              </p:ext>
            </p:extLst>
          </p:nvPr>
        </p:nvGraphicFramePr>
        <p:xfrm>
          <a:off x="326231" y="1549401"/>
          <a:ext cx="11539537" cy="684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81AB847D-7823-A4AF-76BB-6B261A89D51C}"/>
              </a:ext>
            </a:extLst>
          </p:cNvPr>
          <p:cNvSpPr txBox="1">
            <a:spLocks/>
          </p:cNvSpPr>
          <p:nvPr/>
        </p:nvSpPr>
        <p:spPr>
          <a:xfrm>
            <a:off x="326231" y="2286297"/>
            <a:ext cx="5669757" cy="37105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/>
              <a:t>Государство доминирует над обществом, </a:t>
            </a:r>
            <a:r>
              <a:rPr lang="ru-RU" sz="2400" dirty="0"/>
              <a:t>замкнуто и фактически самодостаточно. От имени государства выступает правящая элита.</a:t>
            </a:r>
          </a:p>
          <a:p>
            <a:r>
              <a:rPr lang="ru-RU" sz="2400" dirty="0"/>
              <a:t>Государство </a:t>
            </a:r>
            <a:r>
              <a:rPr lang="ru-RU" sz="2400" b="1" dirty="0"/>
              <a:t>жестко контролирует и непосредственно управляет всеми сферами общества. </a:t>
            </a:r>
            <a:r>
              <a:rPr lang="ru-RU" sz="2400" dirty="0"/>
              <a:t>Оно – единственный реальный субъект управления</a:t>
            </a:r>
          </a:p>
          <a:p>
            <a:r>
              <a:rPr lang="ru-RU" sz="2400" dirty="0"/>
              <a:t>Затруднена оценка результатов.</a:t>
            </a:r>
          </a:p>
        </p:txBody>
      </p:sp>
      <p:sp>
        <p:nvSpPr>
          <p:cNvPr id="13" name="Содержимое 2">
            <a:extLst>
              <a:ext uri="{FF2B5EF4-FFF2-40B4-BE49-F238E27FC236}">
                <a16:creationId xmlns:a16="http://schemas.microsoft.com/office/drawing/2014/main" id="{8A38E0C2-9B5C-FBA1-F35E-C5C7B564647E}"/>
              </a:ext>
            </a:extLst>
          </p:cNvPr>
          <p:cNvSpPr txBox="1">
            <a:spLocks/>
          </p:cNvSpPr>
          <p:nvPr/>
        </p:nvSpPr>
        <p:spPr>
          <a:xfrm>
            <a:off x="6196013" y="2286297"/>
            <a:ext cx="5581649" cy="3933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Широкомасштабная </a:t>
            </a:r>
            <a:r>
              <a:rPr lang="ru-RU" sz="2400" b="1" dirty="0"/>
              <a:t>приватизация</a:t>
            </a:r>
            <a:r>
              <a:rPr lang="ru-RU" sz="2400" dirty="0"/>
              <a:t> государственной (муниципальной) </a:t>
            </a:r>
            <a:r>
              <a:rPr lang="ru-RU" sz="2400" b="1" dirty="0"/>
              <a:t>собственности</a:t>
            </a:r>
            <a:r>
              <a:rPr lang="ru-RU" sz="2400" dirty="0"/>
              <a:t>.</a:t>
            </a:r>
          </a:p>
          <a:p>
            <a:r>
              <a:rPr lang="ru-RU" sz="2400" dirty="0"/>
              <a:t>Значительное </a:t>
            </a:r>
            <a:r>
              <a:rPr lang="ru-RU" sz="2400" b="1" dirty="0"/>
              <a:t>сокращение госаппарата</a:t>
            </a:r>
            <a:r>
              <a:rPr lang="ru-RU" sz="2400" dirty="0"/>
              <a:t>. Минимизация функций. Либерализация.</a:t>
            </a:r>
          </a:p>
          <a:p>
            <a:r>
              <a:rPr lang="ru-RU" sz="2400" b="1" dirty="0"/>
              <a:t>Введение рыночных механизмов </a:t>
            </a:r>
            <a:r>
              <a:rPr lang="ru-RU" sz="2400" dirty="0"/>
              <a:t>регулирования в важнейших сферах общественной жизни.</a:t>
            </a:r>
          </a:p>
          <a:p>
            <a:r>
              <a:rPr lang="ru-RU" sz="2400" dirty="0"/>
              <a:t>Граждане  - </a:t>
            </a:r>
            <a:r>
              <a:rPr lang="ru-RU" sz="2400" b="1" dirty="0"/>
              <a:t>клиенты</a:t>
            </a:r>
          </a:p>
        </p:txBody>
      </p:sp>
    </p:spTree>
    <p:extLst>
      <p:ext uri="{BB962C8B-B14F-4D97-AF65-F5344CB8AC3E}">
        <p14:creationId xmlns:p14="http://schemas.microsoft.com/office/powerpoint/2010/main" val="310761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4913"/>
    </mc:Choice>
    <mc:Fallback xmlns="">
      <p:transition spd="slow" advTm="304913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Ветви власти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B25CF296-3064-39DC-44E8-5087827C2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441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617C4C5-441B-38F7-566F-B04AC83C3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102" b="94336" l="10000" r="90000">
                        <a14:foregroundMark x1="67609" y1="94531" x2="52065" y2="92969"/>
                        <a14:foregroundMark x1="27717" y1="84961" x2="27609" y2="80469"/>
                        <a14:foregroundMark x1="31739" y1="4102" x2="31739" y2="4102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62325"/>
            <a:ext cx="3132088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13B8B572-EC74-B28E-D4F5-65C0AD6A5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-1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825" y="3333962"/>
            <a:ext cx="2009775" cy="179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024D7BCB-77E3-0F72-AB2C-BF0492BF7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64348" y1="70508" x2="64348" y2="70508"/>
                        <a14:foregroundMark x1="74783" y1="78906" x2="74783" y2="78906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477" y="3095837"/>
            <a:ext cx="4073045" cy="226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AA7DE49-AB4B-D2EC-4EA8-7A595B22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10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357"/>
    </mc:Choice>
    <mc:Fallback xmlns="">
      <p:transition spd="slow" advTm="267357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282B12CB-FC4E-D15E-AA9A-07D39FA5E3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581843"/>
              </p:ext>
            </p:extLst>
          </p:nvPr>
        </p:nvGraphicFramePr>
        <p:xfrm>
          <a:off x="271463" y="1706562"/>
          <a:ext cx="11282364" cy="438543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145715923"/>
                    </a:ext>
                  </a:extLst>
                </a:gridCol>
                <a:gridCol w="3133725">
                  <a:extLst>
                    <a:ext uri="{9D8B030D-6E8A-4147-A177-3AD203B41FA5}">
                      <a16:colId xmlns:a16="http://schemas.microsoft.com/office/drawing/2014/main" val="1789130395"/>
                    </a:ext>
                  </a:extLst>
                </a:gridCol>
                <a:gridCol w="3452813">
                  <a:extLst>
                    <a:ext uri="{9D8B030D-6E8A-4147-A177-3AD203B41FA5}">
                      <a16:colId xmlns:a16="http://schemas.microsoft.com/office/drawing/2014/main" val="4247030598"/>
                    </a:ext>
                  </a:extLst>
                </a:gridCol>
                <a:gridCol w="3067051">
                  <a:extLst>
                    <a:ext uri="{9D8B030D-6E8A-4147-A177-3AD203B41FA5}">
                      <a16:colId xmlns:a16="http://schemas.microsoft.com/office/drawing/2014/main" val="505009799"/>
                    </a:ext>
                  </a:extLst>
                </a:gridCol>
              </a:tblGrid>
              <a:tr h="222947">
                <a:tc>
                  <a:txBody>
                    <a:bodyPr/>
                    <a:lstStyle/>
                    <a:p>
                      <a:pPr algn="ctr" fontAlgn="b"/>
                      <a:endParaRPr lang="ru-RU" sz="2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70" marR="2270" marT="2270" marB="2452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Законодательная</a:t>
                      </a:r>
                      <a:endParaRPr lang="ru-RU" sz="2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70" marR="2270" marT="2270" marB="2452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800" b="0" u="none" strike="noStrike">
                          <a:solidFill>
                            <a:schemeClr val="bg1"/>
                          </a:solidFill>
                          <a:effectLst/>
                        </a:rPr>
                        <a:t>Исполнительная</a:t>
                      </a:r>
                      <a:endParaRPr lang="ru-RU" sz="2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70" marR="2270" marT="2270" marB="2452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Судебная</a:t>
                      </a:r>
                      <a:endParaRPr lang="ru-RU" sz="2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270" marR="2270" marT="2270" marB="2452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856631"/>
                  </a:ext>
                </a:extLst>
              </a:tr>
              <a:tr h="1007578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Основные функции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Принятие законов, утверждение бюджета, контроль за исполнительной властью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Исполнение законов, управление государственными делами, внешняя политика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Толкование законов, разрешение споров, защита прав и свобод граждан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163132873"/>
                  </a:ext>
                </a:extLst>
              </a:tr>
              <a:tr h="1105657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Избрание/</a:t>
                      </a:r>
                      <a:b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назначение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Депутаты избираются народом, сенаторы назначаются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Президент избирается народом, Премьер-министр назначается Президентом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Судьи назначаются Президентом и утверждаются Советом Федерации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07411853"/>
                  </a:ext>
                </a:extLst>
              </a:tr>
              <a:tr h="1105657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Примеры полномочий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Принятие федеральных законов, ратификация международных договоров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Издание указов и распоряжений, управление федеральными органами власти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Рассмотрение судебных дел, конституционный контроль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436702473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44EC3C-90CD-1901-CAB2-0DECB405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30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6CFFB9B-8255-82E7-912B-EF63E4EB86D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179388"/>
            <a:r>
              <a:rPr lang="ru-RU" sz="37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Ветви власти</a:t>
            </a:r>
            <a:endParaRPr lang="ru-RU" sz="3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14E4713-D49B-222F-8390-F253EDD148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478"/>
    </mc:Choice>
    <mc:Fallback xmlns="">
      <p:transition spd="slow" advTm="89478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4C27-E746-EC9A-0083-2DC7F1E0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0AF05-1A1D-A37F-1C72-5C5B7E741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Ветви власти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9B0486E5-0103-3B1D-6390-57789BF715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4506DEF2-993B-0A57-6C70-3C24811F0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2202"/>
            <a:ext cx="10515600" cy="2024916"/>
          </a:xfrm>
        </p:spPr>
        <p:txBody>
          <a:bodyPr>
            <a:normAutofit/>
          </a:bodyPr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ru-RU" b="0" i="0" dirty="0">
                <a:solidFill>
                  <a:srgbClr val="020C22"/>
                </a:solidFill>
                <a:effectLst/>
                <a:latin typeface="ITCFranklinGothicW10-Bk 862339"/>
              </a:rPr>
              <a:t>«Государственная власть в Российской Федерации осуществляется на основе разделения на </a:t>
            </a:r>
            <a:r>
              <a:rPr lang="ru-RU" b="1" i="0" dirty="0">
                <a:solidFill>
                  <a:srgbClr val="020C22"/>
                </a:solidFill>
                <a:effectLst/>
                <a:latin typeface="ITCFranklinGothicW10-Bk 862339"/>
              </a:rPr>
              <a:t>законодательную</a:t>
            </a:r>
            <a:r>
              <a:rPr lang="ru-RU" b="0" i="0" dirty="0">
                <a:solidFill>
                  <a:srgbClr val="020C22"/>
                </a:solidFill>
                <a:effectLst/>
                <a:latin typeface="ITCFranklinGothicW10-Bk 862339"/>
              </a:rPr>
              <a:t>, </a:t>
            </a:r>
            <a:r>
              <a:rPr lang="ru-RU" b="1" i="0" dirty="0">
                <a:solidFill>
                  <a:srgbClr val="020C22"/>
                </a:solidFill>
                <a:effectLst/>
                <a:latin typeface="ITCFranklinGothicW10-Bk 862339"/>
              </a:rPr>
              <a:t>исполнительную</a:t>
            </a:r>
            <a:r>
              <a:rPr lang="ru-RU" b="0" i="0" dirty="0">
                <a:solidFill>
                  <a:srgbClr val="020C22"/>
                </a:solidFill>
                <a:effectLst/>
                <a:latin typeface="ITCFranklinGothicW10-Bk 862339"/>
              </a:rPr>
              <a:t> и </a:t>
            </a:r>
            <a:r>
              <a:rPr lang="ru-RU" b="1" i="0" dirty="0">
                <a:solidFill>
                  <a:srgbClr val="020C22"/>
                </a:solidFill>
                <a:effectLst/>
                <a:latin typeface="ITCFranklinGothicW10-Bk 862339"/>
              </a:rPr>
              <a:t>судебную</a:t>
            </a:r>
            <a:r>
              <a:rPr lang="ru-RU" b="0" i="0" dirty="0">
                <a:solidFill>
                  <a:srgbClr val="020C22"/>
                </a:solidFill>
                <a:effectLst/>
                <a:latin typeface="ITCFranklinGothicW10-Bk 862339"/>
              </a:rPr>
              <a:t>. </a:t>
            </a:r>
            <a:br>
              <a:rPr lang="ru-RU" b="0" i="0" dirty="0">
                <a:solidFill>
                  <a:srgbClr val="020C22"/>
                </a:solidFill>
                <a:effectLst/>
                <a:latin typeface="ITCFranklinGothicW10-Bk 862339"/>
              </a:rPr>
            </a:br>
            <a:r>
              <a:rPr lang="ru-RU" b="0" i="0" dirty="0">
                <a:solidFill>
                  <a:srgbClr val="020C22"/>
                </a:solidFill>
                <a:effectLst/>
                <a:latin typeface="ITCFranklinGothicW10-Bk 862339"/>
              </a:rPr>
              <a:t>Органы законодательной, исполнительной и судебной власти </a:t>
            </a:r>
            <a:r>
              <a:rPr lang="ru-RU" b="1" i="0" dirty="0">
                <a:solidFill>
                  <a:srgbClr val="020C22"/>
                </a:solidFill>
                <a:effectLst/>
                <a:latin typeface="ITCFranklinGothicW10-Bk 862339"/>
              </a:rPr>
              <a:t>самостоятельны</a:t>
            </a:r>
            <a:r>
              <a:rPr lang="ru-RU" b="0" i="0" dirty="0">
                <a:solidFill>
                  <a:srgbClr val="020C22"/>
                </a:solidFill>
                <a:effectLst/>
                <a:latin typeface="ITCFranklinGothicW10-Bk 862339"/>
              </a:rPr>
              <a:t>.»</a:t>
            </a:r>
            <a:endParaRPr lang="ru-RU" altLang="ru-RU" sz="2800" b="1" dirty="0">
              <a:latin typeface="+mj-lt"/>
            </a:endParaRP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C1203D31-6F18-613D-6A09-2B74D34CD9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3032718"/>
              </p:ext>
            </p:extLst>
          </p:nvPr>
        </p:nvGraphicFramePr>
        <p:xfrm>
          <a:off x="2059441" y="1716541"/>
          <a:ext cx="9294359" cy="9885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05F08E01-CC5A-9DA2-077B-51F239F0B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2658"/>
            <a:ext cx="1257300" cy="12573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C1E864-20C3-7BDC-9584-90708B5D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A4510C-2DF0-2C8F-5D6E-FC0539E2FF45}"/>
              </a:ext>
            </a:extLst>
          </p:cNvPr>
          <p:cNvSpPr txBox="1"/>
          <p:nvPr/>
        </p:nvSpPr>
        <p:spPr>
          <a:xfrm>
            <a:off x="838199" y="5402243"/>
            <a:ext cx="1051560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+mj-lt"/>
              </a:rPr>
              <a:t>Тем самым конституционно закреплено признание </a:t>
            </a:r>
            <a:br>
              <a:rPr lang="ru-RU" sz="2800" dirty="0">
                <a:latin typeface="+mj-lt"/>
              </a:rPr>
            </a:br>
            <a:r>
              <a:rPr lang="ru-RU" sz="2800" b="1" dirty="0">
                <a:solidFill>
                  <a:srgbClr val="2E3092"/>
                </a:solidFill>
                <a:latin typeface="+mj-lt"/>
              </a:rPr>
              <a:t>принципа разделения властей</a:t>
            </a:r>
            <a:r>
              <a:rPr lang="ru-RU" sz="2800" dirty="0">
                <a:latin typeface="+mj-lt"/>
              </a:rPr>
              <a:t>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6188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15"/>
    </mc:Choice>
    <mc:Fallback xmlns="">
      <p:transition spd="slow" advTm="49315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Уровни власти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6" name="Объект 11">
            <a:extLst>
              <a:ext uri="{FF2B5EF4-FFF2-40B4-BE49-F238E27FC236}">
                <a16:creationId xmlns:a16="http://schemas.microsoft.com/office/drawing/2014/main" id="{CAA26A3F-C13F-43B3-B738-3EE4FAD4E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47" y="1590675"/>
            <a:ext cx="10515600" cy="192405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ru-RU" b="1" dirty="0">
                <a:solidFill>
                  <a:srgbClr val="002060"/>
                </a:solidFill>
              </a:rPr>
              <a:t>Государственное 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002060"/>
                </a:solidFill>
              </a:rPr>
              <a:t>управление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002060"/>
                </a:solidFill>
              </a:rPr>
              <a:t>(государственная служба)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0473BF8-AB20-A8E2-D7BB-FA5D64EFF27F}"/>
              </a:ext>
            </a:extLst>
          </p:cNvPr>
          <p:cNvCxnSpPr>
            <a:cxnSpLocks/>
          </p:cNvCxnSpPr>
          <p:nvPr/>
        </p:nvCxnSpPr>
        <p:spPr>
          <a:xfrm>
            <a:off x="0" y="3867150"/>
            <a:ext cx="12192000" cy="0"/>
          </a:xfrm>
          <a:prstGeom prst="line">
            <a:avLst/>
          </a:prstGeom>
          <a:ln w="76200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Объект 11">
            <a:extLst>
              <a:ext uri="{FF2B5EF4-FFF2-40B4-BE49-F238E27FC236}">
                <a16:creationId xmlns:a16="http://schemas.microsoft.com/office/drawing/2014/main" id="{146419CA-73BB-2D2A-6907-47C34D05867E}"/>
              </a:ext>
            </a:extLst>
          </p:cNvPr>
          <p:cNvSpPr txBox="1">
            <a:spLocks/>
          </p:cNvSpPr>
          <p:nvPr/>
        </p:nvSpPr>
        <p:spPr>
          <a:xfrm>
            <a:off x="112647" y="4480605"/>
            <a:ext cx="10515600" cy="15927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b="1" dirty="0">
                <a:solidFill>
                  <a:schemeClr val="accent3">
                    <a:lumMod val="75000"/>
                  </a:schemeClr>
                </a:solidFill>
              </a:rPr>
              <a:t>Местное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b="1" dirty="0">
                <a:solidFill>
                  <a:schemeClr val="accent3">
                    <a:lumMod val="75000"/>
                  </a:schemeClr>
                </a:solidFill>
              </a:rPr>
              <a:t>самоуправление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ru-RU" dirty="0">
                <a:solidFill>
                  <a:schemeClr val="accent3">
                    <a:lumMod val="75000"/>
                  </a:schemeClr>
                </a:solidFill>
              </a:rPr>
              <a:t>(муниципальная служба)</a:t>
            </a:r>
          </a:p>
        </p:txBody>
      </p:sp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68D59B1C-9A60-563C-F26A-04F4631269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3617579"/>
              </p:ext>
            </p:extLst>
          </p:nvPr>
        </p:nvGraphicFramePr>
        <p:xfrm>
          <a:off x="4941821" y="1504950"/>
          <a:ext cx="7013705" cy="1924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Схема 13">
            <a:extLst>
              <a:ext uri="{FF2B5EF4-FFF2-40B4-BE49-F238E27FC236}">
                <a16:creationId xmlns:a16="http://schemas.microsoft.com/office/drawing/2014/main" id="{25582342-0EDA-A24F-477A-FABE023139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3180341"/>
              </p:ext>
            </p:extLst>
          </p:nvPr>
        </p:nvGraphicFramePr>
        <p:xfrm>
          <a:off x="4941820" y="4305300"/>
          <a:ext cx="7013705" cy="1924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68FBE814-B46C-B9B7-E172-A28675EFB50F}"/>
              </a:ext>
            </a:extLst>
          </p:cNvPr>
          <p:cNvSpPr/>
          <p:nvPr/>
        </p:nvSpPr>
        <p:spPr>
          <a:xfrm>
            <a:off x="5295900" y="2162175"/>
            <a:ext cx="647700" cy="711200"/>
          </a:xfrm>
          <a:prstGeom prst="downArrow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35B4446C-DAC7-6DFB-5B03-EB984E4F9AC5}"/>
              </a:ext>
            </a:extLst>
          </p:cNvPr>
          <p:cNvSpPr/>
          <p:nvPr/>
        </p:nvSpPr>
        <p:spPr>
          <a:xfrm>
            <a:off x="11029949" y="2111375"/>
            <a:ext cx="647700" cy="711200"/>
          </a:xfrm>
          <a:prstGeom prst="downArrow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12ECCDDC-C202-3E6A-D0C0-8806093F8334}"/>
              </a:ext>
            </a:extLst>
          </p:cNvPr>
          <p:cNvSpPr/>
          <p:nvPr/>
        </p:nvSpPr>
        <p:spPr>
          <a:xfrm>
            <a:off x="5244338" y="3644900"/>
            <a:ext cx="647700" cy="711200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BFB7C3B3-49FF-10FD-8774-D7D1AA41838F}"/>
              </a:ext>
            </a:extLst>
          </p:cNvPr>
          <p:cNvSpPr/>
          <p:nvPr/>
        </p:nvSpPr>
        <p:spPr>
          <a:xfrm>
            <a:off x="11029949" y="3594100"/>
            <a:ext cx="647700" cy="711200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6A2AB34-9DDB-182B-F49C-B4D8332D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79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280"/>
    </mc:Choice>
    <mc:Fallback xmlns="">
      <p:transition spd="slow" advTm="52428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Местное самоуправление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0B52A777-B9DD-2B83-0FB3-325514CCD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5309475"/>
              </p:ext>
            </p:extLst>
          </p:nvPr>
        </p:nvGraphicFramePr>
        <p:xfrm>
          <a:off x="673100" y="2780497"/>
          <a:ext cx="10921999" cy="3562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EF52D34B-46BA-C86F-8CB2-72756C3725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4062920"/>
              </p:ext>
            </p:extLst>
          </p:nvPr>
        </p:nvGraphicFramePr>
        <p:xfrm>
          <a:off x="1672771" y="1497615"/>
          <a:ext cx="9922329" cy="1188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9" name="Picture 2" descr="Picture background">
            <a:extLst>
              <a:ext uri="{FF2B5EF4-FFF2-40B4-BE49-F238E27FC236}">
                <a16:creationId xmlns:a16="http://schemas.microsoft.com/office/drawing/2014/main" id="{6C3C417C-CD51-1581-E41C-5E8A89742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592018"/>
            <a:ext cx="999671" cy="99967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80A2563-DF5E-8918-F393-8E0C11B9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13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161"/>
    </mc:Choice>
    <mc:Fallback xmlns="">
      <p:transition spd="slow" advTm="11716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0F20-951B-1DDE-B60E-D355406C2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396BF-415C-D1D9-A821-E7B952E0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Местное самоуправление в Российской Федерации 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8E9DC2E4-203D-71EE-BBF9-7A5FBB0DAE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0A8022FA-BB57-F218-0491-B93E16CF6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6682288"/>
              </p:ext>
            </p:extLst>
          </p:nvPr>
        </p:nvGraphicFramePr>
        <p:xfrm>
          <a:off x="673100" y="1489212"/>
          <a:ext cx="10921999" cy="4776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07C8D8-2B22-8F05-1879-BE0B4480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34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CA4344-DA7B-57D0-AA4D-4DF4C20A4125}"/>
              </a:ext>
            </a:extLst>
          </p:cNvPr>
          <p:cNvSpPr txBox="1"/>
          <p:nvPr/>
        </p:nvSpPr>
        <p:spPr>
          <a:xfrm>
            <a:off x="0" y="6437451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Федеральный закон от 06.10.2003 N 131-ФЗ (ред. от 01.05.2019) "Об общих принципах организации местного самоуправления в Российской Федерации“</a:t>
            </a:r>
          </a:p>
        </p:txBody>
      </p:sp>
    </p:spTree>
    <p:extLst>
      <p:ext uri="{BB962C8B-B14F-4D97-AF65-F5344CB8AC3E}">
        <p14:creationId xmlns:p14="http://schemas.microsoft.com/office/powerpoint/2010/main" val="328322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525"/>
    </mc:Choice>
    <mc:Fallback xmlns="">
      <p:transition spd="slow" advTm="119525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C0F1A-5132-8DB2-DB5F-A18DFD306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A5E71-A439-849B-ABFC-8C145B8D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Вопросы местного значения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5365554D-EBE5-E87A-CBE7-8B35CB8BEA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9BA344-1923-1269-6000-C92D323A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35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33E9EC-F010-4890-07B1-4D290BF195DD}"/>
              </a:ext>
            </a:extLst>
          </p:cNvPr>
          <p:cNvSpPr txBox="1"/>
          <p:nvPr/>
        </p:nvSpPr>
        <p:spPr>
          <a:xfrm>
            <a:off x="0" y="6437451"/>
            <a:ext cx="1219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i="1" dirty="0"/>
              <a:t>Источник</a:t>
            </a:r>
            <a:r>
              <a:rPr lang="ru-RU" sz="1200" dirty="0"/>
              <a:t>: Федеральный закон от 06.10.2003 N 131-ФЗ (ред. от 01.05.2019) "Об общих принципах организации местного самоуправления в Российской Федерации“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BED7D152-DD33-6E57-003E-F9175E0689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323478"/>
              </p:ext>
            </p:extLst>
          </p:nvPr>
        </p:nvGraphicFramePr>
        <p:xfrm>
          <a:off x="192664" y="1497615"/>
          <a:ext cx="11806671" cy="4858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3549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525"/>
    </mc:Choice>
    <mc:Fallback xmlns="">
      <p:transition spd="slow" advTm="119525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Объект 2">
            <a:extLst>
              <a:ext uri="{FF2B5EF4-FFF2-40B4-BE49-F238E27FC236}">
                <a16:creationId xmlns:a16="http://schemas.microsoft.com/office/drawing/2014/main" id="{9B79F693-E8A4-DC06-658B-4EF66A4A91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0720859"/>
              </p:ext>
            </p:extLst>
          </p:nvPr>
        </p:nvGraphicFramePr>
        <p:xfrm>
          <a:off x="-307213" y="812800"/>
          <a:ext cx="3586226" cy="6121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002060"/>
          </a:solidFill>
        </p:spPr>
        <p:txBody>
          <a:bodyPr>
            <a:normAutofit/>
          </a:bodyPr>
          <a:lstStyle/>
          <a:p>
            <a:pPr indent="179388"/>
            <a:r>
              <a:rPr lang="ru-RU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органов власти</a:t>
            </a:r>
          </a:p>
        </p:txBody>
      </p:sp>
      <p:pic>
        <p:nvPicPr>
          <p:cNvPr id="10" name="Рисунок 9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B562C7C0-DFFD-6207-957E-66333535AF0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B25CF296-3064-39DC-44E8-5087827C2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108385"/>
              </p:ext>
            </p:extLst>
          </p:nvPr>
        </p:nvGraphicFramePr>
        <p:xfrm>
          <a:off x="3378200" y="1153509"/>
          <a:ext cx="8577327" cy="1325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B6C6FF4-CE17-8504-FC2D-4BE12C3B9612}"/>
              </a:ext>
            </a:extLst>
          </p:cNvPr>
          <p:cNvCxnSpPr>
            <a:cxnSpLocks/>
          </p:cNvCxnSpPr>
          <p:nvPr/>
        </p:nvCxnSpPr>
        <p:spPr>
          <a:xfrm flipV="1">
            <a:off x="2997200" y="1153509"/>
            <a:ext cx="0" cy="4002691"/>
          </a:xfrm>
          <a:prstGeom prst="line">
            <a:avLst/>
          </a:prstGeom>
          <a:ln w="38100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BDCED15-4700-4CEE-E7C8-2CFFD13FD3CA}"/>
              </a:ext>
            </a:extLst>
          </p:cNvPr>
          <p:cNvCxnSpPr>
            <a:cxnSpLocks/>
          </p:cNvCxnSpPr>
          <p:nvPr/>
        </p:nvCxnSpPr>
        <p:spPr>
          <a:xfrm flipV="1">
            <a:off x="6184900" y="1153510"/>
            <a:ext cx="0" cy="4002690"/>
          </a:xfrm>
          <a:prstGeom prst="line">
            <a:avLst/>
          </a:prstGeom>
          <a:ln w="38100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AE94887-D0D6-E3F7-B3E4-1AB0F65C8FD3}"/>
              </a:ext>
            </a:extLst>
          </p:cNvPr>
          <p:cNvCxnSpPr>
            <a:cxnSpLocks/>
          </p:cNvCxnSpPr>
          <p:nvPr/>
        </p:nvCxnSpPr>
        <p:spPr>
          <a:xfrm flipV="1">
            <a:off x="9182100" y="1146063"/>
            <a:ext cx="0" cy="4010137"/>
          </a:xfrm>
          <a:prstGeom prst="line">
            <a:avLst/>
          </a:prstGeom>
          <a:ln w="38100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F88B5B1-C89D-B4F9-FEEE-C1DBF1B86A7A}"/>
              </a:ext>
            </a:extLst>
          </p:cNvPr>
          <p:cNvCxnSpPr>
            <a:cxnSpLocks/>
          </p:cNvCxnSpPr>
          <p:nvPr/>
        </p:nvCxnSpPr>
        <p:spPr>
          <a:xfrm flipH="1">
            <a:off x="0" y="2324100"/>
            <a:ext cx="12192000" cy="0"/>
          </a:xfrm>
          <a:prstGeom prst="line">
            <a:avLst/>
          </a:prstGeom>
          <a:ln w="38100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B28A85F9-240A-B274-83B5-90EE53C8BE07}"/>
              </a:ext>
            </a:extLst>
          </p:cNvPr>
          <p:cNvCxnSpPr>
            <a:cxnSpLocks/>
          </p:cNvCxnSpPr>
          <p:nvPr/>
        </p:nvCxnSpPr>
        <p:spPr>
          <a:xfrm flipH="1">
            <a:off x="0" y="3543300"/>
            <a:ext cx="12192000" cy="0"/>
          </a:xfrm>
          <a:prstGeom prst="line">
            <a:avLst/>
          </a:prstGeom>
          <a:ln w="38100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9E02B90-CEC2-3FFD-32B1-A6B6FBB9AC8C}"/>
              </a:ext>
            </a:extLst>
          </p:cNvPr>
          <p:cNvCxnSpPr>
            <a:cxnSpLocks/>
          </p:cNvCxnSpPr>
          <p:nvPr/>
        </p:nvCxnSpPr>
        <p:spPr>
          <a:xfrm flipH="1">
            <a:off x="0" y="5156200"/>
            <a:ext cx="12192000" cy="0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7C012EF-F541-2873-3884-1E4F586BD281}"/>
              </a:ext>
            </a:extLst>
          </p:cNvPr>
          <p:cNvSpPr txBox="1"/>
          <p:nvPr/>
        </p:nvSpPr>
        <p:spPr>
          <a:xfrm>
            <a:off x="3101213" y="2569343"/>
            <a:ext cx="29947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effectLst/>
                <a:latin typeface="PTSerif-Regular"/>
              </a:rPr>
              <a:t>Федеральное Собрание РФ </a:t>
            </a:r>
            <a:br>
              <a:rPr lang="ru-RU" sz="1400" b="0" i="0" dirty="0">
                <a:effectLst/>
                <a:latin typeface="PTSerif-Regular"/>
              </a:rPr>
            </a:br>
            <a:r>
              <a:rPr lang="ru-RU" sz="1400" b="0" i="0" dirty="0">
                <a:effectLst/>
                <a:latin typeface="PTSerif-Regular"/>
              </a:rPr>
              <a:t>(Совет Федерации и Государственная Дума)</a:t>
            </a:r>
            <a:endParaRPr lang="ru-RU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B0947-0523-E4B7-AC27-94C3B1891257}"/>
              </a:ext>
            </a:extLst>
          </p:cNvPr>
          <p:cNvSpPr txBox="1"/>
          <p:nvPr/>
        </p:nvSpPr>
        <p:spPr>
          <a:xfrm>
            <a:off x="6271069" y="2576036"/>
            <a:ext cx="279158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/>
              <a:t>Правительство РФ, Министерства РФ, службы, агентства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390CD-C531-3CFF-8C00-1D701EA26554}"/>
              </a:ext>
            </a:extLst>
          </p:cNvPr>
          <p:cNvSpPr txBox="1"/>
          <p:nvPr/>
        </p:nvSpPr>
        <p:spPr>
          <a:xfrm>
            <a:off x="9225343" y="2672090"/>
            <a:ext cx="291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/>
              <a:t>Верховный Суд РФ, Конституционный суд и др. суды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BC3D10-5DBB-DDBB-0DBD-C985DC0C274A}"/>
              </a:ext>
            </a:extLst>
          </p:cNvPr>
          <p:cNvSpPr txBox="1"/>
          <p:nvPr/>
        </p:nvSpPr>
        <p:spPr>
          <a:xfrm>
            <a:off x="3022599" y="3916389"/>
            <a:ext cx="30904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ru-RU" sz="1400" dirty="0">
                <a:effectLst/>
                <a:latin typeface="PTSerif-Regular"/>
              </a:rPr>
              <a:t>Законодательные органы субъектов РФ </a:t>
            </a:r>
            <a:br>
              <a:rPr lang="ru-RU" sz="1400" dirty="0">
                <a:effectLst/>
                <a:latin typeface="PTSerif-Regular"/>
              </a:rPr>
            </a:br>
            <a:r>
              <a:rPr lang="ru-RU" sz="1400" dirty="0">
                <a:effectLst/>
                <a:latin typeface="PTSerif-Regular"/>
              </a:rPr>
              <a:t>(Законодательное собрание и др.)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9B4F09-1B6B-C2C8-4A5B-174FF5E60D6A}"/>
              </a:ext>
            </a:extLst>
          </p:cNvPr>
          <p:cNvSpPr txBox="1"/>
          <p:nvPr/>
        </p:nvSpPr>
        <p:spPr>
          <a:xfrm>
            <a:off x="6235699" y="3950700"/>
            <a:ext cx="29591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ru-RU" sz="1400" dirty="0">
                <a:effectLst/>
                <a:latin typeface="PTSerif-Regular"/>
              </a:rPr>
              <a:t>Исполнительные органы субъектов РФ (губернаторы, правительства и министерства)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9986C5-CEE8-0CCE-F1ED-25C5B7A0140E}"/>
              </a:ext>
            </a:extLst>
          </p:cNvPr>
          <p:cNvSpPr txBox="1"/>
          <p:nvPr/>
        </p:nvSpPr>
        <p:spPr>
          <a:xfrm>
            <a:off x="3038482" y="5529288"/>
            <a:ext cx="3090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ru-RU" sz="1400" dirty="0">
                <a:effectLst/>
                <a:latin typeface="PTSerif-Regular"/>
              </a:rPr>
              <a:t>Представительные органы муниципальных образований</a:t>
            </a:r>
            <a:br>
              <a:rPr lang="ru-RU" sz="1400" dirty="0">
                <a:effectLst/>
                <a:latin typeface="PTSerif-Regular"/>
              </a:rPr>
            </a:br>
            <a:r>
              <a:rPr lang="ru-RU" sz="1400" dirty="0">
                <a:effectLst/>
                <a:latin typeface="PTSerif-Regular"/>
              </a:rPr>
              <a:t>(Советы депутатов, собрания депутатов)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7AC0E6-904D-4245-D393-0C8BDF150272}"/>
              </a:ext>
            </a:extLst>
          </p:cNvPr>
          <p:cNvSpPr txBox="1"/>
          <p:nvPr/>
        </p:nvSpPr>
        <p:spPr>
          <a:xfrm>
            <a:off x="6438902" y="5526323"/>
            <a:ext cx="26745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PTSerif-Regular"/>
              </a:rPr>
              <a:t>Администрации муниципальных образований (главы администраций)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E9A871-9B93-0DAC-8440-B0E2EC26217A}"/>
              </a:ext>
            </a:extLst>
          </p:cNvPr>
          <p:cNvSpPr txBox="1"/>
          <p:nvPr/>
        </p:nvSpPr>
        <p:spPr>
          <a:xfrm>
            <a:off x="9461435" y="5634045"/>
            <a:ext cx="25812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/>
              <a:t>Районные (городские) суды, мировые судьи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075FAA-1F5C-ABC6-90DD-476C017AD149}"/>
              </a:ext>
            </a:extLst>
          </p:cNvPr>
          <p:cNvSpPr txBox="1"/>
          <p:nvPr/>
        </p:nvSpPr>
        <p:spPr>
          <a:xfrm>
            <a:off x="9354536" y="3916389"/>
            <a:ext cx="26650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PTSerif-Regular"/>
              </a:rPr>
              <a:t>Суды субъектов РФ (верховные суды республик, краевые и областные суды)</a:t>
            </a:r>
          </a:p>
        </p:txBody>
      </p: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E785B3BC-8AE5-403D-AE3F-ACCEAEF2683C}"/>
              </a:ext>
            </a:extLst>
          </p:cNvPr>
          <p:cNvCxnSpPr>
            <a:cxnSpLocks/>
          </p:cNvCxnSpPr>
          <p:nvPr/>
        </p:nvCxnSpPr>
        <p:spPr>
          <a:xfrm flipV="1">
            <a:off x="2997200" y="5156200"/>
            <a:ext cx="0" cy="1686865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Прямая соединительная линия 1024">
            <a:extLst>
              <a:ext uri="{FF2B5EF4-FFF2-40B4-BE49-F238E27FC236}">
                <a16:creationId xmlns:a16="http://schemas.microsoft.com/office/drawing/2014/main" id="{BE73E8B4-2A4D-541D-16FF-58AFD28D3EF5}"/>
              </a:ext>
            </a:extLst>
          </p:cNvPr>
          <p:cNvCxnSpPr>
            <a:cxnSpLocks/>
          </p:cNvCxnSpPr>
          <p:nvPr/>
        </p:nvCxnSpPr>
        <p:spPr>
          <a:xfrm flipV="1">
            <a:off x="6184900" y="5156200"/>
            <a:ext cx="0" cy="1686865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" name="Прямая соединительная линия 1025">
            <a:extLst>
              <a:ext uri="{FF2B5EF4-FFF2-40B4-BE49-F238E27FC236}">
                <a16:creationId xmlns:a16="http://schemas.microsoft.com/office/drawing/2014/main" id="{8B885438-DE4C-BB1B-B393-9913CED727A0}"/>
              </a:ext>
            </a:extLst>
          </p:cNvPr>
          <p:cNvCxnSpPr>
            <a:cxnSpLocks/>
          </p:cNvCxnSpPr>
          <p:nvPr/>
        </p:nvCxnSpPr>
        <p:spPr>
          <a:xfrm flipV="1">
            <a:off x="9194800" y="5156200"/>
            <a:ext cx="0" cy="1686865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E3A35E4-5310-3A94-EA98-52D1087E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82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422"/>
    </mc:Choice>
    <mc:Fallback xmlns="">
      <p:transition spd="slow" advTm="524422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1. Государственная Дума Федерального Собрания Российской Федерации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6C6FFE-9994-11AE-D2F1-B675D17E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53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117"/>
    </mc:Choice>
    <mc:Fallback xmlns="">
      <p:transition spd="slow" advTm="23117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1. Государственная Дума Федерального Собрания Российской Федерации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1780112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68631E-E4E3-E275-0F4B-00D0AD34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842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327">
        <p159:morph option="byObject"/>
      </p:transition>
    </mc:Choice>
    <mc:Fallback xmlns="">
      <p:transition spd="slow" advTm="3327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2. Верховный Суд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1A8847-081C-FF63-B978-1A8BA2AA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81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1235">
        <p159:morph option="byObject"/>
      </p:transition>
    </mc:Choice>
    <mc:Fallback xmlns="">
      <p:transition spd="slow" advTm="11235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2. Верховный Суд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2309297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6E1F6A-8C38-797A-FEAD-EDA46295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780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73">
        <p159:morph option="byObject"/>
      </p:transition>
    </mc:Choice>
    <mc:Fallback xmlns="">
      <p:transition spd="slow" advTm="5073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3. Правительство Москвы</a:t>
            </a:r>
            <a:r>
              <a:rPr lang="ru-RU" sz="36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6B2AD7-EC0C-0EBC-8038-84E03925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14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9901">
        <p159:morph option="byObject"/>
      </p:transition>
    </mc:Choice>
    <mc:Fallback xmlns="">
      <p:transition spd="slow" advTm="19901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3. Правительство Москвы</a:t>
            </a:r>
            <a:r>
              <a:rPr lang="ru-RU" sz="36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416957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1DB83B-DE3A-2C08-A7E5-063BB142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598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3941">
        <p159:morph option="byObject"/>
      </p:transition>
    </mc:Choice>
    <mc:Fallback xmlns="">
      <p:transition spd="slow" advTm="13941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4. Конституционный Суд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54417E-3060-E525-CCBB-DF0825E5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23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7710">
        <p159:morph option="byObject"/>
      </p:transition>
    </mc:Choice>
    <mc:Fallback xmlns="">
      <p:transition spd="slow" advTm="771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4. Конституционный Суд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/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2D172B-3F26-D738-B1A5-35DC39A4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614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644">
        <p159:morph option="byObject"/>
      </p:transition>
    </mc:Choice>
    <mc:Fallback xmlns="">
      <p:transition spd="slow" advTm="6644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5. Совет Федерации Федерального Собрания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604E98-6328-5BDA-BB27-CEA779B6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257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423">
        <p159:morph option="byObject"/>
      </p:transition>
    </mc:Choice>
    <mc:Fallback xmlns="">
      <p:transition spd="slow" advTm="9423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5. Совет Федерации Федерального Собрания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/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5741D4-60E5-075B-C6FC-567748C9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426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44">
        <p159:morph option="byObject"/>
      </p:transition>
    </mc:Choice>
    <mc:Fallback xmlns="">
      <p:transition spd="slow" advTm="10044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6. Правительство Санкт-Петербурга</a:t>
            </a:r>
            <a:r>
              <a:rPr lang="ru-RU" sz="36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FB5C5A-125C-9FDC-16E2-849CA603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706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6444">
        <p159:morph option="byObject"/>
      </p:transition>
    </mc:Choice>
    <mc:Fallback xmlns="">
      <p:transition spd="slow" advTm="16444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53693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6. Правительство Санкт-Петербурга</a:t>
            </a:r>
            <a:r>
              <a:rPr lang="ru-RU" sz="3600" b="1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/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869610-E60D-8C7D-A2C4-9DCEF2E6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199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069">
        <p159:morph option="byObject"/>
      </p:transition>
    </mc:Choice>
    <mc:Fallback xmlns="">
      <p:transition spd="slow" advTm="9069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7. Министерство иностранных дел Российской Федерации (МИД России)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8AC86E-3885-DC0E-A00A-9E4900CC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9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27"/>
    </mc:Choice>
    <mc:Fallback xmlns="">
      <p:transition spd="slow" advTm="36127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7. Министерство иностранных дел Российской Федерации (МИД России)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0463784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E8D7AB-BD34-107C-414B-CB5401498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58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1852">
        <p159:morph option="byObject"/>
      </p:transition>
    </mc:Choice>
    <mc:Fallback xmlns="">
      <p:transition spd="slow" advTm="11852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8. Верховный Суд Республики Татарстан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21F524-916E-00F1-9A4D-368EE341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842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900">
        <p159:morph option="byObject"/>
      </p:transition>
    </mc:Choice>
    <mc:Fallback xmlns="">
      <p:transition spd="slow" advTm="8900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8. Верховный Суд Республики Татарстан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3750159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22968D-1B0F-1F0F-DD4C-91C29107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908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326">
        <p159:morph option="byObject"/>
      </p:transition>
    </mc:Choice>
    <mc:Fallback xmlns="">
      <p:transition spd="slow" advTm="10326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9. Казанская городская Дума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C7F600-40B3-61E7-8D6F-E2EA7D6C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104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5322">
        <p159:morph option="byObject"/>
      </p:transition>
    </mc:Choice>
    <mc:Fallback xmlns="">
      <p:transition spd="slow" advTm="25322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9. Казанская городская Дума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7120069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D16F52-E066-F3DA-B35C-22A8F4E9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219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4324">
        <p159:morph option="byObject"/>
      </p:transition>
    </mc:Choice>
    <mc:Fallback xmlns="">
      <p:transition spd="slow" advTm="14324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10. Мировой судья района Пресненский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0ECBF6-02AC-6662-2F06-894182F2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443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4190">
        <p159:morph option="byObject"/>
      </p:transition>
    </mc:Choice>
    <mc:Fallback xmlns="">
      <p:transition spd="slow" advTm="34190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10. Мировой судья района Пресненский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4907123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2E4A4C-B113-0636-B1EA-DCE1E21E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138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927">
        <p159:morph option="byObject"/>
      </p:transition>
    </mc:Choice>
    <mc:Fallback xmlns="">
      <p:transition spd="slow" advTm="6927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11. Министерство здравоохранения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259DEF-6CD2-AFD4-1585-17DF3F58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707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777">
        <p159:morph option="byObject"/>
      </p:transition>
    </mc:Choice>
    <mc:Fallback xmlns="">
      <p:transition spd="slow" advTm="9777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11. Министерство здравоохранения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9755570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BF02A0-340F-AB66-A91A-CAF16454E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749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70">
        <p159:morph option="byObject"/>
      </p:transition>
    </mc:Choice>
    <mc:Fallback xmlns="">
      <p:transition spd="slow" advTm="6270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12. Администрация Краснодарского края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E460FB-D3B5-BE49-97AE-0CA7A19BF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37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5317">
        <p159:morph option="byObject"/>
      </p:transition>
    </mc:Choice>
    <mc:Fallback xmlns="">
      <p:transition spd="slow" advTm="15317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12. Администрация Краснодарского края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1982018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616FD3-3FBF-C040-25D9-5B921AF4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891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9532">
        <p159:morph option="byObject"/>
      </p:transition>
    </mc:Choice>
    <mc:Fallback xmlns="">
      <p:transition spd="slow" advTm="19532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13. Районный суд города Сочи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E84933-BA93-D3BF-3EDD-31E8DD86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564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4577">
        <p159:morph option="byObject"/>
      </p:transition>
    </mc:Choice>
    <mc:Fallback xmlns="">
      <p:transition spd="slow" advTm="14577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13. Районный суд города Сочи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601967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196704-F2C9-4962-CF5C-20C5A121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393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3123">
        <p159:morph option="byObject"/>
      </p:transition>
    </mc:Choice>
    <mc:Fallback xmlns="">
      <p:transition spd="slow" advTm="13123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14. Правительство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06D8F6E-C05A-926E-CB1E-7B4FE948D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660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9726">
        <p159:morph option="byObject"/>
      </p:transition>
    </mc:Choice>
    <mc:Fallback xmlns="">
      <p:transition spd="slow" advTm="9726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14. Правительство Российской Федерации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3293666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C793B3-49F5-DCB4-730C-E727B103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10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870">
        <p159:morph option="byObject"/>
      </p:transition>
    </mc:Choice>
    <mc:Fallback xmlns="">
      <p:transition spd="slow" advTm="4870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9790F-55A4-9786-9CCB-B8EC2AFC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58D500E5-A770-1EA2-DB5D-565D1595A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7BD48A-3B22-5EF9-5A28-6B87534F4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AEB9A315-2614-3E62-2E38-3246E18B8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15. Законодательное собрание Свердловской области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7BC22D-C1AE-6D10-92E1-2BEDF77F1D12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40882A7B-9137-54E6-5D65-03F77BDA0A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F746AE0-D470-2EB7-24ED-412557CA8A6B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D80CE5E-C1E2-85FD-BC7D-A9A59607DB4F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AF4544-C282-D317-B553-F2350C28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712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2939">
        <p159:morph option="byObject"/>
      </p:transition>
    </mc:Choice>
    <mc:Fallback xmlns="">
      <p:transition spd="slow" advTm="12939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8195B0C5-FF3F-92B6-76D2-FB04AFD44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0C1767-E9F3-6F83-E476-506C5625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96000" cy="1386874"/>
          </a:xfrm>
          <a:solidFill>
            <a:srgbClr val="002060"/>
          </a:solidFill>
        </p:spPr>
        <p:txBody>
          <a:bodyPr>
            <a:normAutofit/>
          </a:bodyPr>
          <a:lstStyle/>
          <a:p>
            <a:pPr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Рассортируйте органы власти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F9331E6F-6463-D345-026C-F8CD34F6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514182"/>
          </a:xfrm>
          <a:solidFill>
            <a:srgbClr val="002060"/>
          </a:solidFill>
          <a:ln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3600" dirty="0">
                <a:solidFill>
                  <a:schemeClr val="bg1"/>
                </a:solidFill>
              </a:rPr>
              <a:t>15. Законодательное собрание Свердловской области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D22043-EBA3-B237-1EB1-89CC60D26B0A}"/>
              </a:ext>
            </a:extLst>
          </p:cNvPr>
          <p:cNvSpPr/>
          <p:nvPr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rgbClr val="00206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Шрифт, символ, Графика, графическая вставка&#10;&#10;Автоматически созданное описание">
            <a:extLst>
              <a:ext uri="{FF2B5EF4-FFF2-40B4-BE49-F238E27FC236}">
                <a16:creationId xmlns:a16="http://schemas.microsoft.com/office/drawing/2014/main" id="{D84385F0-FE6C-749F-E3D5-221B92D9A0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421"/>
          <a:stretch/>
        </p:blipFill>
        <p:spPr>
          <a:xfrm>
            <a:off x="10752072" y="172052"/>
            <a:ext cx="1203455" cy="981458"/>
          </a:xfrm>
          <a:prstGeom prst="rect">
            <a:avLst/>
          </a:prstGeom>
        </p:spPr>
      </p:pic>
      <p:graphicFrame>
        <p:nvGraphicFramePr>
          <p:cNvPr id="6" name="Объект 2">
            <a:extLst>
              <a:ext uri="{FF2B5EF4-FFF2-40B4-BE49-F238E27FC236}">
                <a16:creationId xmlns:a16="http://schemas.microsoft.com/office/drawing/2014/main" id="{50D277F4-054E-888D-6D36-BD7D6BC42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496182"/>
              </p:ext>
            </p:extLst>
          </p:nvPr>
        </p:nvGraphicFramePr>
        <p:xfrm>
          <a:off x="7162800" y="1386874"/>
          <a:ext cx="3784599" cy="4688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A5F1B36-B90E-C9CC-C7FA-BF585F035F4E}"/>
              </a:ext>
            </a:extLst>
          </p:cNvPr>
          <p:cNvSpPr txBox="1">
            <a:spLocks/>
          </p:cNvSpPr>
          <p:nvPr/>
        </p:nvSpPr>
        <p:spPr>
          <a:xfrm>
            <a:off x="6096000" y="1399573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Ветвь власти: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C49EB367-69DC-9798-E604-7F4863FFB4A6}"/>
              </a:ext>
            </a:extLst>
          </p:cNvPr>
          <p:cNvSpPr txBox="1">
            <a:spLocks/>
          </p:cNvSpPr>
          <p:nvPr/>
        </p:nvSpPr>
        <p:spPr>
          <a:xfrm>
            <a:off x="6096000" y="3436444"/>
            <a:ext cx="6096000" cy="13868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3492500" algn="l"/>
              </a:tabLst>
            </a:pPr>
            <a:r>
              <a:rPr lang="ru-RU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 власти: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8E6D8A-FDFC-2ACE-808C-F186FB86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D6344-69F2-4F2A-9E84-A8C1A071765E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64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9990">
        <p159:morph option="byObject"/>
      </p:transition>
    </mc:Choice>
    <mc:Fallback xmlns="">
      <p:transition spd="slow" advTm="19990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Другая 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2060"/>
      </a:accent1>
      <a:accent2>
        <a:srgbClr val="629DD1"/>
      </a:accent2>
      <a:accent3>
        <a:srgbClr val="0D7E04"/>
      </a:accent3>
      <a:accent4>
        <a:srgbClr val="7F8FA9"/>
      </a:accent4>
      <a:accent5>
        <a:srgbClr val="00B050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2794</TotalTime>
  <Words>2921</Words>
  <Application>Microsoft Office PowerPoint</Application>
  <PresentationFormat>Широкоэкранный</PresentationFormat>
  <Paragraphs>429</Paragraphs>
  <Slides>66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66</vt:i4>
      </vt:variant>
    </vt:vector>
  </HeadingPairs>
  <TitlesOfParts>
    <vt:vector size="79" baseType="lpstr">
      <vt:lpstr>Aptos</vt:lpstr>
      <vt:lpstr>Aptos Display</vt:lpstr>
      <vt:lpstr>Arial</vt:lpstr>
      <vt:lpstr>Calibri</vt:lpstr>
      <vt:lpstr>ITCFranklinGothicW10-Bk 862339</vt:lpstr>
      <vt:lpstr>Neue Haas Unica W1G</vt:lpstr>
      <vt:lpstr>PFAgoraSansPro</vt:lpstr>
      <vt:lpstr>PTSerif-Regular</vt:lpstr>
      <vt:lpstr>Soyuz Grotesk</vt:lpstr>
      <vt:lpstr>Times New Roman</vt:lpstr>
      <vt:lpstr>Wingdings</vt:lpstr>
      <vt:lpstr>Wingdings 2</vt:lpstr>
      <vt:lpstr>Тема Office</vt:lpstr>
      <vt:lpstr>Презентация PowerPoint</vt:lpstr>
      <vt:lpstr>Ситковский Арсений Михайлович</vt:lpstr>
      <vt:lpstr>Презентация PowerPoint</vt:lpstr>
      <vt:lpstr>Государство</vt:lpstr>
      <vt:lpstr>Государство – это:</vt:lpstr>
      <vt:lpstr>Государство – это:</vt:lpstr>
      <vt:lpstr>Государство vs Страна</vt:lpstr>
      <vt:lpstr>Муниципалитет</vt:lpstr>
      <vt:lpstr>Муниципалитет – это:</vt:lpstr>
      <vt:lpstr>Управление</vt:lpstr>
      <vt:lpstr>Управление в социально-экономических системах:</vt:lpstr>
      <vt:lpstr>Управление</vt:lpstr>
      <vt:lpstr>Управление</vt:lpstr>
      <vt:lpstr>Управление</vt:lpstr>
      <vt:lpstr>Управление</vt:lpstr>
      <vt:lpstr>Государственное и муниципальное управление:</vt:lpstr>
      <vt:lpstr>Государственное и муниципальное управление:</vt:lpstr>
      <vt:lpstr>Определения в законе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Государственная власть</vt:lpstr>
      <vt:lpstr>Парадигмы государственного управления</vt:lpstr>
      <vt:lpstr>Ветви власти</vt:lpstr>
      <vt:lpstr>Презентация PowerPoint</vt:lpstr>
      <vt:lpstr>Ветви власти</vt:lpstr>
      <vt:lpstr>Уровни власти</vt:lpstr>
      <vt:lpstr>Местное самоуправление</vt:lpstr>
      <vt:lpstr>Местное самоуправление в Российской Федерации </vt:lpstr>
      <vt:lpstr>Вопросы местного значения</vt:lpstr>
      <vt:lpstr>Примеры органов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  <vt:lpstr>Рассортируйте органы власти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Арсений Ситковский</dc:creator>
  <cp:lastModifiedBy>Арсений Ситковский</cp:lastModifiedBy>
  <cp:revision>75</cp:revision>
  <dcterms:created xsi:type="dcterms:W3CDTF">2024-05-16T08:01:39Z</dcterms:created>
  <dcterms:modified xsi:type="dcterms:W3CDTF">2025-09-11T19:32:32Z</dcterms:modified>
</cp:coreProperties>
</file>