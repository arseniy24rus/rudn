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1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2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3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24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25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notesSlides/notesSlide36.xml" ContentType="application/vnd.openxmlformats-officedocument.presentationml.notesSlide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notesSlides/notesSlide37.xml" ContentType="application/vnd.openxmlformats-officedocument.presentationml.notesSlide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361" r:id="rId2"/>
    <p:sldId id="365" r:id="rId3"/>
    <p:sldId id="383" r:id="rId4"/>
    <p:sldId id="384" r:id="rId5"/>
    <p:sldId id="369" r:id="rId6"/>
    <p:sldId id="370" r:id="rId7"/>
    <p:sldId id="371" r:id="rId8"/>
    <p:sldId id="372" r:id="rId9"/>
    <p:sldId id="373" r:id="rId10"/>
    <p:sldId id="374" r:id="rId11"/>
    <p:sldId id="367" r:id="rId12"/>
    <p:sldId id="366" r:id="rId13"/>
    <p:sldId id="382" r:id="rId14"/>
    <p:sldId id="375" r:id="rId15"/>
    <p:sldId id="376" r:id="rId16"/>
    <p:sldId id="377" r:id="rId17"/>
    <p:sldId id="380" r:id="rId18"/>
    <p:sldId id="379" r:id="rId19"/>
    <p:sldId id="378" r:id="rId20"/>
    <p:sldId id="381" r:id="rId21"/>
    <p:sldId id="387" r:id="rId22"/>
    <p:sldId id="422" r:id="rId23"/>
    <p:sldId id="385" r:id="rId24"/>
    <p:sldId id="386" r:id="rId25"/>
    <p:sldId id="391" r:id="rId26"/>
    <p:sldId id="392" r:id="rId27"/>
    <p:sldId id="397" r:id="rId28"/>
    <p:sldId id="393" r:id="rId29"/>
    <p:sldId id="398" r:id="rId30"/>
    <p:sldId id="394" r:id="rId31"/>
    <p:sldId id="399" r:id="rId32"/>
    <p:sldId id="395" r:id="rId33"/>
    <p:sldId id="400" r:id="rId34"/>
    <p:sldId id="396" r:id="rId35"/>
    <p:sldId id="401" r:id="rId36"/>
    <p:sldId id="389" r:id="rId37"/>
    <p:sldId id="388" r:id="rId38"/>
    <p:sldId id="403" r:id="rId39"/>
    <p:sldId id="404" r:id="rId40"/>
    <p:sldId id="405" r:id="rId41"/>
    <p:sldId id="406" r:id="rId42"/>
    <p:sldId id="407" r:id="rId43"/>
    <p:sldId id="408" r:id="rId44"/>
    <p:sldId id="409" r:id="rId45"/>
    <p:sldId id="410" r:id="rId46"/>
    <p:sldId id="411" r:id="rId47"/>
    <p:sldId id="412" r:id="rId48"/>
    <p:sldId id="402" r:id="rId49"/>
    <p:sldId id="414" r:id="rId50"/>
    <p:sldId id="417" r:id="rId51"/>
    <p:sldId id="416" r:id="rId52"/>
    <p:sldId id="418" r:id="rId53"/>
    <p:sldId id="415" r:id="rId54"/>
    <p:sldId id="419" r:id="rId55"/>
    <p:sldId id="413" r:id="rId56"/>
    <p:sldId id="421" r:id="rId57"/>
    <p:sldId id="420" r:id="rId58"/>
    <p:sldId id="390" r:id="rId5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E3092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852" autoAdjust="0"/>
  </p:normalViewPr>
  <p:slideViewPr>
    <p:cSldViewPr snapToGrid="0">
      <p:cViewPr varScale="1">
        <p:scale>
          <a:sx n="82" d="100"/>
          <a:sy n="82" d="100"/>
        </p:scale>
        <p:origin x="1035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A71D8-5F1A-4DE3-9C1B-71C735172DB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AB20049-A4C5-4070-A9B9-0D814F4644A4}">
      <dgm:prSet/>
      <dgm:spPr/>
      <dgm:t>
        <a:bodyPr/>
        <a:lstStyle/>
        <a:p>
          <a:r>
            <a:rPr lang="ru-RU" dirty="0"/>
            <a:t>По отраслям права</a:t>
          </a:r>
        </a:p>
      </dgm:t>
    </dgm:pt>
    <dgm:pt modelId="{5E1E72CE-0295-4C6D-B3C1-72D885629056}" type="parTrans" cxnId="{961C084D-5CC8-4430-B9A6-E60778F26FCF}">
      <dgm:prSet/>
      <dgm:spPr/>
      <dgm:t>
        <a:bodyPr/>
        <a:lstStyle/>
        <a:p>
          <a:endParaRPr lang="ru-RU"/>
        </a:p>
      </dgm:t>
    </dgm:pt>
    <dgm:pt modelId="{DDD9FB8F-E0F7-4299-97B6-B562FBCD14EB}" type="sibTrans" cxnId="{961C084D-5CC8-4430-B9A6-E60778F26FCF}">
      <dgm:prSet/>
      <dgm:spPr/>
      <dgm:t>
        <a:bodyPr/>
        <a:lstStyle/>
        <a:p>
          <a:endParaRPr lang="ru-RU"/>
        </a:p>
      </dgm:t>
    </dgm:pt>
    <dgm:pt modelId="{946C58A8-4399-4076-8257-E0F3E83CC497}">
      <dgm:prSet/>
      <dgm:spPr/>
      <dgm:t>
        <a:bodyPr/>
        <a:lstStyle/>
        <a:p>
          <a:r>
            <a:rPr lang="ru-RU" dirty="0"/>
            <a:t>По территории действия</a:t>
          </a:r>
        </a:p>
      </dgm:t>
    </dgm:pt>
    <dgm:pt modelId="{57D7C7FD-9EB1-4042-B07A-104257AB9430}" type="parTrans" cxnId="{96064A41-1661-4609-BD9D-F64CD44C4B43}">
      <dgm:prSet/>
      <dgm:spPr/>
      <dgm:t>
        <a:bodyPr/>
        <a:lstStyle/>
        <a:p>
          <a:endParaRPr lang="ru-RU"/>
        </a:p>
      </dgm:t>
    </dgm:pt>
    <dgm:pt modelId="{9F03D5C1-1BFC-438D-93BE-92361675C98F}" type="sibTrans" cxnId="{96064A41-1661-4609-BD9D-F64CD44C4B43}">
      <dgm:prSet/>
      <dgm:spPr/>
      <dgm:t>
        <a:bodyPr/>
        <a:lstStyle/>
        <a:p>
          <a:endParaRPr lang="ru-RU"/>
        </a:p>
      </dgm:t>
    </dgm:pt>
    <dgm:pt modelId="{18629C8F-54FC-43DE-83BC-7885062478CD}">
      <dgm:prSet/>
      <dgm:spPr/>
      <dgm:t>
        <a:bodyPr/>
        <a:lstStyle/>
        <a:p>
          <a:r>
            <a:rPr lang="ru-RU" dirty="0"/>
            <a:t>По кругу лиц</a:t>
          </a:r>
        </a:p>
      </dgm:t>
    </dgm:pt>
    <dgm:pt modelId="{38AA8209-59E4-48EB-8F70-C08088CF72A5}" type="parTrans" cxnId="{65479F84-8BA6-4F59-BE43-50A336B78B70}">
      <dgm:prSet/>
      <dgm:spPr/>
      <dgm:t>
        <a:bodyPr/>
        <a:lstStyle/>
        <a:p>
          <a:endParaRPr lang="ru-RU"/>
        </a:p>
      </dgm:t>
    </dgm:pt>
    <dgm:pt modelId="{9FC6249D-6E72-4CCF-9E4C-A9FED8B44B0E}" type="sibTrans" cxnId="{65479F84-8BA6-4F59-BE43-50A336B78B70}">
      <dgm:prSet/>
      <dgm:spPr/>
      <dgm:t>
        <a:bodyPr/>
        <a:lstStyle/>
        <a:p>
          <a:endParaRPr lang="ru-RU"/>
        </a:p>
      </dgm:t>
    </dgm:pt>
    <dgm:pt modelId="{E585A07D-6743-4542-9323-EDB6F2915DB8}">
      <dgm:prSet/>
      <dgm:spPr/>
      <dgm:t>
        <a:bodyPr/>
        <a:lstStyle/>
        <a:p>
          <a:r>
            <a:rPr lang="ru-RU" dirty="0"/>
            <a:t>По субъекту правотворчества</a:t>
          </a:r>
        </a:p>
      </dgm:t>
    </dgm:pt>
    <dgm:pt modelId="{FD40ACAB-3BA2-4AD8-A21E-B5A8D7958D1B}" type="parTrans" cxnId="{2235E426-2AA8-4AA7-BEB6-5E921580D09D}">
      <dgm:prSet/>
      <dgm:spPr/>
      <dgm:t>
        <a:bodyPr/>
        <a:lstStyle/>
        <a:p>
          <a:endParaRPr lang="ru-RU"/>
        </a:p>
      </dgm:t>
    </dgm:pt>
    <dgm:pt modelId="{74632163-56F5-41BF-A338-29BFEF440214}" type="sibTrans" cxnId="{2235E426-2AA8-4AA7-BEB6-5E921580D09D}">
      <dgm:prSet/>
      <dgm:spPr/>
      <dgm:t>
        <a:bodyPr/>
        <a:lstStyle/>
        <a:p>
          <a:endParaRPr lang="ru-RU"/>
        </a:p>
      </dgm:t>
    </dgm:pt>
    <dgm:pt modelId="{6F3ACE86-C276-46AF-A472-E714EB75FF18}" type="pres">
      <dgm:prSet presAssocID="{4A2A71D8-5F1A-4DE3-9C1B-71C735172DB6}" presName="diagram" presStyleCnt="0">
        <dgm:presLayoutVars>
          <dgm:dir/>
          <dgm:resizeHandles val="exact"/>
        </dgm:presLayoutVars>
      </dgm:prSet>
      <dgm:spPr/>
    </dgm:pt>
    <dgm:pt modelId="{7F37CDAF-8567-46E8-9B63-9708D26B2C84}" type="pres">
      <dgm:prSet presAssocID="{0AB20049-A4C5-4070-A9B9-0D814F4644A4}" presName="node" presStyleLbl="node1" presStyleIdx="0" presStyleCnt="4">
        <dgm:presLayoutVars>
          <dgm:bulletEnabled val="1"/>
        </dgm:presLayoutVars>
      </dgm:prSet>
      <dgm:spPr/>
    </dgm:pt>
    <dgm:pt modelId="{3DB0895F-9082-4B8E-B9F1-F44586A13001}" type="pres">
      <dgm:prSet presAssocID="{DDD9FB8F-E0F7-4299-97B6-B562FBCD14EB}" presName="sibTrans" presStyleCnt="0"/>
      <dgm:spPr/>
    </dgm:pt>
    <dgm:pt modelId="{D91CB59D-174E-42BE-A532-EC7846AFD62F}" type="pres">
      <dgm:prSet presAssocID="{946C58A8-4399-4076-8257-E0F3E83CC497}" presName="node" presStyleLbl="node1" presStyleIdx="1" presStyleCnt="4">
        <dgm:presLayoutVars>
          <dgm:bulletEnabled val="1"/>
        </dgm:presLayoutVars>
      </dgm:prSet>
      <dgm:spPr/>
    </dgm:pt>
    <dgm:pt modelId="{72BC8C68-C40B-475B-A751-7B1F64E7CD44}" type="pres">
      <dgm:prSet presAssocID="{9F03D5C1-1BFC-438D-93BE-92361675C98F}" presName="sibTrans" presStyleCnt="0"/>
      <dgm:spPr/>
    </dgm:pt>
    <dgm:pt modelId="{708A5880-4789-4F06-A548-12E13CDC5AB1}" type="pres">
      <dgm:prSet presAssocID="{18629C8F-54FC-43DE-83BC-7885062478CD}" presName="node" presStyleLbl="node1" presStyleIdx="2" presStyleCnt="4">
        <dgm:presLayoutVars>
          <dgm:bulletEnabled val="1"/>
        </dgm:presLayoutVars>
      </dgm:prSet>
      <dgm:spPr/>
    </dgm:pt>
    <dgm:pt modelId="{710BD476-FA53-493C-A4F1-338AEB7339C5}" type="pres">
      <dgm:prSet presAssocID="{9FC6249D-6E72-4CCF-9E4C-A9FED8B44B0E}" presName="sibTrans" presStyleCnt="0"/>
      <dgm:spPr/>
    </dgm:pt>
    <dgm:pt modelId="{F6F7B153-794C-4FD2-81CB-5860D3A93664}" type="pres">
      <dgm:prSet presAssocID="{E585A07D-6743-4542-9323-EDB6F2915DB8}" presName="node" presStyleLbl="node1" presStyleIdx="3" presStyleCnt="4">
        <dgm:presLayoutVars>
          <dgm:bulletEnabled val="1"/>
        </dgm:presLayoutVars>
      </dgm:prSet>
      <dgm:spPr/>
    </dgm:pt>
  </dgm:ptLst>
  <dgm:cxnLst>
    <dgm:cxn modelId="{387A8010-5A90-4B91-84C2-11795364A6CE}" type="presOf" srcId="{E585A07D-6743-4542-9323-EDB6F2915DB8}" destId="{F6F7B153-794C-4FD2-81CB-5860D3A93664}" srcOrd="0" destOrd="0" presId="urn:microsoft.com/office/officeart/2005/8/layout/default"/>
    <dgm:cxn modelId="{A3E16311-FC2A-4659-978A-F7D1718320B2}" type="presOf" srcId="{946C58A8-4399-4076-8257-E0F3E83CC497}" destId="{D91CB59D-174E-42BE-A532-EC7846AFD62F}" srcOrd="0" destOrd="0" presId="urn:microsoft.com/office/officeart/2005/8/layout/default"/>
    <dgm:cxn modelId="{2235E426-2AA8-4AA7-BEB6-5E921580D09D}" srcId="{4A2A71D8-5F1A-4DE3-9C1B-71C735172DB6}" destId="{E585A07D-6743-4542-9323-EDB6F2915DB8}" srcOrd="3" destOrd="0" parTransId="{FD40ACAB-3BA2-4AD8-A21E-B5A8D7958D1B}" sibTransId="{74632163-56F5-41BF-A338-29BFEF440214}"/>
    <dgm:cxn modelId="{029C5A3E-42E5-4FFF-8902-374E9630EE12}" type="presOf" srcId="{4A2A71D8-5F1A-4DE3-9C1B-71C735172DB6}" destId="{6F3ACE86-C276-46AF-A472-E714EB75FF18}" srcOrd="0" destOrd="0" presId="urn:microsoft.com/office/officeart/2005/8/layout/default"/>
    <dgm:cxn modelId="{96064A41-1661-4609-BD9D-F64CD44C4B43}" srcId="{4A2A71D8-5F1A-4DE3-9C1B-71C735172DB6}" destId="{946C58A8-4399-4076-8257-E0F3E83CC497}" srcOrd="1" destOrd="0" parTransId="{57D7C7FD-9EB1-4042-B07A-104257AB9430}" sibTransId="{9F03D5C1-1BFC-438D-93BE-92361675C98F}"/>
    <dgm:cxn modelId="{961C084D-5CC8-4430-B9A6-E60778F26FCF}" srcId="{4A2A71D8-5F1A-4DE3-9C1B-71C735172DB6}" destId="{0AB20049-A4C5-4070-A9B9-0D814F4644A4}" srcOrd="0" destOrd="0" parTransId="{5E1E72CE-0295-4C6D-B3C1-72D885629056}" sibTransId="{DDD9FB8F-E0F7-4299-97B6-B562FBCD14EB}"/>
    <dgm:cxn modelId="{65479F84-8BA6-4F59-BE43-50A336B78B70}" srcId="{4A2A71D8-5F1A-4DE3-9C1B-71C735172DB6}" destId="{18629C8F-54FC-43DE-83BC-7885062478CD}" srcOrd="2" destOrd="0" parTransId="{38AA8209-59E4-48EB-8F70-C08088CF72A5}" sibTransId="{9FC6249D-6E72-4CCF-9E4C-A9FED8B44B0E}"/>
    <dgm:cxn modelId="{A629DCDD-A75D-42E3-826E-B3ED9B224D2C}" type="presOf" srcId="{0AB20049-A4C5-4070-A9B9-0D814F4644A4}" destId="{7F37CDAF-8567-46E8-9B63-9708D26B2C84}" srcOrd="0" destOrd="0" presId="urn:microsoft.com/office/officeart/2005/8/layout/default"/>
    <dgm:cxn modelId="{135FA9E7-F77B-4311-92FB-F397A362D6D4}" type="presOf" srcId="{18629C8F-54FC-43DE-83BC-7885062478CD}" destId="{708A5880-4789-4F06-A548-12E13CDC5AB1}" srcOrd="0" destOrd="0" presId="urn:microsoft.com/office/officeart/2005/8/layout/default"/>
    <dgm:cxn modelId="{FC60A2BC-50B2-4F4E-B0F7-98756264BC2E}" type="presParOf" srcId="{6F3ACE86-C276-46AF-A472-E714EB75FF18}" destId="{7F37CDAF-8567-46E8-9B63-9708D26B2C84}" srcOrd="0" destOrd="0" presId="urn:microsoft.com/office/officeart/2005/8/layout/default"/>
    <dgm:cxn modelId="{F1A73354-4FF4-491A-9FCB-95B8FBD8D9CA}" type="presParOf" srcId="{6F3ACE86-C276-46AF-A472-E714EB75FF18}" destId="{3DB0895F-9082-4B8E-B9F1-F44586A13001}" srcOrd="1" destOrd="0" presId="urn:microsoft.com/office/officeart/2005/8/layout/default"/>
    <dgm:cxn modelId="{502908A3-CEED-4095-8585-A59C1880FDA9}" type="presParOf" srcId="{6F3ACE86-C276-46AF-A472-E714EB75FF18}" destId="{D91CB59D-174E-42BE-A532-EC7846AFD62F}" srcOrd="2" destOrd="0" presId="urn:microsoft.com/office/officeart/2005/8/layout/default"/>
    <dgm:cxn modelId="{560BA5A2-F070-437A-813C-B0F1D1BB623D}" type="presParOf" srcId="{6F3ACE86-C276-46AF-A472-E714EB75FF18}" destId="{72BC8C68-C40B-475B-A751-7B1F64E7CD44}" srcOrd="3" destOrd="0" presId="urn:microsoft.com/office/officeart/2005/8/layout/default"/>
    <dgm:cxn modelId="{59A2431A-64D9-4213-90A3-A9F7AC3BF4CA}" type="presParOf" srcId="{6F3ACE86-C276-46AF-A472-E714EB75FF18}" destId="{708A5880-4789-4F06-A548-12E13CDC5AB1}" srcOrd="4" destOrd="0" presId="urn:microsoft.com/office/officeart/2005/8/layout/default"/>
    <dgm:cxn modelId="{FADAB697-85C1-4A34-AF7D-C086276AF407}" type="presParOf" srcId="{6F3ACE86-C276-46AF-A472-E714EB75FF18}" destId="{710BD476-FA53-493C-A4F1-338AEB7339C5}" srcOrd="5" destOrd="0" presId="urn:microsoft.com/office/officeart/2005/8/layout/default"/>
    <dgm:cxn modelId="{A433AC3F-E448-4793-BE86-97EFFA3D9879}" type="presParOf" srcId="{6F3ACE86-C276-46AF-A472-E714EB75FF18}" destId="{F6F7B153-794C-4FD2-81CB-5860D3A9366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642284-28FD-495B-B090-511F8DC7BCE5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B2BC1E9-8472-4A68-ACC1-F2898C4A8B34}">
      <dgm:prSet phldrT="[Текст]"/>
      <dgm:spPr/>
      <dgm:t>
        <a:bodyPr/>
        <a:lstStyle/>
        <a:p>
          <a:r>
            <a:rPr lang="ru-RU" dirty="0"/>
            <a:t>Реквизиты НПА (вид акта, его название, дата и место принятия, регистрационный номер, подпись(-и) уполномоченных лиц и др.)</a:t>
          </a:r>
        </a:p>
      </dgm:t>
    </dgm:pt>
    <dgm:pt modelId="{BF0A4D0E-F627-4DD7-9C04-BA98DB396CEA}" type="parTrans" cxnId="{119917FF-5625-494C-BFF3-8BF4D24A9861}">
      <dgm:prSet/>
      <dgm:spPr/>
      <dgm:t>
        <a:bodyPr/>
        <a:lstStyle/>
        <a:p>
          <a:endParaRPr lang="ru-RU"/>
        </a:p>
      </dgm:t>
    </dgm:pt>
    <dgm:pt modelId="{ACF698DB-B23F-4A58-A7A6-47107A194029}" type="sibTrans" cxnId="{119917FF-5625-494C-BFF3-8BF4D24A9861}">
      <dgm:prSet/>
      <dgm:spPr/>
      <dgm:t>
        <a:bodyPr/>
        <a:lstStyle/>
        <a:p>
          <a:endParaRPr lang="ru-RU"/>
        </a:p>
      </dgm:t>
    </dgm:pt>
    <dgm:pt modelId="{F765B025-0B87-4B19-BD8B-D453FDBB0339}">
      <dgm:prSet phldrT="[Текст]"/>
      <dgm:spPr/>
      <dgm:t>
        <a:bodyPr/>
        <a:lstStyle/>
        <a:p>
          <a:r>
            <a:rPr lang="ru-RU" dirty="0"/>
            <a:t>Преамбула (вступительная часть, как правило, отражающая цели принятия НПА и(или) предмет его регулирования)</a:t>
          </a:r>
        </a:p>
      </dgm:t>
    </dgm:pt>
    <dgm:pt modelId="{AF87666A-1C66-4EA7-8C1A-5F28E88FBEB4}" type="parTrans" cxnId="{059F297B-6026-45F9-8F68-DAFEB324F20A}">
      <dgm:prSet/>
      <dgm:spPr/>
      <dgm:t>
        <a:bodyPr/>
        <a:lstStyle/>
        <a:p>
          <a:endParaRPr lang="ru-RU"/>
        </a:p>
      </dgm:t>
    </dgm:pt>
    <dgm:pt modelId="{F8EC0FAD-59AE-4494-B2FD-7C8B30F53AF3}" type="sibTrans" cxnId="{059F297B-6026-45F9-8F68-DAFEB324F20A}">
      <dgm:prSet/>
      <dgm:spPr/>
      <dgm:t>
        <a:bodyPr/>
        <a:lstStyle/>
        <a:p>
          <a:endParaRPr lang="ru-RU"/>
        </a:p>
      </dgm:t>
    </dgm:pt>
    <dgm:pt modelId="{89042C20-8EA9-4A53-9810-028DE67E7245}">
      <dgm:prSet phldrT="[Текст]"/>
      <dgm:spPr/>
      <dgm:t>
        <a:bodyPr/>
        <a:lstStyle/>
        <a:p>
          <a:r>
            <a:rPr lang="ru-RU" dirty="0"/>
            <a:t>Раздел</a:t>
          </a:r>
        </a:p>
      </dgm:t>
    </dgm:pt>
    <dgm:pt modelId="{F22FD200-3D89-4C02-A075-A8C8D54134E2}" type="parTrans" cxnId="{74EAD78B-D157-497C-BDDD-0E3A2CA0971D}">
      <dgm:prSet/>
      <dgm:spPr/>
      <dgm:t>
        <a:bodyPr/>
        <a:lstStyle/>
        <a:p>
          <a:endParaRPr lang="ru-RU"/>
        </a:p>
      </dgm:t>
    </dgm:pt>
    <dgm:pt modelId="{75C31477-0B5A-4A4A-9EFE-060FCE0859AC}" type="sibTrans" cxnId="{74EAD78B-D157-497C-BDDD-0E3A2CA0971D}">
      <dgm:prSet/>
      <dgm:spPr/>
      <dgm:t>
        <a:bodyPr/>
        <a:lstStyle/>
        <a:p>
          <a:endParaRPr lang="ru-RU"/>
        </a:p>
      </dgm:t>
    </dgm:pt>
    <dgm:pt modelId="{46A75D88-FEDD-48BF-8D3F-19D804B1AB68}">
      <dgm:prSet phldrT="[Текст]"/>
      <dgm:spPr/>
      <dgm:t>
        <a:bodyPr/>
        <a:lstStyle/>
        <a:p>
          <a:r>
            <a:rPr lang="ru-RU" dirty="0"/>
            <a:t>Глава, параграф (как правило, в кодексах)</a:t>
          </a:r>
        </a:p>
      </dgm:t>
    </dgm:pt>
    <dgm:pt modelId="{14D23B08-C888-4196-99E4-02A2B1CA9EEF}" type="parTrans" cxnId="{20CE5C82-886F-4198-8CF1-D6C275A4E55D}">
      <dgm:prSet/>
      <dgm:spPr/>
      <dgm:t>
        <a:bodyPr/>
        <a:lstStyle/>
        <a:p>
          <a:endParaRPr lang="ru-RU"/>
        </a:p>
      </dgm:t>
    </dgm:pt>
    <dgm:pt modelId="{05F44C23-D759-4479-B737-A94791BBC204}" type="sibTrans" cxnId="{20CE5C82-886F-4198-8CF1-D6C275A4E55D}">
      <dgm:prSet/>
      <dgm:spPr/>
      <dgm:t>
        <a:bodyPr/>
        <a:lstStyle/>
        <a:p>
          <a:endParaRPr lang="ru-RU"/>
        </a:p>
      </dgm:t>
    </dgm:pt>
    <dgm:pt modelId="{C797AB01-C0A9-4605-806D-183A1F717BAE}">
      <dgm:prSet phldrT="[Текст]"/>
      <dgm:spPr/>
      <dgm:t>
        <a:bodyPr/>
        <a:lstStyle/>
        <a:p>
          <a:r>
            <a:rPr lang="ru-RU" dirty="0"/>
            <a:t>Статья (как правило, в Конституции, кодексах и законах)</a:t>
          </a:r>
        </a:p>
      </dgm:t>
    </dgm:pt>
    <dgm:pt modelId="{A98FDEA8-3785-4164-9B51-127319C00A9E}" type="parTrans" cxnId="{A3FA70C2-D56E-42AB-9149-B32251132B3E}">
      <dgm:prSet/>
      <dgm:spPr/>
      <dgm:t>
        <a:bodyPr/>
        <a:lstStyle/>
        <a:p>
          <a:endParaRPr lang="ru-RU"/>
        </a:p>
      </dgm:t>
    </dgm:pt>
    <dgm:pt modelId="{11B4DB55-0EBF-4A1C-A3C1-46BD7FC7004C}" type="sibTrans" cxnId="{A3FA70C2-D56E-42AB-9149-B32251132B3E}">
      <dgm:prSet/>
      <dgm:spPr/>
      <dgm:t>
        <a:bodyPr/>
        <a:lstStyle/>
        <a:p>
          <a:endParaRPr lang="ru-RU"/>
        </a:p>
      </dgm:t>
    </dgm:pt>
    <dgm:pt modelId="{34B91E1D-C8EC-483B-9264-4A07E8935EB6}">
      <dgm:prSet phldrT="[Текст]"/>
      <dgm:spPr/>
      <dgm:t>
        <a:bodyPr/>
        <a:lstStyle/>
        <a:p>
          <a:r>
            <a:rPr lang="ru-RU" dirty="0"/>
            <a:t>Пункт (самостоятельным элементом выступает в подзаконных НПА)</a:t>
          </a:r>
        </a:p>
      </dgm:t>
    </dgm:pt>
    <dgm:pt modelId="{1FA7019B-B67C-4529-90D5-B111574629B2}" type="parTrans" cxnId="{A8A98E64-163E-415F-B2B5-A4CD763648E6}">
      <dgm:prSet/>
      <dgm:spPr/>
      <dgm:t>
        <a:bodyPr/>
        <a:lstStyle/>
        <a:p>
          <a:endParaRPr lang="ru-RU"/>
        </a:p>
      </dgm:t>
    </dgm:pt>
    <dgm:pt modelId="{7063A9C0-BBE6-4713-9DEF-0643B0FAA11E}" type="sibTrans" cxnId="{A8A98E64-163E-415F-B2B5-A4CD763648E6}">
      <dgm:prSet/>
      <dgm:spPr/>
      <dgm:t>
        <a:bodyPr/>
        <a:lstStyle/>
        <a:p>
          <a:endParaRPr lang="ru-RU"/>
        </a:p>
      </dgm:t>
    </dgm:pt>
    <dgm:pt modelId="{E7B83F16-D18D-41DD-BE04-2C82AB941D57}">
      <dgm:prSet phldrT="[Текст]"/>
      <dgm:spPr/>
      <dgm:t>
        <a:bodyPr/>
        <a:lstStyle/>
        <a:p>
          <a:r>
            <a:rPr lang="ru-RU" dirty="0"/>
            <a:t>Подпункт, часть, абзац (зависимые элементы структуры); примечания и приложения</a:t>
          </a:r>
        </a:p>
      </dgm:t>
    </dgm:pt>
    <dgm:pt modelId="{CB70E6B6-90D8-4EEB-8D83-6B7D4E2FA1B6}" type="parTrans" cxnId="{A7BCEAED-33EE-40AD-8B0E-266CB56A5A7C}">
      <dgm:prSet/>
      <dgm:spPr/>
      <dgm:t>
        <a:bodyPr/>
        <a:lstStyle/>
        <a:p>
          <a:endParaRPr lang="ru-RU"/>
        </a:p>
      </dgm:t>
    </dgm:pt>
    <dgm:pt modelId="{EC7B250D-C1E7-4626-A197-572F310B1DF3}" type="sibTrans" cxnId="{A7BCEAED-33EE-40AD-8B0E-266CB56A5A7C}">
      <dgm:prSet/>
      <dgm:spPr/>
      <dgm:t>
        <a:bodyPr/>
        <a:lstStyle/>
        <a:p>
          <a:endParaRPr lang="ru-RU"/>
        </a:p>
      </dgm:t>
    </dgm:pt>
    <dgm:pt modelId="{2F2FFE28-62C4-4F0B-81DD-3C9BEBC2876D}" type="pres">
      <dgm:prSet presAssocID="{C2642284-28FD-495B-B090-511F8DC7BCE5}" presName="linear" presStyleCnt="0">
        <dgm:presLayoutVars>
          <dgm:animLvl val="lvl"/>
          <dgm:resizeHandles val="exact"/>
        </dgm:presLayoutVars>
      </dgm:prSet>
      <dgm:spPr/>
    </dgm:pt>
    <dgm:pt modelId="{962B1D1D-6153-4153-B3F3-014B76E536EA}" type="pres">
      <dgm:prSet presAssocID="{FB2BC1E9-8472-4A68-ACC1-F2898C4A8B3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D5C12CE-AB0E-4135-BE73-CEBA21BE9CEC}" type="pres">
      <dgm:prSet presAssocID="{ACF698DB-B23F-4A58-A7A6-47107A194029}" presName="spacer" presStyleCnt="0"/>
      <dgm:spPr/>
    </dgm:pt>
    <dgm:pt modelId="{B7AE7AE2-27B0-4C09-8282-0557C1C4AC7B}" type="pres">
      <dgm:prSet presAssocID="{F765B025-0B87-4B19-BD8B-D453FDBB033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A4E1F83-A3F7-4431-8FAE-819C394619A2}" type="pres">
      <dgm:prSet presAssocID="{F8EC0FAD-59AE-4494-B2FD-7C8B30F53AF3}" presName="spacer" presStyleCnt="0"/>
      <dgm:spPr/>
    </dgm:pt>
    <dgm:pt modelId="{DF60D611-347B-4F1C-8789-27C51C352DBB}" type="pres">
      <dgm:prSet presAssocID="{89042C20-8EA9-4A53-9810-028DE67E724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42CD091-7050-4B74-9182-1498112FBE0B}" type="pres">
      <dgm:prSet presAssocID="{75C31477-0B5A-4A4A-9EFE-060FCE0859AC}" presName="spacer" presStyleCnt="0"/>
      <dgm:spPr/>
    </dgm:pt>
    <dgm:pt modelId="{D80B249F-AC08-4D62-9E6B-05D091FE6F44}" type="pres">
      <dgm:prSet presAssocID="{46A75D88-FEDD-48BF-8D3F-19D804B1AB6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4D1B017-2B7B-4C7D-924B-E93D490CF802}" type="pres">
      <dgm:prSet presAssocID="{05F44C23-D759-4479-B737-A94791BBC204}" presName="spacer" presStyleCnt="0"/>
      <dgm:spPr/>
    </dgm:pt>
    <dgm:pt modelId="{DEAEC559-9B4B-4BE1-8B7B-0BD71DA04B30}" type="pres">
      <dgm:prSet presAssocID="{C797AB01-C0A9-4605-806D-183A1F717BA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2FCFAE2-CB09-4669-B5F6-A6E740E69655}" type="pres">
      <dgm:prSet presAssocID="{11B4DB55-0EBF-4A1C-A3C1-46BD7FC7004C}" presName="spacer" presStyleCnt="0"/>
      <dgm:spPr/>
    </dgm:pt>
    <dgm:pt modelId="{8478659B-3568-42B2-A3D9-766716700BE1}" type="pres">
      <dgm:prSet presAssocID="{34B91E1D-C8EC-483B-9264-4A07E8935E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CE35A4B-CB58-424D-AD05-A98D432937B1}" type="pres">
      <dgm:prSet presAssocID="{7063A9C0-BBE6-4713-9DEF-0643B0FAA11E}" presName="spacer" presStyleCnt="0"/>
      <dgm:spPr/>
    </dgm:pt>
    <dgm:pt modelId="{98057D5D-F279-4EC0-9787-DA266B5F982B}" type="pres">
      <dgm:prSet presAssocID="{E7B83F16-D18D-41DD-BE04-2C82AB941D5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8A98E64-163E-415F-B2B5-A4CD763648E6}" srcId="{C2642284-28FD-495B-B090-511F8DC7BCE5}" destId="{34B91E1D-C8EC-483B-9264-4A07E8935EB6}" srcOrd="5" destOrd="0" parTransId="{1FA7019B-B67C-4529-90D5-B111574629B2}" sibTransId="{7063A9C0-BBE6-4713-9DEF-0643B0FAA11E}"/>
    <dgm:cxn modelId="{D05B9A4E-821F-494F-80C1-C9B1CF8C197C}" type="presOf" srcId="{E7B83F16-D18D-41DD-BE04-2C82AB941D57}" destId="{98057D5D-F279-4EC0-9787-DA266B5F982B}" srcOrd="0" destOrd="0" presId="urn:microsoft.com/office/officeart/2005/8/layout/vList2"/>
    <dgm:cxn modelId="{B7DFF078-11AE-41CB-9316-52FB5A99D204}" type="presOf" srcId="{46A75D88-FEDD-48BF-8D3F-19D804B1AB68}" destId="{D80B249F-AC08-4D62-9E6B-05D091FE6F44}" srcOrd="0" destOrd="0" presId="urn:microsoft.com/office/officeart/2005/8/layout/vList2"/>
    <dgm:cxn modelId="{059F297B-6026-45F9-8F68-DAFEB324F20A}" srcId="{C2642284-28FD-495B-B090-511F8DC7BCE5}" destId="{F765B025-0B87-4B19-BD8B-D453FDBB0339}" srcOrd="1" destOrd="0" parTransId="{AF87666A-1C66-4EA7-8C1A-5F28E88FBEB4}" sibTransId="{F8EC0FAD-59AE-4494-B2FD-7C8B30F53AF3}"/>
    <dgm:cxn modelId="{20CE5C82-886F-4198-8CF1-D6C275A4E55D}" srcId="{C2642284-28FD-495B-B090-511F8DC7BCE5}" destId="{46A75D88-FEDD-48BF-8D3F-19D804B1AB68}" srcOrd="3" destOrd="0" parTransId="{14D23B08-C888-4196-99E4-02A2B1CA9EEF}" sibTransId="{05F44C23-D759-4479-B737-A94791BBC204}"/>
    <dgm:cxn modelId="{74EAD78B-D157-497C-BDDD-0E3A2CA0971D}" srcId="{C2642284-28FD-495B-B090-511F8DC7BCE5}" destId="{89042C20-8EA9-4A53-9810-028DE67E7245}" srcOrd="2" destOrd="0" parTransId="{F22FD200-3D89-4C02-A075-A8C8D54134E2}" sibTransId="{75C31477-0B5A-4A4A-9EFE-060FCE0859AC}"/>
    <dgm:cxn modelId="{A3FA70C2-D56E-42AB-9149-B32251132B3E}" srcId="{C2642284-28FD-495B-B090-511F8DC7BCE5}" destId="{C797AB01-C0A9-4605-806D-183A1F717BAE}" srcOrd="4" destOrd="0" parTransId="{A98FDEA8-3785-4164-9B51-127319C00A9E}" sibTransId="{11B4DB55-0EBF-4A1C-A3C1-46BD7FC7004C}"/>
    <dgm:cxn modelId="{D73E51C4-1EE5-4D2F-B8DA-E2053A58E86F}" type="presOf" srcId="{FB2BC1E9-8472-4A68-ACC1-F2898C4A8B34}" destId="{962B1D1D-6153-4153-B3F3-014B76E536EA}" srcOrd="0" destOrd="0" presId="urn:microsoft.com/office/officeart/2005/8/layout/vList2"/>
    <dgm:cxn modelId="{AD163AD4-8FA8-45E4-A8D2-8870038F2570}" type="presOf" srcId="{34B91E1D-C8EC-483B-9264-4A07E8935EB6}" destId="{8478659B-3568-42B2-A3D9-766716700BE1}" srcOrd="0" destOrd="0" presId="urn:microsoft.com/office/officeart/2005/8/layout/vList2"/>
    <dgm:cxn modelId="{FE1345D6-18F2-457E-913D-92276CC6923B}" type="presOf" srcId="{89042C20-8EA9-4A53-9810-028DE67E7245}" destId="{DF60D611-347B-4F1C-8789-27C51C352DBB}" srcOrd="0" destOrd="0" presId="urn:microsoft.com/office/officeart/2005/8/layout/vList2"/>
    <dgm:cxn modelId="{A7BCEAED-33EE-40AD-8B0E-266CB56A5A7C}" srcId="{C2642284-28FD-495B-B090-511F8DC7BCE5}" destId="{E7B83F16-D18D-41DD-BE04-2C82AB941D57}" srcOrd="6" destOrd="0" parTransId="{CB70E6B6-90D8-4EEB-8D83-6B7D4E2FA1B6}" sibTransId="{EC7B250D-C1E7-4626-A197-572F310B1DF3}"/>
    <dgm:cxn modelId="{142A12F1-F9AB-44CC-825D-7BD0BDD5691F}" type="presOf" srcId="{C2642284-28FD-495B-B090-511F8DC7BCE5}" destId="{2F2FFE28-62C4-4F0B-81DD-3C9BEBC2876D}" srcOrd="0" destOrd="0" presId="urn:microsoft.com/office/officeart/2005/8/layout/vList2"/>
    <dgm:cxn modelId="{7F1A22F7-CF98-4B79-AEBD-7C314B57EFA6}" type="presOf" srcId="{F765B025-0B87-4B19-BD8B-D453FDBB0339}" destId="{B7AE7AE2-27B0-4C09-8282-0557C1C4AC7B}" srcOrd="0" destOrd="0" presId="urn:microsoft.com/office/officeart/2005/8/layout/vList2"/>
    <dgm:cxn modelId="{61C2A2F7-D5D9-4CEC-AEEA-D1DB7AEC0DA6}" type="presOf" srcId="{C797AB01-C0A9-4605-806D-183A1F717BAE}" destId="{DEAEC559-9B4B-4BE1-8B7B-0BD71DA04B30}" srcOrd="0" destOrd="0" presId="urn:microsoft.com/office/officeart/2005/8/layout/vList2"/>
    <dgm:cxn modelId="{119917FF-5625-494C-BFF3-8BF4D24A9861}" srcId="{C2642284-28FD-495B-B090-511F8DC7BCE5}" destId="{FB2BC1E9-8472-4A68-ACC1-F2898C4A8B34}" srcOrd="0" destOrd="0" parTransId="{BF0A4D0E-F627-4DD7-9C04-BA98DB396CEA}" sibTransId="{ACF698DB-B23F-4A58-A7A6-47107A194029}"/>
    <dgm:cxn modelId="{F4F562C7-433A-4AD9-9E15-0B643E4CE3FA}" type="presParOf" srcId="{2F2FFE28-62C4-4F0B-81DD-3C9BEBC2876D}" destId="{962B1D1D-6153-4153-B3F3-014B76E536EA}" srcOrd="0" destOrd="0" presId="urn:microsoft.com/office/officeart/2005/8/layout/vList2"/>
    <dgm:cxn modelId="{B173FFE2-6CF6-4EDC-ABBA-2D207BA409F8}" type="presParOf" srcId="{2F2FFE28-62C4-4F0B-81DD-3C9BEBC2876D}" destId="{6D5C12CE-AB0E-4135-BE73-CEBA21BE9CEC}" srcOrd="1" destOrd="0" presId="urn:microsoft.com/office/officeart/2005/8/layout/vList2"/>
    <dgm:cxn modelId="{3FFE2F10-D5C6-4B9E-BE32-62E14284922D}" type="presParOf" srcId="{2F2FFE28-62C4-4F0B-81DD-3C9BEBC2876D}" destId="{B7AE7AE2-27B0-4C09-8282-0557C1C4AC7B}" srcOrd="2" destOrd="0" presId="urn:microsoft.com/office/officeart/2005/8/layout/vList2"/>
    <dgm:cxn modelId="{2AF96FC6-CAC7-499F-A908-D3A98F29B5D1}" type="presParOf" srcId="{2F2FFE28-62C4-4F0B-81DD-3C9BEBC2876D}" destId="{EA4E1F83-A3F7-4431-8FAE-819C394619A2}" srcOrd="3" destOrd="0" presId="urn:microsoft.com/office/officeart/2005/8/layout/vList2"/>
    <dgm:cxn modelId="{D957744B-0088-44CF-8844-41F4B29AC0D3}" type="presParOf" srcId="{2F2FFE28-62C4-4F0B-81DD-3C9BEBC2876D}" destId="{DF60D611-347B-4F1C-8789-27C51C352DBB}" srcOrd="4" destOrd="0" presId="urn:microsoft.com/office/officeart/2005/8/layout/vList2"/>
    <dgm:cxn modelId="{1C6EFAA7-6B74-4B7D-8376-D3EEB7B0B4D4}" type="presParOf" srcId="{2F2FFE28-62C4-4F0B-81DD-3C9BEBC2876D}" destId="{242CD091-7050-4B74-9182-1498112FBE0B}" srcOrd="5" destOrd="0" presId="urn:microsoft.com/office/officeart/2005/8/layout/vList2"/>
    <dgm:cxn modelId="{16B13554-A3B0-4AC1-894A-01D69965F058}" type="presParOf" srcId="{2F2FFE28-62C4-4F0B-81DD-3C9BEBC2876D}" destId="{D80B249F-AC08-4D62-9E6B-05D091FE6F44}" srcOrd="6" destOrd="0" presId="urn:microsoft.com/office/officeart/2005/8/layout/vList2"/>
    <dgm:cxn modelId="{04466A2E-C119-4292-B9B2-58268AC5E2E6}" type="presParOf" srcId="{2F2FFE28-62C4-4F0B-81DD-3C9BEBC2876D}" destId="{04D1B017-2B7B-4C7D-924B-E93D490CF802}" srcOrd="7" destOrd="0" presId="urn:microsoft.com/office/officeart/2005/8/layout/vList2"/>
    <dgm:cxn modelId="{5F9A1BD7-6D87-4969-AE26-80B0A8BC36EA}" type="presParOf" srcId="{2F2FFE28-62C4-4F0B-81DD-3C9BEBC2876D}" destId="{DEAEC559-9B4B-4BE1-8B7B-0BD71DA04B30}" srcOrd="8" destOrd="0" presId="urn:microsoft.com/office/officeart/2005/8/layout/vList2"/>
    <dgm:cxn modelId="{BF7207B6-7116-4947-8402-5FB963A74061}" type="presParOf" srcId="{2F2FFE28-62C4-4F0B-81DD-3C9BEBC2876D}" destId="{A2FCFAE2-CB09-4669-B5F6-A6E740E69655}" srcOrd="9" destOrd="0" presId="urn:microsoft.com/office/officeart/2005/8/layout/vList2"/>
    <dgm:cxn modelId="{E4B382D9-EB7D-4E5C-B5A8-F2042A2D188E}" type="presParOf" srcId="{2F2FFE28-62C4-4F0B-81DD-3C9BEBC2876D}" destId="{8478659B-3568-42B2-A3D9-766716700BE1}" srcOrd="10" destOrd="0" presId="urn:microsoft.com/office/officeart/2005/8/layout/vList2"/>
    <dgm:cxn modelId="{EE9FF529-8795-4EC7-B56B-598E59BCD645}" type="presParOf" srcId="{2F2FFE28-62C4-4F0B-81DD-3C9BEBC2876D}" destId="{1CE35A4B-CB58-424D-AD05-A98D432937B1}" srcOrd="11" destOrd="0" presId="urn:microsoft.com/office/officeart/2005/8/layout/vList2"/>
    <dgm:cxn modelId="{D82AB0F6-AE36-4F0E-822F-4FB59F575519}" type="presParOf" srcId="{2F2FFE28-62C4-4F0B-81DD-3C9BEBC2876D}" destId="{98057D5D-F279-4EC0-9787-DA266B5F982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B77DA9-F608-4814-A3CA-4B8E21342347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4E52B0C-EC89-42B6-A97F-C2692E5F3D95}">
      <dgm:prSet phldrT="[Текст]"/>
      <dgm:spPr/>
      <dgm:t>
        <a:bodyPr/>
        <a:lstStyle/>
        <a:p>
          <a:r>
            <a:rPr lang="ru-RU" dirty="0"/>
            <a:t>Письменная форма</a:t>
          </a:r>
        </a:p>
      </dgm:t>
    </dgm:pt>
    <dgm:pt modelId="{F94C0A3A-53D6-43AE-A0BA-9510C06FE350}" type="parTrans" cxnId="{FA7097C0-5F54-4C42-9BA1-84DB0F132B24}">
      <dgm:prSet/>
      <dgm:spPr/>
      <dgm:t>
        <a:bodyPr/>
        <a:lstStyle/>
        <a:p>
          <a:endParaRPr lang="ru-RU"/>
        </a:p>
      </dgm:t>
    </dgm:pt>
    <dgm:pt modelId="{FC503A49-27BA-45F9-A6F5-6AC0356323AC}" type="sibTrans" cxnId="{FA7097C0-5F54-4C42-9BA1-84DB0F132B24}">
      <dgm:prSet/>
      <dgm:spPr/>
      <dgm:t>
        <a:bodyPr/>
        <a:lstStyle/>
        <a:p>
          <a:endParaRPr lang="ru-RU"/>
        </a:p>
      </dgm:t>
    </dgm:pt>
    <dgm:pt modelId="{5B5C7237-39B0-4D2C-A54B-AD89D86E161F}">
      <dgm:prSet phldrT="[Текст]"/>
      <dgm:spPr/>
      <dgm:t>
        <a:bodyPr/>
        <a:lstStyle/>
        <a:p>
          <a:r>
            <a:rPr lang="ru-RU" dirty="0"/>
            <a:t>Нормативность (содержание = нормы права)</a:t>
          </a:r>
        </a:p>
      </dgm:t>
    </dgm:pt>
    <dgm:pt modelId="{43A45896-47CB-4A13-8C44-10F3ABF929DF}" type="parTrans" cxnId="{D58BC2AF-2E67-4921-B547-47B1775A6EF8}">
      <dgm:prSet/>
      <dgm:spPr/>
      <dgm:t>
        <a:bodyPr/>
        <a:lstStyle/>
        <a:p>
          <a:endParaRPr lang="ru-RU"/>
        </a:p>
      </dgm:t>
    </dgm:pt>
    <dgm:pt modelId="{3565A4C1-D523-4F2A-965F-51179AAA4611}" type="sibTrans" cxnId="{D58BC2AF-2E67-4921-B547-47B1775A6EF8}">
      <dgm:prSet/>
      <dgm:spPr/>
      <dgm:t>
        <a:bodyPr/>
        <a:lstStyle/>
        <a:p>
          <a:endParaRPr lang="ru-RU"/>
        </a:p>
      </dgm:t>
    </dgm:pt>
    <dgm:pt modelId="{37DED039-8486-4A82-A8DB-F07C7ACD0EFC}">
      <dgm:prSet phldrT="[Текст]"/>
      <dgm:spPr/>
      <dgm:t>
        <a:bodyPr/>
        <a:lstStyle/>
        <a:p>
          <a:r>
            <a:rPr lang="ru-RU" dirty="0"/>
            <a:t>Субъектом принятия выступают уполномоченные органы власти и должностные лица </a:t>
          </a:r>
          <a:br>
            <a:rPr lang="ru-RU" dirty="0"/>
          </a:br>
          <a:r>
            <a:rPr lang="ru-RU" dirty="0"/>
            <a:t>(</a:t>
          </a:r>
          <a:r>
            <a:rPr lang="ru-RU" i="1" dirty="0"/>
            <a:t>в исключительных случаях – народ, негосударственные организации</a:t>
          </a:r>
          <a:r>
            <a:rPr lang="ru-RU" dirty="0"/>
            <a:t>)</a:t>
          </a:r>
        </a:p>
      </dgm:t>
    </dgm:pt>
    <dgm:pt modelId="{0C8D5D0D-F655-4C8E-B3B1-690513C8D075}" type="parTrans" cxnId="{A30D22B7-E8BD-467A-AE46-96A840C4172F}">
      <dgm:prSet/>
      <dgm:spPr/>
      <dgm:t>
        <a:bodyPr/>
        <a:lstStyle/>
        <a:p>
          <a:endParaRPr lang="ru-RU"/>
        </a:p>
      </dgm:t>
    </dgm:pt>
    <dgm:pt modelId="{8DE0ABE9-F67E-46B5-9123-4EFDC9EFB347}" type="sibTrans" cxnId="{A30D22B7-E8BD-467A-AE46-96A840C4172F}">
      <dgm:prSet/>
      <dgm:spPr/>
      <dgm:t>
        <a:bodyPr/>
        <a:lstStyle/>
        <a:p>
          <a:endParaRPr lang="ru-RU"/>
        </a:p>
      </dgm:t>
    </dgm:pt>
    <dgm:pt modelId="{78628BA8-A605-4A16-8791-6EC0E6A089AB}">
      <dgm:prSet phldrT="[Текст]"/>
      <dgm:spPr/>
      <dgm:t>
        <a:bodyPr/>
        <a:lstStyle/>
        <a:p>
          <a:r>
            <a:rPr lang="ru-RU" dirty="0"/>
            <a:t>Особый порядок принятия</a:t>
          </a:r>
        </a:p>
      </dgm:t>
    </dgm:pt>
    <dgm:pt modelId="{FFF597D9-1549-4F71-B877-D6BA361789BB}" type="parTrans" cxnId="{F53B9A9D-D0BF-4C1E-A637-B3017A783B14}">
      <dgm:prSet/>
      <dgm:spPr/>
      <dgm:t>
        <a:bodyPr/>
        <a:lstStyle/>
        <a:p>
          <a:endParaRPr lang="ru-RU"/>
        </a:p>
      </dgm:t>
    </dgm:pt>
    <dgm:pt modelId="{7D0B663D-5F15-4A48-9B4E-24A5255480BC}" type="sibTrans" cxnId="{F53B9A9D-D0BF-4C1E-A637-B3017A783B14}">
      <dgm:prSet/>
      <dgm:spPr/>
      <dgm:t>
        <a:bodyPr/>
        <a:lstStyle/>
        <a:p>
          <a:endParaRPr lang="ru-RU"/>
        </a:p>
      </dgm:t>
    </dgm:pt>
    <dgm:pt modelId="{300659C8-E122-4447-AECB-1E465925BB75}">
      <dgm:prSet phldrT="[Текст]"/>
      <dgm:spPr/>
      <dgm:t>
        <a:bodyPr/>
        <a:lstStyle/>
        <a:p>
          <a:r>
            <a:rPr lang="ru-RU" dirty="0"/>
            <a:t>Иерархия нормативных правовых актов (</a:t>
          </a:r>
          <a:r>
            <a:rPr lang="ru-RU" i="1" dirty="0"/>
            <a:t>соподчиненность</a:t>
          </a:r>
          <a:r>
            <a:rPr lang="ru-RU" dirty="0"/>
            <a:t>)</a:t>
          </a:r>
        </a:p>
      </dgm:t>
    </dgm:pt>
    <dgm:pt modelId="{C0FA0255-4A89-4E8B-BE38-0F533DC91E60}" type="parTrans" cxnId="{8BD0EE81-0F23-4D21-9D2C-DDD2BFB65292}">
      <dgm:prSet/>
      <dgm:spPr/>
      <dgm:t>
        <a:bodyPr/>
        <a:lstStyle/>
        <a:p>
          <a:endParaRPr lang="ru-RU"/>
        </a:p>
      </dgm:t>
    </dgm:pt>
    <dgm:pt modelId="{92C89EE1-11D8-49C0-82E3-7E234633D7AE}" type="sibTrans" cxnId="{8BD0EE81-0F23-4D21-9D2C-DDD2BFB65292}">
      <dgm:prSet/>
      <dgm:spPr/>
      <dgm:t>
        <a:bodyPr/>
        <a:lstStyle/>
        <a:p>
          <a:endParaRPr lang="ru-RU"/>
        </a:p>
      </dgm:t>
    </dgm:pt>
    <dgm:pt modelId="{2610BFBD-109F-497D-A655-9F0DC2F971BF}">
      <dgm:prSet phldrT="[Текст]"/>
      <dgm:spPr/>
      <dgm:t>
        <a:bodyPr/>
        <a:lstStyle/>
        <a:p>
          <a:r>
            <a:rPr lang="ru-RU" dirty="0"/>
            <a:t>Юридическая сила</a:t>
          </a:r>
        </a:p>
      </dgm:t>
    </dgm:pt>
    <dgm:pt modelId="{F495ABCA-4F47-4944-923C-09D07CF9D5CC}" type="parTrans" cxnId="{D9FE9C13-519A-494A-ABF9-CAD945BE91E2}">
      <dgm:prSet/>
      <dgm:spPr/>
      <dgm:t>
        <a:bodyPr/>
        <a:lstStyle/>
        <a:p>
          <a:endParaRPr lang="ru-RU"/>
        </a:p>
      </dgm:t>
    </dgm:pt>
    <dgm:pt modelId="{47004E6D-44E6-4ADE-AF10-A37E55C43470}" type="sibTrans" cxnId="{D9FE9C13-519A-494A-ABF9-CAD945BE91E2}">
      <dgm:prSet/>
      <dgm:spPr/>
      <dgm:t>
        <a:bodyPr/>
        <a:lstStyle/>
        <a:p>
          <a:endParaRPr lang="ru-RU"/>
        </a:p>
      </dgm:t>
    </dgm:pt>
    <dgm:pt modelId="{22130796-949B-431C-AA0D-E8243B6E840E}" type="pres">
      <dgm:prSet presAssocID="{96B77DA9-F608-4814-A3CA-4B8E21342347}" presName="linear" presStyleCnt="0">
        <dgm:presLayoutVars>
          <dgm:animLvl val="lvl"/>
          <dgm:resizeHandles val="exact"/>
        </dgm:presLayoutVars>
      </dgm:prSet>
      <dgm:spPr/>
    </dgm:pt>
    <dgm:pt modelId="{55C930E5-CC83-434E-B70B-C16D55E54B91}" type="pres">
      <dgm:prSet presAssocID="{E4E52B0C-EC89-42B6-A97F-C2692E5F3D9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313D99A-75B9-43BD-A045-8235F1A9D53F}" type="pres">
      <dgm:prSet presAssocID="{FC503A49-27BA-45F9-A6F5-6AC0356323AC}" presName="spacer" presStyleCnt="0"/>
      <dgm:spPr/>
    </dgm:pt>
    <dgm:pt modelId="{2B49799D-2CC8-49DF-BEBE-7B2B7A24F5FD}" type="pres">
      <dgm:prSet presAssocID="{5B5C7237-39B0-4D2C-A54B-AD89D86E161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4110A70-32CB-4E51-B75B-DF79E1859123}" type="pres">
      <dgm:prSet presAssocID="{3565A4C1-D523-4F2A-965F-51179AAA4611}" presName="spacer" presStyleCnt="0"/>
      <dgm:spPr/>
    </dgm:pt>
    <dgm:pt modelId="{F5B2B0DA-690B-4131-A280-A216508E98A0}" type="pres">
      <dgm:prSet presAssocID="{37DED039-8486-4A82-A8DB-F07C7ACD0EF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00A0592-7C74-41E3-8FC2-462FECF34A9E}" type="pres">
      <dgm:prSet presAssocID="{8DE0ABE9-F67E-46B5-9123-4EFDC9EFB347}" presName="spacer" presStyleCnt="0"/>
      <dgm:spPr/>
    </dgm:pt>
    <dgm:pt modelId="{57BAE34F-3ABA-41BA-8990-D670B4CBE5CA}" type="pres">
      <dgm:prSet presAssocID="{78628BA8-A605-4A16-8791-6EC0E6A089A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CD6007-ACE7-4914-824A-F822FD805DE4}" type="pres">
      <dgm:prSet presAssocID="{7D0B663D-5F15-4A48-9B4E-24A5255480BC}" presName="spacer" presStyleCnt="0"/>
      <dgm:spPr/>
    </dgm:pt>
    <dgm:pt modelId="{1B0789BF-B5DB-491C-8802-B4F3107F940A}" type="pres">
      <dgm:prSet presAssocID="{2610BFBD-109F-497D-A655-9F0DC2F971B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041E733-4CB6-4FC7-BACB-3B1110CF4DA5}" type="pres">
      <dgm:prSet presAssocID="{47004E6D-44E6-4ADE-AF10-A37E55C43470}" presName="spacer" presStyleCnt="0"/>
      <dgm:spPr/>
    </dgm:pt>
    <dgm:pt modelId="{DC88C4CF-8B2D-4B34-A8AF-838CBBB07294}" type="pres">
      <dgm:prSet presAssocID="{300659C8-E122-4447-AECB-1E465925BB7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9FE9C13-519A-494A-ABF9-CAD945BE91E2}" srcId="{96B77DA9-F608-4814-A3CA-4B8E21342347}" destId="{2610BFBD-109F-497D-A655-9F0DC2F971BF}" srcOrd="4" destOrd="0" parTransId="{F495ABCA-4F47-4944-923C-09D07CF9D5CC}" sibTransId="{47004E6D-44E6-4ADE-AF10-A37E55C43470}"/>
    <dgm:cxn modelId="{184D4D14-F5BD-4ECE-A80B-77E778124F1E}" type="presOf" srcId="{2610BFBD-109F-497D-A655-9F0DC2F971BF}" destId="{1B0789BF-B5DB-491C-8802-B4F3107F940A}" srcOrd="0" destOrd="0" presId="urn:microsoft.com/office/officeart/2005/8/layout/vList2"/>
    <dgm:cxn modelId="{ABB6174F-A898-4A99-97FC-D6FF32003D15}" type="presOf" srcId="{E4E52B0C-EC89-42B6-A97F-C2692E5F3D95}" destId="{55C930E5-CC83-434E-B70B-C16D55E54B91}" srcOrd="0" destOrd="0" presId="urn:microsoft.com/office/officeart/2005/8/layout/vList2"/>
    <dgm:cxn modelId="{BE477F55-9A70-4222-8BCB-9D31C525BCC6}" type="presOf" srcId="{37DED039-8486-4A82-A8DB-F07C7ACD0EFC}" destId="{F5B2B0DA-690B-4131-A280-A216508E98A0}" srcOrd="0" destOrd="0" presId="urn:microsoft.com/office/officeart/2005/8/layout/vList2"/>
    <dgm:cxn modelId="{E3B32759-2F71-4D30-A973-7F1BDD7B5D51}" type="presOf" srcId="{5B5C7237-39B0-4D2C-A54B-AD89D86E161F}" destId="{2B49799D-2CC8-49DF-BEBE-7B2B7A24F5FD}" srcOrd="0" destOrd="0" presId="urn:microsoft.com/office/officeart/2005/8/layout/vList2"/>
    <dgm:cxn modelId="{8BD0EE81-0F23-4D21-9D2C-DDD2BFB65292}" srcId="{96B77DA9-F608-4814-A3CA-4B8E21342347}" destId="{300659C8-E122-4447-AECB-1E465925BB75}" srcOrd="5" destOrd="0" parTransId="{C0FA0255-4A89-4E8B-BE38-0F533DC91E60}" sibTransId="{92C89EE1-11D8-49C0-82E3-7E234633D7AE}"/>
    <dgm:cxn modelId="{F53B9A9D-D0BF-4C1E-A637-B3017A783B14}" srcId="{96B77DA9-F608-4814-A3CA-4B8E21342347}" destId="{78628BA8-A605-4A16-8791-6EC0E6A089AB}" srcOrd="3" destOrd="0" parTransId="{FFF597D9-1549-4F71-B877-D6BA361789BB}" sibTransId="{7D0B663D-5F15-4A48-9B4E-24A5255480BC}"/>
    <dgm:cxn modelId="{D58BC2AF-2E67-4921-B547-47B1775A6EF8}" srcId="{96B77DA9-F608-4814-A3CA-4B8E21342347}" destId="{5B5C7237-39B0-4D2C-A54B-AD89D86E161F}" srcOrd="1" destOrd="0" parTransId="{43A45896-47CB-4A13-8C44-10F3ABF929DF}" sibTransId="{3565A4C1-D523-4F2A-965F-51179AAA4611}"/>
    <dgm:cxn modelId="{A30D22B7-E8BD-467A-AE46-96A840C4172F}" srcId="{96B77DA9-F608-4814-A3CA-4B8E21342347}" destId="{37DED039-8486-4A82-A8DB-F07C7ACD0EFC}" srcOrd="2" destOrd="0" parTransId="{0C8D5D0D-F655-4C8E-B3B1-690513C8D075}" sibTransId="{8DE0ABE9-F67E-46B5-9123-4EFDC9EFB347}"/>
    <dgm:cxn modelId="{62BF71B8-F122-444F-A615-785289335D94}" type="presOf" srcId="{78628BA8-A605-4A16-8791-6EC0E6A089AB}" destId="{57BAE34F-3ABA-41BA-8990-D670B4CBE5CA}" srcOrd="0" destOrd="0" presId="urn:microsoft.com/office/officeart/2005/8/layout/vList2"/>
    <dgm:cxn modelId="{5889F5B8-0801-4465-8465-499BF22E21B4}" type="presOf" srcId="{96B77DA9-F608-4814-A3CA-4B8E21342347}" destId="{22130796-949B-431C-AA0D-E8243B6E840E}" srcOrd="0" destOrd="0" presId="urn:microsoft.com/office/officeart/2005/8/layout/vList2"/>
    <dgm:cxn modelId="{F31EE9B9-BF7B-4072-9D23-A2E8CBADBF5B}" type="presOf" srcId="{300659C8-E122-4447-AECB-1E465925BB75}" destId="{DC88C4CF-8B2D-4B34-A8AF-838CBBB07294}" srcOrd="0" destOrd="0" presId="urn:microsoft.com/office/officeart/2005/8/layout/vList2"/>
    <dgm:cxn modelId="{FA7097C0-5F54-4C42-9BA1-84DB0F132B24}" srcId="{96B77DA9-F608-4814-A3CA-4B8E21342347}" destId="{E4E52B0C-EC89-42B6-A97F-C2692E5F3D95}" srcOrd="0" destOrd="0" parTransId="{F94C0A3A-53D6-43AE-A0BA-9510C06FE350}" sibTransId="{FC503A49-27BA-45F9-A6F5-6AC0356323AC}"/>
    <dgm:cxn modelId="{F71DD4B4-CFEB-49DA-877D-23D29D0AFEF5}" type="presParOf" srcId="{22130796-949B-431C-AA0D-E8243B6E840E}" destId="{55C930E5-CC83-434E-B70B-C16D55E54B91}" srcOrd="0" destOrd="0" presId="urn:microsoft.com/office/officeart/2005/8/layout/vList2"/>
    <dgm:cxn modelId="{CC367E33-5C94-4646-ABAB-8DE1BCDDC369}" type="presParOf" srcId="{22130796-949B-431C-AA0D-E8243B6E840E}" destId="{6313D99A-75B9-43BD-A045-8235F1A9D53F}" srcOrd="1" destOrd="0" presId="urn:microsoft.com/office/officeart/2005/8/layout/vList2"/>
    <dgm:cxn modelId="{9613A1F4-9D0F-43F1-951D-940E9D1F123C}" type="presParOf" srcId="{22130796-949B-431C-AA0D-E8243B6E840E}" destId="{2B49799D-2CC8-49DF-BEBE-7B2B7A24F5FD}" srcOrd="2" destOrd="0" presId="urn:microsoft.com/office/officeart/2005/8/layout/vList2"/>
    <dgm:cxn modelId="{FC69F89C-CCA7-4FB6-BD62-994579953147}" type="presParOf" srcId="{22130796-949B-431C-AA0D-E8243B6E840E}" destId="{84110A70-32CB-4E51-B75B-DF79E1859123}" srcOrd="3" destOrd="0" presId="urn:microsoft.com/office/officeart/2005/8/layout/vList2"/>
    <dgm:cxn modelId="{D60176F5-1949-4B7B-92AD-F1ADA0D2FC47}" type="presParOf" srcId="{22130796-949B-431C-AA0D-E8243B6E840E}" destId="{F5B2B0DA-690B-4131-A280-A216508E98A0}" srcOrd="4" destOrd="0" presId="urn:microsoft.com/office/officeart/2005/8/layout/vList2"/>
    <dgm:cxn modelId="{8D0B7C2A-6BB7-419A-810C-AEE694EA1C3E}" type="presParOf" srcId="{22130796-949B-431C-AA0D-E8243B6E840E}" destId="{300A0592-7C74-41E3-8FC2-462FECF34A9E}" srcOrd="5" destOrd="0" presId="urn:microsoft.com/office/officeart/2005/8/layout/vList2"/>
    <dgm:cxn modelId="{CF550EDC-00BB-4AB8-B102-7B62B843B828}" type="presParOf" srcId="{22130796-949B-431C-AA0D-E8243B6E840E}" destId="{57BAE34F-3ABA-41BA-8990-D670B4CBE5CA}" srcOrd="6" destOrd="0" presId="urn:microsoft.com/office/officeart/2005/8/layout/vList2"/>
    <dgm:cxn modelId="{F610D8BE-56CD-414C-9EC4-3CDAC85AC39E}" type="presParOf" srcId="{22130796-949B-431C-AA0D-E8243B6E840E}" destId="{D2CD6007-ACE7-4914-824A-F822FD805DE4}" srcOrd="7" destOrd="0" presId="urn:microsoft.com/office/officeart/2005/8/layout/vList2"/>
    <dgm:cxn modelId="{EF16B4C6-DAEA-4A2E-85B6-A857B8D13448}" type="presParOf" srcId="{22130796-949B-431C-AA0D-E8243B6E840E}" destId="{1B0789BF-B5DB-491C-8802-B4F3107F940A}" srcOrd="8" destOrd="0" presId="urn:microsoft.com/office/officeart/2005/8/layout/vList2"/>
    <dgm:cxn modelId="{C351474C-97B8-44FA-BEBD-0C86C02C4F2D}" type="presParOf" srcId="{22130796-949B-431C-AA0D-E8243B6E840E}" destId="{2041E733-4CB6-4FC7-BACB-3B1110CF4DA5}" srcOrd="9" destOrd="0" presId="urn:microsoft.com/office/officeart/2005/8/layout/vList2"/>
    <dgm:cxn modelId="{60E4E5D3-16C0-4BF5-BB21-A34F23CCCAC4}" type="presParOf" srcId="{22130796-949B-431C-AA0D-E8243B6E840E}" destId="{DC88C4CF-8B2D-4B34-A8AF-838CBBB0729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r>
            <a:rPr lang="ru-RU" sz="2800" b="1"/>
            <a:t>Законы федерального и международного уровней</a:t>
          </a:r>
          <a:endParaRPr lang="ru-RU" sz="2800"/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F738A6D9-8EA9-4430-95FE-0B1C3C87404B}">
      <dgm:prSet custT="1"/>
      <dgm:spPr/>
      <dgm:t>
        <a:bodyPr/>
        <a:lstStyle/>
        <a:p>
          <a:r>
            <a:rPr lang="ru-RU" sz="2800" b="1" i="0" dirty="0"/>
            <a:t>Подзаконные нормативные правовые акты федерального уровня</a:t>
          </a:r>
          <a:endParaRPr lang="ru-RU" sz="2800" dirty="0"/>
        </a:p>
      </dgm:t>
    </dgm:pt>
    <dgm:pt modelId="{F98205CB-17E2-4BB7-B529-8DECD2933D1D}" type="parTrans" cxnId="{5DA589EE-CC89-491D-9163-793833FA88A9}">
      <dgm:prSet/>
      <dgm:spPr/>
      <dgm:t>
        <a:bodyPr/>
        <a:lstStyle/>
        <a:p>
          <a:endParaRPr lang="ru-RU" sz="2800"/>
        </a:p>
      </dgm:t>
    </dgm:pt>
    <dgm:pt modelId="{FEAACEB8-E849-4588-8774-71447972C9A9}" type="sibTrans" cxnId="{5DA589EE-CC89-491D-9163-793833FA88A9}">
      <dgm:prSet/>
      <dgm:spPr/>
      <dgm:t>
        <a:bodyPr/>
        <a:lstStyle/>
        <a:p>
          <a:endParaRPr lang="ru-RU" sz="2800"/>
        </a:p>
      </dgm:t>
    </dgm:pt>
    <dgm:pt modelId="{C0BA9550-4BE8-47C7-9DC2-71A5679520AE}">
      <dgm:prSet custT="1"/>
      <dgm:spPr/>
      <dgm:t>
        <a:bodyPr/>
        <a:lstStyle/>
        <a:p>
          <a:r>
            <a:rPr lang="ru-RU" sz="2800" b="1" i="0"/>
            <a:t>Законы уровня субъектов РФ</a:t>
          </a:r>
          <a:endParaRPr lang="ru-RU" sz="2800"/>
        </a:p>
      </dgm:t>
    </dgm:pt>
    <dgm:pt modelId="{35F721F0-3208-4BB4-BA76-42EC4FA4DDF9}" type="parTrans" cxnId="{E6F2D977-EFF0-4EC3-8647-2FE0032D8427}">
      <dgm:prSet/>
      <dgm:spPr/>
      <dgm:t>
        <a:bodyPr/>
        <a:lstStyle/>
        <a:p>
          <a:endParaRPr lang="ru-RU" sz="2800"/>
        </a:p>
      </dgm:t>
    </dgm:pt>
    <dgm:pt modelId="{9A5B4A96-3122-4527-A897-47BAB6875FE1}" type="sibTrans" cxnId="{E6F2D977-EFF0-4EC3-8647-2FE0032D8427}">
      <dgm:prSet/>
      <dgm:spPr/>
      <dgm:t>
        <a:bodyPr/>
        <a:lstStyle/>
        <a:p>
          <a:endParaRPr lang="ru-RU" sz="2800"/>
        </a:p>
      </dgm:t>
    </dgm:pt>
    <dgm:pt modelId="{688F1BA4-56E6-4C7E-914B-BD3B98394712}">
      <dgm:prSet custT="1"/>
      <dgm:spPr/>
      <dgm:t>
        <a:bodyPr/>
        <a:lstStyle/>
        <a:p>
          <a:r>
            <a:rPr lang="ru-RU" sz="2800" b="1" i="0"/>
            <a:t>Подзаконные нормативные правовые акты уровня субъектов РФ</a:t>
          </a:r>
          <a:endParaRPr lang="ru-RU" sz="2800"/>
        </a:p>
      </dgm:t>
    </dgm:pt>
    <dgm:pt modelId="{76869C76-EA3F-44BE-8A88-64F3927C8C09}" type="parTrans" cxnId="{724A0510-E70C-4A51-A41F-0B2CBC36E76A}">
      <dgm:prSet/>
      <dgm:spPr/>
      <dgm:t>
        <a:bodyPr/>
        <a:lstStyle/>
        <a:p>
          <a:endParaRPr lang="ru-RU" sz="2800"/>
        </a:p>
      </dgm:t>
    </dgm:pt>
    <dgm:pt modelId="{1615C022-6841-4C61-8CD2-F25FC18A1EA1}" type="sibTrans" cxnId="{724A0510-E70C-4A51-A41F-0B2CBC36E76A}">
      <dgm:prSet/>
      <dgm:spPr/>
      <dgm:t>
        <a:bodyPr/>
        <a:lstStyle/>
        <a:p>
          <a:endParaRPr lang="ru-RU" sz="2800"/>
        </a:p>
      </dgm:t>
    </dgm:pt>
    <dgm:pt modelId="{A57207C0-2036-417B-817E-ACFC60D39AA1}">
      <dgm:prSet custT="1"/>
      <dgm:spPr/>
      <dgm:t>
        <a:bodyPr/>
        <a:lstStyle/>
        <a:p>
          <a:r>
            <a:rPr lang="ru-RU" sz="2800" b="1" i="0"/>
            <a:t>Муниципальные нормативные правовые акты</a:t>
          </a:r>
          <a:endParaRPr lang="ru-RU" sz="2800"/>
        </a:p>
      </dgm:t>
    </dgm:pt>
    <dgm:pt modelId="{6CF381F7-B9C5-4650-9B07-D20221CF1147}" type="parTrans" cxnId="{08C8BEF1-7846-4AF1-AE43-F9FC2A16070F}">
      <dgm:prSet/>
      <dgm:spPr/>
      <dgm:t>
        <a:bodyPr/>
        <a:lstStyle/>
        <a:p>
          <a:endParaRPr lang="ru-RU" sz="2800"/>
        </a:p>
      </dgm:t>
    </dgm:pt>
    <dgm:pt modelId="{BCDB0B8A-3819-4540-8E01-2AF02573E808}" type="sibTrans" cxnId="{08C8BEF1-7846-4AF1-AE43-F9FC2A16070F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C2BED1F-8888-422D-B8EF-C4CF64BB53B2}" type="pres">
      <dgm:prSet presAssocID="{B0DA20C1-C39E-425B-BB29-760B1028B0A2}" presName="spacer" presStyleCnt="0"/>
      <dgm:spPr/>
    </dgm:pt>
    <dgm:pt modelId="{586BCA90-3A27-4243-AE2F-6EE4DA2F49E7}" type="pres">
      <dgm:prSet presAssocID="{F738A6D9-8EA9-4430-95FE-0B1C3C8740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22F4C6-8D90-426B-AF45-AD68E5E7EAF3}" type="pres">
      <dgm:prSet presAssocID="{FEAACEB8-E849-4588-8774-71447972C9A9}" presName="spacer" presStyleCnt="0"/>
      <dgm:spPr/>
    </dgm:pt>
    <dgm:pt modelId="{07C2C276-53AA-42AA-8726-F2BE7EA13FF8}" type="pres">
      <dgm:prSet presAssocID="{C0BA9550-4BE8-47C7-9DC2-71A5679520A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D4CEBAC-20DB-4010-A2B2-46C543BA1F20}" type="pres">
      <dgm:prSet presAssocID="{9A5B4A96-3122-4527-A897-47BAB6875FE1}" presName="spacer" presStyleCnt="0"/>
      <dgm:spPr/>
    </dgm:pt>
    <dgm:pt modelId="{5A253EE0-4AF1-48EB-B437-92C8C72ABA7B}" type="pres">
      <dgm:prSet presAssocID="{688F1BA4-56E6-4C7E-914B-BD3B9839471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5E9749-9109-49A9-A1E7-4E2D0A469E27}" type="pres">
      <dgm:prSet presAssocID="{1615C022-6841-4C61-8CD2-F25FC18A1EA1}" presName="spacer" presStyleCnt="0"/>
      <dgm:spPr/>
    </dgm:pt>
    <dgm:pt modelId="{7A287EEC-2CFE-4A46-9C44-F8B0FC859935}" type="pres">
      <dgm:prSet presAssocID="{A57207C0-2036-417B-817E-ACFC60D39AA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24A0510-E70C-4A51-A41F-0B2CBC36E76A}" srcId="{4341D728-62A1-4B6F-827C-96D6E9D6B8C1}" destId="{688F1BA4-56E6-4C7E-914B-BD3B98394712}" srcOrd="3" destOrd="0" parTransId="{76869C76-EA3F-44BE-8A88-64F3927C8C09}" sibTransId="{1615C022-6841-4C61-8CD2-F25FC18A1EA1}"/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0662E161-3696-4A61-9355-B1999CDD9CC8}" type="presOf" srcId="{A57207C0-2036-417B-817E-ACFC60D39AA1}" destId="{7A287EEC-2CFE-4A46-9C44-F8B0FC859935}" srcOrd="0" destOrd="0" presId="urn:microsoft.com/office/officeart/2005/8/layout/vList2"/>
    <dgm:cxn modelId="{E6F2D977-EFF0-4EC3-8647-2FE0032D8427}" srcId="{4341D728-62A1-4B6F-827C-96D6E9D6B8C1}" destId="{C0BA9550-4BE8-47C7-9DC2-71A5679520AE}" srcOrd="2" destOrd="0" parTransId="{35F721F0-3208-4BB4-BA76-42EC4FA4DDF9}" sibTransId="{9A5B4A96-3122-4527-A897-47BAB6875FE1}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72BA5E8B-BBF3-4AF5-83A2-F0F54E5E5B14}" type="presOf" srcId="{F738A6D9-8EA9-4430-95FE-0B1C3C87404B}" destId="{586BCA90-3A27-4243-AE2F-6EE4DA2F49E7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6204EA9F-65B1-4E5C-B3AA-F2AC1B6B3B7E}" type="presOf" srcId="{688F1BA4-56E6-4C7E-914B-BD3B98394712}" destId="{5A253EE0-4AF1-48EB-B437-92C8C72ABA7B}" srcOrd="0" destOrd="0" presId="urn:microsoft.com/office/officeart/2005/8/layout/vList2"/>
    <dgm:cxn modelId="{471529E3-4BB6-4B44-8A24-C611085E1B07}" type="presOf" srcId="{C0BA9550-4BE8-47C7-9DC2-71A5679520AE}" destId="{07C2C276-53AA-42AA-8726-F2BE7EA13FF8}" srcOrd="0" destOrd="0" presId="urn:microsoft.com/office/officeart/2005/8/layout/vList2"/>
    <dgm:cxn modelId="{5DA589EE-CC89-491D-9163-793833FA88A9}" srcId="{4341D728-62A1-4B6F-827C-96D6E9D6B8C1}" destId="{F738A6D9-8EA9-4430-95FE-0B1C3C87404B}" srcOrd="1" destOrd="0" parTransId="{F98205CB-17E2-4BB7-B529-8DECD2933D1D}" sibTransId="{FEAACEB8-E849-4588-8774-71447972C9A9}"/>
    <dgm:cxn modelId="{08C8BEF1-7846-4AF1-AE43-F9FC2A16070F}" srcId="{4341D728-62A1-4B6F-827C-96D6E9D6B8C1}" destId="{A57207C0-2036-417B-817E-ACFC60D39AA1}" srcOrd="4" destOrd="0" parTransId="{6CF381F7-B9C5-4650-9B07-D20221CF1147}" sibTransId="{BCDB0B8A-3819-4540-8E01-2AF02573E808}"/>
    <dgm:cxn modelId="{3D6661F0-CF64-444B-B9C3-5383FE2681DF}" type="presParOf" srcId="{8C7F09AD-3765-463F-9051-415CDB8BCE10}" destId="{DC5F6F14-73AA-40C7-B074-EF15D039785E}" srcOrd="0" destOrd="0" presId="urn:microsoft.com/office/officeart/2005/8/layout/vList2"/>
    <dgm:cxn modelId="{9516D36C-FF4D-41F4-A1D4-EFB6934D7060}" type="presParOf" srcId="{8C7F09AD-3765-463F-9051-415CDB8BCE10}" destId="{6C2BED1F-8888-422D-B8EF-C4CF64BB53B2}" srcOrd="1" destOrd="0" presId="urn:microsoft.com/office/officeart/2005/8/layout/vList2"/>
    <dgm:cxn modelId="{661F3FF4-E650-44C8-8AE5-8F6FFF4D1E08}" type="presParOf" srcId="{8C7F09AD-3765-463F-9051-415CDB8BCE10}" destId="{586BCA90-3A27-4243-AE2F-6EE4DA2F49E7}" srcOrd="2" destOrd="0" presId="urn:microsoft.com/office/officeart/2005/8/layout/vList2"/>
    <dgm:cxn modelId="{7C776C00-61D6-49ED-8A5B-20FA8479B5B1}" type="presParOf" srcId="{8C7F09AD-3765-463F-9051-415CDB8BCE10}" destId="{F622F4C6-8D90-426B-AF45-AD68E5E7EAF3}" srcOrd="3" destOrd="0" presId="urn:microsoft.com/office/officeart/2005/8/layout/vList2"/>
    <dgm:cxn modelId="{26625ED5-0324-4FD8-ABF2-B1060365346B}" type="presParOf" srcId="{8C7F09AD-3765-463F-9051-415CDB8BCE10}" destId="{07C2C276-53AA-42AA-8726-F2BE7EA13FF8}" srcOrd="4" destOrd="0" presId="urn:microsoft.com/office/officeart/2005/8/layout/vList2"/>
    <dgm:cxn modelId="{50FE46B1-2642-4DE5-89CC-E16EF3816559}" type="presParOf" srcId="{8C7F09AD-3765-463F-9051-415CDB8BCE10}" destId="{7D4CEBAC-20DB-4010-A2B2-46C543BA1F20}" srcOrd="5" destOrd="0" presId="urn:microsoft.com/office/officeart/2005/8/layout/vList2"/>
    <dgm:cxn modelId="{2EA26EE3-8B64-4519-A13E-7BBEE80E4C55}" type="presParOf" srcId="{8C7F09AD-3765-463F-9051-415CDB8BCE10}" destId="{5A253EE0-4AF1-48EB-B437-92C8C72ABA7B}" srcOrd="6" destOrd="0" presId="urn:microsoft.com/office/officeart/2005/8/layout/vList2"/>
    <dgm:cxn modelId="{96B9B2F5-1C74-49D7-9C35-C1DC0DDF2A06}" type="presParOf" srcId="{8C7F09AD-3765-463F-9051-415CDB8BCE10}" destId="{E25E9749-9109-49A9-A1E7-4E2D0A469E27}" srcOrd="7" destOrd="0" presId="urn:microsoft.com/office/officeart/2005/8/layout/vList2"/>
    <dgm:cxn modelId="{AA97DDB2-BAC1-4057-BC7E-EE99B9242617}" type="presParOf" srcId="{8C7F09AD-3765-463F-9051-415CDB8BCE10}" destId="{7A287EEC-2CFE-4A46-9C44-F8B0FC85993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r>
            <a:rPr lang="ru-RU" sz="2800" b="1" dirty="0"/>
            <a:t>Законы федерального и международного уровней</a:t>
          </a:r>
          <a:endParaRPr lang="ru-RU" sz="2800" dirty="0"/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1" custLinFactNeighborY="983">
        <dgm:presLayoutVars>
          <dgm:chMax val="0"/>
          <dgm:bulletEnabled val="1"/>
        </dgm:presLayoutVars>
      </dgm:prSet>
      <dgm:spPr/>
    </dgm:pt>
  </dgm:ptLst>
  <dgm:cxnLst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3D6661F0-CF64-444B-B9C3-5383FE2681DF}" type="presParOf" srcId="{8C7F09AD-3765-463F-9051-415CDB8BCE10}" destId="{DC5F6F14-73AA-40C7-B074-EF15D03978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pPr>
            <a:buNone/>
          </a:pPr>
          <a:r>
            <a:rPr lang="ru-RU" sz="28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Подзаконные нормативные правовые акты федерального уровня</a:t>
          </a:r>
          <a:endParaRPr lang="ru-RU" sz="2800" dirty="0">
            <a:solidFill>
              <a:schemeClr val="bg1"/>
            </a:solidFill>
          </a:endParaRPr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1" custLinFactNeighborY="983">
        <dgm:presLayoutVars>
          <dgm:chMax val="0"/>
          <dgm:bulletEnabled val="1"/>
        </dgm:presLayoutVars>
      </dgm:prSet>
      <dgm:spPr/>
    </dgm:pt>
  </dgm:ptLst>
  <dgm:cxnLst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3D6661F0-CF64-444B-B9C3-5383FE2681DF}" type="presParOf" srcId="{8C7F09AD-3765-463F-9051-415CDB8BCE10}" destId="{DC5F6F14-73AA-40C7-B074-EF15D03978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pPr>
            <a:buNone/>
          </a:pPr>
          <a:r>
            <a:rPr lang="ru-RU" sz="28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Законы уровня субъектов РФ</a:t>
          </a:r>
          <a:endParaRPr lang="ru-RU" sz="2800" dirty="0">
            <a:solidFill>
              <a:schemeClr val="bg1"/>
            </a:solidFill>
          </a:endParaRPr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1" custLinFactNeighborY="983">
        <dgm:presLayoutVars>
          <dgm:chMax val="0"/>
          <dgm:bulletEnabled val="1"/>
        </dgm:presLayoutVars>
      </dgm:prSet>
      <dgm:spPr/>
    </dgm:pt>
  </dgm:ptLst>
  <dgm:cxnLst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3D6661F0-CF64-444B-B9C3-5383FE2681DF}" type="presParOf" srcId="{8C7F09AD-3765-463F-9051-415CDB8BCE10}" destId="{DC5F6F14-73AA-40C7-B074-EF15D03978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pPr>
            <a:buNone/>
          </a:pPr>
          <a:r>
            <a:rPr lang="ru-RU" sz="28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Подзаконные нормативные правовые акты уровня субъектов РФ</a:t>
          </a:r>
          <a:endParaRPr lang="ru-RU" sz="2800" dirty="0">
            <a:solidFill>
              <a:schemeClr val="bg1"/>
            </a:solidFill>
          </a:endParaRPr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1" custLinFactNeighborY="983">
        <dgm:presLayoutVars>
          <dgm:chMax val="0"/>
          <dgm:bulletEnabled val="1"/>
        </dgm:presLayoutVars>
      </dgm:prSet>
      <dgm:spPr/>
    </dgm:pt>
  </dgm:ptLst>
  <dgm:cxnLst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3D6661F0-CF64-444B-B9C3-5383FE2681DF}" type="presParOf" srcId="{8C7F09AD-3765-463F-9051-415CDB8BCE10}" destId="{DC5F6F14-73AA-40C7-B074-EF15D03978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341D728-62A1-4B6F-827C-96D6E9D6B8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7892A9-C5ED-4CDE-95D6-D14DA941DEDA}">
      <dgm:prSet custT="1"/>
      <dgm:spPr/>
      <dgm:t>
        <a:bodyPr/>
        <a:lstStyle/>
        <a:p>
          <a:pPr>
            <a:buNone/>
          </a:pPr>
          <a:r>
            <a:rPr lang="ru-RU" sz="28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Муниципальные нормативные правовые акты</a:t>
          </a:r>
          <a:endParaRPr lang="ru-RU" sz="2800" dirty="0">
            <a:solidFill>
              <a:schemeClr val="bg1"/>
            </a:solidFill>
          </a:endParaRPr>
        </a:p>
      </dgm:t>
    </dgm:pt>
    <dgm:pt modelId="{28402ED0-6E08-4950-92AA-BCBBC9622FA4}" type="parTrans" cxnId="{FE630B9B-B9E8-47F4-B7DE-CD2AD3366E3A}">
      <dgm:prSet/>
      <dgm:spPr/>
      <dgm:t>
        <a:bodyPr/>
        <a:lstStyle/>
        <a:p>
          <a:endParaRPr lang="ru-RU" sz="2800"/>
        </a:p>
      </dgm:t>
    </dgm:pt>
    <dgm:pt modelId="{B0DA20C1-C39E-425B-BB29-760B1028B0A2}" type="sibTrans" cxnId="{FE630B9B-B9E8-47F4-B7DE-CD2AD3366E3A}">
      <dgm:prSet/>
      <dgm:spPr/>
      <dgm:t>
        <a:bodyPr/>
        <a:lstStyle/>
        <a:p>
          <a:endParaRPr lang="ru-RU" sz="2800"/>
        </a:p>
      </dgm:t>
    </dgm:pt>
    <dgm:pt modelId="{8C7F09AD-3765-463F-9051-415CDB8BCE10}" type="pres">
      <dgm:prSet presAssocID="{4341D728-62A1-4B6F-827C-96D6E9D6B8C1}" presName="linear" presStyleCnt="0">
        <dgm:presLayoutVars>
          <dgm:animLvl val="lvl"/>
          <dgm:resizeHandles val="exact"/>
        </dgm:presLayoutVars>
      </dgm:prSet>
      <dgm:spPr/>
    </dgm:pt>
    <dgm:pt modelId="{DC5F6F14-73AA-40C7-B074-EF15D039785E}" type="pres">
      <dgm:prSet presAssocID="{147892A9-C5ED-4CDE-95D6-D14DA941DEDA}" presName="parentText" presStyleLbl="node1" presStyleIdx="0" presStyleCnt="1" custLinFactNeighborY="983">
        <dgm:presLayoutVars>
          <dgm:chMax val="0"/>
          <dgm:bulletEnabled val="1"/>
        </dgm:presLayoutVars>
      </dgm:prSet>
      <dgm:spPr/>
    </dgm:pt>
  </dgm:ptLst>
  <dgm:cxnLst>
    <dgm:cxn modelId="{6E272A2E-FBB6-4368-B283-D90288DE05A2}" type="presOf" srcId="{147892A9-C5ED-4CDE-95D6-D14DA941DEDA}" destId="{DC5F6F14-73AA-40C7-B074-EF15D039785E}" srcOrd="0" destOrd="0" presId="urn:microsoft.com/office/officeart/2005/8/layout/vList2"/>
    <dgm:cxn modelId="{A1CF1288-938F-4923-B0BB-E0F5953C78CE}" type="presOf" srcId="{4341D728-62A1-4B6F-827C-96D6E9D6B8C1}" destId="{8C7F09AD-3765-463F-9051-415CDB8BCE10}" srcOrd="0" destOrd="0" presId="urn:microsoft.com/office/officeart/2005/8/layout/vList2"/>
    <dgm:cxn modelId="{FE630B9B-B9E8-47F4-B7DE-CD2AD3366E3A}" srcId="{4341D728-62A1-4B6F-827C-96D6E9D6B8C1}" destId="{147892A9-C5ED-4CDE-95D6-D14DA941DEDA}" srcOrd="0" destOrd="0" parTransId="{28402ED0-6E08-4950-92AA-BCBBC9622FA4}" sibTransId="{B0DA20C1-C39E-425B-BB29-760B1028B0A2}"/>
    <dgm:cxn modelId="{3D6661F0-CF64-444B-B9C3-5383FE2681DF}" type="presParOf" srcId="{8C7F09AD-3765-463F-9051-415CDB8BCE10}" destId="{DC5F6F14-73AA-40C7-B074-EF15D03978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9415279-DF63-429E-B2CC-E657992405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86A679BF-AD18-4F8A-9F96-87DCB847D618}">
      <dgm:prSet/>
      <dgm:spPr/>
      <dgm:t>
        <a:bodyPr/>
        <a:lstStyle/>
        <a:p>
          <a:r>
            <a:rPr lang="ru-RU"/>
            <a:t>Основы конституционного строя</a:t>
          </a:r>
        </a:p>
      </dgm:t>
    </dgm:pt>
    <dgm:pt modelId="{D42F3031-1A4D-4009-9EF9-23F915293917}" type="parTrans" cxnId="{6347E274-3D28-4CD9-9322-AC77B9365B1C}">
      <dgm:prSet/>
      <dgm:spPr/>
      <dgm:t>
        <a:bodyPr/>
        <a:lstStyle/>
        <a:p>
          <a:endParaRPr lang="ru-RU"/>
        </a:p>
      </dgm:t>
    </dgm:pt>
    <dgm:pt modelId="{DF19F137-ED46-4901-99EA-C02F307C45FA}" type="sibTrans" cxnId="{6347E274-3D28-4CD9-9322-AC77B9365B1C}">
      <dgm:prSet/>
      <dgm:spPr/>
      <dgm:t>
        <a:bodyPr/>
        <a:lstStyle/>
        <a:p>
          <a:endParaRPr lang="ru-RU"/>
        </a:p>
      </dgm:t>
    </dgm:pt>
    <dgm:pt modelId="{67410406-117B-40C5-B419-D0B44AB354AD}">
      <dgm:prSet/>
      <dgm:spPr/>
      <dgm:t>
        <a:bodyPr/>
        <a:lstStyle/>
        <a:p>
          <a:r>
            <a:rPr lang="ru-RU"/>
            <a:t>Права и свободы человека и гражданина</a:t>
          </a:r>
        </a:p>
      </dgm:t>
    </dgm:pt>
    <dgm:pt modelId="{0C3F1747-80EC-4ADE-B7CA-2A6097C297D0}" type="parTrans" cxnId="{104B264D-37A9-4AB7-8204-D7369486C818}">
      <dgm:prSet/>
      <dgm:spPr/>
      <dgm:t>
        <a:bodyPr/>
        <a:lstStyle/>
        <a:p>
          <a:endParaRPr lang="ru-RU"/>
        </a:p>
      </dgm:t>
    </dgm:pt>
    <dgm:pt modelId="{BB92F55C-F5E3-4D81-BD18-201E60D22AE2}" type="sibTrans" cxnId="{104B264D-37A9-4AB7-8204-D7369486C818}">
      <dgm:prSet/>
      <dgm:spPr/>
      <dgm:t>
        <a:bodyPr/>
        <a:lstStyle/>
        <a:p>
          <a:endParaRPr lang="ru-RU"/>
        </a:p>
      </dgm:t>
    </dgm:pt>
    <dgm:pt modelId="{E3626315-CCAD-43D5-8AEA-C3ECCC0EEA71}">
      <dgm:prSet/>
      <dgm:spPr/>
      <dgm:t>
        <a:bodyPr/>
        <a:lstStyle/>
        <a:p>
          <a:r>
            <a:rPr lang="ru-RU"/>
            <a:t>Федеративное устройство Российской Федерации</a:t>
          </a:r>
        </a:p>
      </dgm:t>
    </dgm:pt>
    <dgm:pt modelId="{EE2694A7-FC84-483A-B367-809C257BC5E7}" type="parTrans" cxnId="{E64CFC89-ACC0-4F44-8C71-0CBE2C3A43F2}">
      <dgm:prSet/>
      <dgm:spPr/>
      <dgm:t>
        <a:bodyPr/>
        <a:lstStyle/>
        <a:p>
          <a:endParaRPr lang="ru-RU"/>
        </a:p>
      </dgm:t>
    </dgm:pt>
    <dgm:pt modelId="{99C798DC-1A42-4DE0-8936-934AF0451A53}" type="sibTrans" cxnId="{E64CFC89-ACC0-4F44-8C71-0CBE2C3A43F2}">
      <dgm:prSet/>
      <dgm:spPr/>
      <dgm:t>
        <a:bodyPr/>
        <a:lstStyle/>
        <a:p>
          <a:endParaRPr lang="ru-RU"/>
        </a:p>
      </dgm:t>
    </dgm:pt>
    <dgm:pt modelId="{EBB873EB-B067-47CE-8716-E140FF60CA07}">
      <dgm:prSet/>
      <dgm:spPr/>
      <dgm:t>
        <a:bodyPr/>
        <a:lstStyle/>
        <a:p>
          <a:r>
            <a:rPr lang="ru-RU"/>
            <a:t>Президент Российской Федерации</a:t>
          </a:r>
        </a:p>
      </dgm:t>
    </dgm:pt>
    <dgm:pt modelId="{9616DE9A-33E7-4B43-8D1D-E6EBF4660EB9}" type="parTrans" cxnId="{0AC7A058-C93B-44AC-88D2-45328D92DDFD}">
      <dgm:prSet/>
      <dgm:spPr/>
      <dgm:t>
        <a:bodyPr/>
        <a:lstStyle/>
        <a:p>
          <a:endParaRPr lang="ru-RU"/>
        </a:p>
      </dgm:t>
    </dgm:pt>
    <dgm:pt modelId="{386CB02A-09BB-4B58-AE0E-EFD86610F7A4}" type="sibTrans" cxnId="{0AC7A058-C93B-44AC-88D2-45328D92DDFD}">
      <dgm:prSet/>
      <dgm:spPr/>
      <dgm:t>
        <a:bodyPr/>
        <a:lstStyle/>
        <a:p>
          <a:endParaRPr lang="ru-RU"/>
        </a:p>
      </dgm:t>
    </dgm:pt>
    <dgm:pt modelId="{987B9C13-7606-4375-810C-723B5C07DEB1}">
      <dgm:prSet/>
      <dgm:spPr/>
      <dgm:t>
        <a:bodyPr/>
        <a:lstStyle/>
        <a:p>
          <a:r>
            <a:rPr lang="ru-RU"/>
            <a:t>Федеральное Собрание Российской Федерации</a:t>
          </a:r>
        </a:p>
      </dgm:t>
    </dgm:pt>
    <dgm:pt modelId="{1ACBDBCA-BFE1-49C8-BBFE-D247B2C449ED}" type="parTrans" cxnId="{E38FE792-288D-4473-A0A1-F5929D98B61C}">
      <dgm:prSet/>
      <dgm:spPr/>
      <dgm:t>
        <a:bodyPr/>
        <a:lstStyle/>
        <a:p>
          <a:endParaRPr lang="ru-RU"/>
        </a:p>
      </dgm:t>
    </dgm:pt>
    <dgm:pt modelId="{F9EAF991-E7F6-466E-8BD1-4F6C065076E9}" type="sibTrans" cxnId="{E38FE792-288D-4473-A0A1-F5929D98B61C}">
      <dgm:prSet/>
      <dgm:spPr/>
      <dgm:t>
        <a:bodyPr/>
        <a:lstStyle/>
        <a:p>
          <a:endParaRPr lang="ru-RU"/>
        </a:p>
      </dgm:t>
    </dgm:pt>
    <dgm:pt modelId="{CBD16118-0357-4FCD-BB69-E65425E1E3CF}">
      <dgm:prSet/>
      <dgm:spPr/>
      <dgm:t>
        <a:bodyPr/>
        <a:lstStyle/>
        <a:p>
          <a:r>
            <a:rPr lang="ru-RU"/>
            <a:t>Правительство Российской Федерации</a:t>
          </a:r>
        </a:p>
      </dgm:t>
    </dgm:pt>
    <dgm:pt modelId="{363E66C6-7734-4839-9394-4EB4494CF6C8}" type="parTrans" cxnId="{7C9EC2F4-5AF2-42A0-9D0F-F65F526A8E6B}">
      <dgm:prSet/>
      <dgm:spPr/>
      <dgm:t>
        <a:bodyPr/>
        <a:lstStyle/>
        <a:p>
          <a:endParaRPr lang="ru-RU"/>
        </a:p>
      </dgm:t>
    </dgm:pt>
    <dgm:pt modelId="{7261493D-7ECC-4E6A-83F5-E5B48F44AA84}" type="sibTrans" cxnId="{7C9EC2F4-5AF2-42A0-9D0F-F65F526A8E6B}">
      <dgm:prSet/>
      <dgm:spPr/>
      <dgm:t>
        <a:bodyPr/>
        <a:lstStyle/>
        <a:p>
          <a:endParaRPr lang="ru-RU"/>
        </a:p>
      </dgm:t>
    </dgm:pt>
    <dgm:pt modelId="{79691285-D5FF-4A19-9C3B-1C082FD62DF5}">
      <dgm:prSet/>
      <dgm:spPr/>
      <dgm:t>
        <a:bodyPr/>
        <a:lstStyle/>
        <a:p>
          <a:r>
            <a:rPr lang="ru-RU"/>
            <a:t>Суды и правосудие</a:t>
          </a:r>
        </a:p>
      </dgm:t>
    </dgm:pt>
    <dgm:pt modelId="{1570E659-80DE-4D47-A35B-DAB52DDE2149}" type="parTrans" cxnId="{B5D2A7B6-767F-4084-BCB9-4950FCC24FA3}">
      <dgm:prSet/>
      <dgm:spPr/>
      <dgm:t>
        <a:bodyPr/>
        <a:lstStyle/>
        <a:p>
          <a:endParaRPr lang="ru-RU"/>
        </a:p>
      </dgm:t>
    </dgm:pt>
    <dgm:pt modelId="{F9B7997C-0049-468C-BE02-7B93520F90D6}" type="sibTrans" cxnId="{B5D2A7B6-767F-4084-BCB9-4950FCC24FA3}">
      <dgm:prSet/>
      <dgm:spPr/>
      <dgm:t>
        <a:bodyPr/>
        <a:lstStyle/>
        <a:p>
          <a:endParaRPr lang="ru-RU"/>
        </a:p>
      </dgm:t>
    </dgm:pt>
    <dgm:pt modelId="{50BC4FBD-41C0-46AA-BF0A-77FEDACF0955}">
      <dgm:prSet/>
      <dgm:spPr/>
      <dgm:t>
        <a:bodyPr/>
        <a:lstStyle/>
        <a:p>
          <a:r>
            <a:rPr lang="ru-RU"/>
            <a:t>Прокуратура Российской Федерации</a:t>
          </a:r>
        </a:p>
      </dgm:t>
    </dgm:pt>
    <dgm:pt modelId="{4978BA1A-840B-4CE8-9F80-0F38B707016E}" type="parTrans" cxnId="{DCBD7A1D-A746-4703-98FC-B76DD6DE597B}">
      <dgm:prSet/>
      <dgm:spPr/>
      <dgm:t>
        <a:bodyPr/>
        <a:lstStyle/>
        <a:p>
          <a:endParaRPr lang="ru-RU"/>
        </a:p>
      </dgm:t>
    </dgm:pt>
    <dgm:pt modelId="{87A1B28B-4E11-40A5-972F-6E348FBD7A25}" type="sibTrans" cxnId="{DCBD7A1D-A746-4703-98FC-B76DD6DE597B}">
      <dgm:prSet/>
      <dgm:spPr/>
      <dgm:t>
        <a:bodyPr/>
        <a:lstStyle/>
        <a:p>
          <a:endParaRPr lang="ru-RU"/>
        </a:p>
      </dgm:t>
    </dgm:pt>
    <dgm:pt modelId="{1185BE44-9E6F-4139-8058-5C3696822DEE}">
      <dgm:prSet/>
      <dgm:spPr/>
      <dgm:t>
        <a:bodyPr/>
        <a:lstStyle/>
        <a:p>
          <a:r>
            <a:rPr lang="ru-RU"/>
            <a:t>Местное самоуправление</a:t>
          </a:r>
        </a:p>
      </dgm:t>
    </dgm:pt>
    <dgm:pt modelId="{DF476E41-9231-486D-B79A-534EA0002622}" type="parTrans" cxnId="{CFE3929B-3B69-4C61-98F9-8CDB6FD67231}">
      <dgm:prSet/>
      <dgm:spPr/>
      <dgm:t>
        <a:bodyPr/>
        <a:lstStyle/>
        <a:p>
          <a:endParaRPr lang="ru-RU"/>
        </a:p>
      </dgm:t>
    </dgm:pt>
    <dgm:pt modelId="{F2496E10-52B9-48D5-9C1F-2E603C876DA8}" type="sibTrans" cxnId="{CFE3929B-3B69-4C61-98F9-8CDB6FD67231}">
      <dgm:prSet/>
      <dgm:spPr/>
      <dgm:t>
        <a:bodyPr/>
        <a:lstStyle/>
        <a:p>
          <a:endParaRPr lang="ru-RU"/>
        </a:p>
      </dgm:t>
    </dgm:pt>
    <dgm:pt modelId="{E530990F-E47C-4913-8968-2FC0F0800277}">
      <dgm:prSet/>
      <dgm:spPr/>
      <dgm:t>
        <a:bodyPr/>
        <a:lstStyle/>
        <a:p>
          <a:r>
            <a:rPr lang="ru-RU"/>
            <a:t>Изменение Конституции Российской Федерации</a:t>
          </a:r>
        </a:p>
      </dgm:t>
    </dgm:pt>
    <dgm:pt modelId="{6642F0FB-4DC4-4D38-BF35-AAB683F9258C}" type="parTrans" cxnId="{4F612C42-1A27-415D-8CA8-97D18DA45D27}">
      <dgm:prSet/>
      <dgm:spPr/>
      <dgm:t>
        <a:bodyPr/>
        <a:lstStyle/>
        <a:p>
          <a:endParaRPr lang="ru-RU"/>
        </a:p>
      </dgm:t>
    </dgm:pt>
    <dgm:pt modelId="{283E14C7-5815-4B74-AD62-EFBAAE077900}" type="sibTrans" cxnId="{4F612C42-1A27-415D-8CA8-97D18DA45D27}">
      <dgm:prSet/>
      <dgm:spPr/>
      <dgm:t>
        <a:bodyPr/>
        <a:lstStyle/>
        <a:p>
          <a:endParaRPr lang="ru-RU"/>
        </a:p>
      </dgm:t>
    </dgm:pt>
    <dgm:pt modelId="{CE70B371-CED8-494C-B216-87B7AEFA28A8}" type="pres">
      <dgm:prSet presAssocID="{09415279-DF63-429E-B2CC-E657992405E9}" presName="linear" presStyleCnt="0">
        <dgm:presLayoutVars>
          <dgm:animLvl val="lvl"/>
          <dgm:resizeHandles val="exact"/>
        </dgm:presLayoutVars>
      </dgm:prSet>
      <dgm:spPr/>
    </dgm:pt>
    <dgm:pt modelId="{B7F15A7E-AC73-408E-B6F5-BE63581085BD}" type="pres">
      <dgm:prSet presAssocID="{86A679BF-AD18-4F8A-9F96-87DCB847D618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E17C219-61F3-4180-8365-C3AEAD6169EC}" type="pres">
      <dgm:prSet presAssocID="{DF19F137-ED46-4901-99EA-C02F307C45FA}" presName="spacer" presStyleCnt="0"/>
      <dgm:spPr/>
    </dgm:pt>
    <dgm:pt modelId="{D712BF2A-A91E-4982-A58F-CF558441F8B9}" type="pres">
      <dgm:prSet presAssocID="{67410406-117B-40C5-B419-D0B44AB354AD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5D0271A5-2422-44CF-B910-FB0EFDA6D34F}" type="pres">
      <dgm:prSet presAssocID="{BB92F55C-F5E3-4D81-BD18-201E60D22AE2}" presName="spacer" presStyleCnt="0"/>
      <dgm:spPr/>
    </dgm:pt>
    <dgm:pt modelId="{DD68880E-4A46-4A8E-9913-0D4DB39AE1D1}" type="pres">
      <dgm:prSet presAssocID="{E3626315-CCAD-43D5-8AEA-C3ECCC0EEA71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0B406130-8894-4B63-97BD-0C21D0444C8D}" type="pres">
      <dgm:prSet presAssocID="{99C798DC-1A42-4DE0-8936-934AF0451A53}" presName="spacer" presStyleCnt="0"/>
      <dgm:spPr/>
    </dgm:pt>
    <dgm:pt modelId="{A3979629-40B0-4CA9-BF91-3AC4D88E3D08}" type="pres">
      <dgm:prSet presAssocID="{EBB873EB-B067-47CE-8716-E140FF60CA07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C9588CB-AB89-4880-A877-4E8165D1F5B6}" type="pres">
      <dgm:prSet presAssocID="{386CB02A-09BB-4B58-AE0E-EFD86610F7A4}" presName="spacer" presStyleCnt="0"/>
      <dgm:spPr/>
    </dgm:pt>
    <dgm:pt modelId="{15A01BEB-DDB5-4A7E-BA58-94B1F85F1BE1}" type="pres">
      <dgm:prSet presAssocID="{987B9C13-7606-4375-810C-723B5C07DEB1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CD5883DC-FDD0-44DF-8248-D60523979D1C}" type="pres">
      <dgm:prSet presAssocID="{F9EAF991-E7F6-466E-8BD1-4F6C065076E9}" presName="spacer" presStyleCnt="0"/>
      <dgm:spPr/>
    </dgm:pt>
    <dgm:pt modelId="{D6A977A8-5049-4A16-BD64-51CE16C55E97}" type="pres">
      <dgm:prSet presAssocID="{CBD16118-0357-4FCD-BB69-E65425E1E3CF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1B98E7B1-E0AD-419E-9FF6-A752608137F9}" type="pres">
      <dgm:prSet presAssocID="{7261493D-7ECC-4E6A-83F5-E5B48F44AA84}" presName="spacer" presStyleCnt="0"/>
      <dgm:spPr/>
    </dgm:pt>
    <dgm:pt modelId="{9F2D1642-0802-4EAF-8D60-94FE4A27790A}" type="pres">
      <dgm:prSet presAssocID="{79691285-D5FF-4A19-9C3B-1C082FD62DF5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2B936B63-B11E-4720-9B73-731D4081CECC}" type="pres">
      <dgm:prSet presAssocID="{F9B7997C-0049-468C-BE02-7B93520F90D6}" presName="spacer" presStyleCnt="0"/>
      <dgm:spPr/>
    </dgm:pt>
    <dgm:pt modelId="{B517A23E-90F3-4F00-BAF4-57978ED2B524}" type="pres">
      <dgm:prSet presAssocID="{50BC4FBD-41C0-46AA-BF0A-77FEDACF095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E378262B-4DD4-426E-B313-5DA79E96DB44}" type="pres">
      <dgm:prSet presAssocID="{87A1B28B-4E11-40A5-972F-6E348FBD7A25}" presName="spacer" presStyleCnt="0"/>
      <dgm:spPr/>
    </dgm:pt>
    <dgm:pt modelId="{16DEC180-8088-48BB-B22D-BA262D694879}" type="pres">
      <dgm:prSet presAssocID="{1185BE44-9E6F-4139-8058-5C3696822DEE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D0A53EC3-2775-4E5D-978F-91A6917A92E5}" type="pres">
      <dgm:prSet presAssocID="{F2496E10-52B9-48D5-9C1F-2E603C876DA8}" presName="spacer" presStyleCnt="0"/>
      <dgm:spPr/>
    </dgm:pt>
    <dgm:pt modelId="{C0B6639F-A861-4A84-A3C9-F994B8655FD3}" type="pres">
      <dgm:prSet presAssocID="{E530990F-E47C-4913-8968-2FC0F080027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887AF90A-FBAB-4E8B-AE7D-B50C592E235F}" type="presOf" srcId="{EBB873EB-B067-47CE-8716-E140FF60CA07}" destId="{A3979629-40B0-4CA9-BF91-3AC4D88E3D08}" srcOrd="0" destOrd="0" presId="urn:microsoft.com/office/officeart/2005/8/layout/vList2"/>
    <dgm:cxn modelId="{28E75A11-24AC-488B-B14D-7B869D10ADC8}" type="presOf" srcId="{E3626315-CCAD-43D5-8AEA-C3ECCC0EEA71}" destId="{DD68880E-4A46-4A8E-9913-0D4DB39AE1D1}" srcOrd="0" destOrd="0" presId="urn:microsoft.com/office/officeart/2005/8/layout/vList2"/>
    <dgm:cxn modelId="{DCBD7A1D-A746-4703-98FC-B76DD6DE597B}" srcId="{09415279-DF63-429E-B2CC-E657992405E9}" destId="{50BC4FBD-41C0-46AA-BF0A-77FEDACF0955}" srcOrd="7" destOrd="0" parTransId="{4978BA1A-840B-4CE8-9F80-0F38B707016E}" sibTransId="{87A1B28B-4E11-40A5-972F-6E348FBD7A25}"/>
    <dgm:cxn modelId="{6BF5C15D-474F-4F6A-B5DD-1168083246F7}" type="presOf" srcId="{09415279-DF63-429E-B2CC-E657992405E9}" destId="{CE70B371-CED8-494C-B216-87B7AEFA28A8}" srcOrd="0" destOrd="0" presId="urn:microsoft.com/office/officeart/2005/8/layout/vList2"/>
    <dgm:cxn modelId="{4F612C42-1A27-415D-8CA8-97D18DA45D27}" srcId="{09415279-DF63-429E-B2CC-E657992405E9}" destId="{E530990F-E47C-4913-8968-2FC0F0800277}" srcOrd="9" destOrd="0" parTransId="{6642F0FB-4DC4-4D38-BF35-AAB683F9258C}" sibTransId="{283E14C7-5815-4B74-AD62-EFBAAE077900}"/>
    <dgm:cxn modelId="{FA429267-D09B-4516-858A-D28C0B78226A}" type="presOf" srcId="{50BC4FBD-41C0-46AA-BF0A-77FEDACF0955}" destId="{B517A23E-90F3-4F00-BAF4-57978ED2B524}" srcOrd="0" destOrd="0" presId="urn:microsoft.com/office/officeart/2005/8/layout/vList2"/>
    <dgm:cxn modelId="{104B264D-37A9-4AB7-8204-D7369486C818}" srcId="{09415279-DF63-429E-B2CC-E657992405E9}" destId="{67410406-117B-40C5-B419-D0B44AB354AD}" srcOrd="1" destOrd="0" parTransId="{0C3F1747-80EC-4ADE-B7CA-2A6097C297D0}" sibTransId="{BB92F55C-F5E3-4D81-BD18-201E60D22AE2}"/>
    <dgm:cxn modelId="{6347E274-3D28-4CD9-9322-AC77B9365B1C}" srcId="{09415279-DF63-429E-B2CC-E657992405E9}" destId="{86A679BF-AD18-4F8A-9F96-87DCB847D618}" srcOrd="0" destOrd="0" parTransId="{D42F3031-1A4D-4009-9EF9-23F915293917}" sibTransId="{DF19F137-ED46-4901-99EA-C02F307C45FA}"/>
    <dgm:cxn modelId="{EA911956-86A8-405F-A85B-6F94D994B318}" type="presOf" srcId="{67410406-117B-40C5-B419-D0B44AB354AD}" destId="{D712BF2A-A91E-4982-A58F-CF558441F8B9}" srcOrd="0" destOrd="0" presId="urn:microsoft.com/office/officeart/2005/8/layout/vList2"/>
    <dgm:cxn modelId="{0AC7A058-C93B-44AC-88D2-45328D92DDFD}" srcId="{09415279-DF63-429E-B2CC-E657992405E9}" destId="{EBB873EB-B067-47CE-8716-E140FF60CA07}" srcOrd="3" destOrd="0" parTransId="{9616DE9A-33E7-4B43-8D1D-E6EBF4660EB9}" sibTransId="{386CB02A-09BB-4B58-AE0E-EFD86610F7A4}"/>
    <dgm:cxn modelId="{E64CFC89-ACC0-4F44-8C71-0CBE2C3A43F2}" srcId="{09415279-DF63-429E-B2CC-E657992405E9}" destId="{E3626315-CCAD-43D5-8AEA-C3ECCC0EEA71}" srcOrd="2" destOrd="0" parTransId="{EE2694A7-FC84-483A-B367-809C257BC5E7}" sibTransId="{99C798DC-1A42-4DE0-8936-934AF0451A53}"/>
    <dgm:cxn modelId="{E38FE792-288D-4473-A0A1-F5929D98B61C}" srcId="{09415279-DF63-429E-B2CC-E657992405E9}" destId="{987B9C13-7606-4375-810C-723B5C07DEB1}" srcOrd="4" destOrd="0" parTransId="{1ACBDBCA-BFE1-49C8-BBFE-D247B2C449ED}" sibTransId="{F9EAF991-E7F6-466E-8BD1-4F6C065076E9}"/>
    <dgm:cxn modelId="{CFE3929B-3B69-4C61-98F9-8CDB6FD67231}" srcId="{09415279-DF63-429E-B2CC-E657992405E9}" destId="{1185BE44-9E6F-4139-8058-5C3696822DEE}" srcOrd="8" destOrd="0" parTransId="{DF476E41-9231-486D-B79A-534EA0002622}" sibTransId="{F2496E10-52B9-48D5-9C1F-2E603C876DA8}"/>
    <dgm:cxn modelId="{74AAC0A4-F4DD-4EFB-8B45-3BB69B1B85D1}" type="presOf" srcId="{1185BE44-9E6F-4139-8058-5C3696822DEE}" destId="{16DEC180-8088-48BB-B22D-BA262D694879}" srcOrd="0" destOrd="0" presId="urn:microsoft.com/office/officeart/2005/8/layout/vList2"/>
    <dgm:cxn modelId="{B5D2A7B6-767F-4084-BCB9-4950FCC24FA3}" srcId="{09415279-DF63-429E-B2CC-E657992405E9}" destId="{79691285-D5FF-4A19-9C3B-1C082FD62DF5}" srcOrd="6" destOrd="0" parTransId="{1570E659-80DE-4D47-A35B-DAB52DDE2149}" sibTransId="{F9B7997C-0049-468C-BE02-7B93520F90D6}"/>
    <dgm:cxn modelId="{516A5FB8-0E07-4EA1-98C7-D3B6430C1DD6}" type="presOf" srcId="{CBD16118-0357-4FCD-BB69-E65425E1E3CF}" destId="{D6A977A8-5049-4A16-BD64-51CE16C55E97}" srcOrd="0" destOrd="0" presId="urn:microsoft.com/office/officeart/2005/8/layout/vList2"/>
    <dgm:cxn modelId="{E9B077C7-9C70-49C3-85F8-073D635BB81A}" type="presOf" srcId="{79691285-D5FF-4A19-9C3B-1C082FD62DF5}" destId="{9F2D1642-0802-4EAF-8D60-94FE4A27790A}" srcOrd="0" destOrd="0" presId="urn:microsoft.com/office/officeart/2005/8/layout/vList2"/>
    <dgm:cxn modelId="{F2A5BED0-49CF-4A47-BF03-479FB3DAE9A0}" type="presOf" srcId="{86A679BF-AD18-4F8A-9F96-87DCB847D618}" destId="{B7F15A7E-AC73-408E-B6F5-BE63581085BD}" srcOrd="0" destOrd="0" presId="urn:microsoft.com/office/officeart/2005/8/layout/vList2"/>
    <dgm:cxn modelId="{E3B6AAD1-F09A-4D9A-A78F-F5CAAD0570DA}" type="presOf" srcId="{E530990F-E47C-4913-8968-2FC0F0800277}" destId="{C0B6639F-A861-4A84-A3C9-F994B8655FD3}" srcOrd="0" destOrd="0" presId="urn:microsoft.com/office/officeart/2005/8/layout/vList2"/>
    <dgm:cxn modelId="{CEB00AD3-99F1-40E0-A0C5-C64B08EF3385}" type="presOf" srcId="{987B9C13-7606-4375-810C-723B5C07DEB1}" destId="{15A01BEB-DDB5-4A7E-BA58-94B1F85F1BE1}" srcOrd="0" destOrd="0" presId="urn:microsoft.com/office/officeart/2005/8/layout/vList2"/>
    <dgm:cxn modelId="{7C9EC2F4-5AF2-42A0-9D0F-F65F526A8E6B}" srcId="{09415279-DF63-429E-B2CC-E657992405E9}" destId="{CBD16118-0357-4FCD-BB69-E65425E1E3CF}" srcOrd="5" destOrd="0" parTransId="{363E66C6-7734-4839-9394-4EB4494CF6C8}" sibTransId="{7261493D-7ECC-4E6A-83F5-E5B48F44AA84}"/>
    <dgm:cxn modelId="{8864572D-7D95-4338-AC97-0BA848D56FD7}" type="presParOf" srcId="{CE70B371-CED8-494C-B216-87B7AEFA28A8}" destId="{B7F15A7E-AC73-408E-B6F5-BE63581085BD}" srcOrd="0" destOrd="0" presId="urn:microsoft.com/office/officeart/2005/8/layout/vList2"/>
    <dgm:cxn modelId="{B64C96CE-DE2A-42B0-BA38-E325D4994DC1}" type="presParOf" srcId="{CE70B371-CED8-494C-B216-87B7AEFA28A8}" destId="{9E17C219-61F3-4180-8365-C3AEAD6169EC}" srcOrd="1" destOrd="0" presId="urn:microsoft.com/office/officeart/2005/8/layout/vList2"/>
    <dgm:cxn modelId="{F74FEDF2-DBD1-4136-BBCC-7D3BA8AD6418}" type="presParOf" srcId="{CE70B371-CED8-494C-B216-87B7AEFA28A8}" destId="{D712BF2A-A91E-4982-A58F-CF558441F8B9}" srcOrd="2" destOrd="0" presId="urn:microsoft.com/office/officeart/2005/8/layout/vList2"/>
    <dgm:cxn modelId="{BD878163-E12D-413A-AC5B-A177D1706EB1}" type="presParOf" srcId="{CE70B371-CED8-494C-B216-87B7AEFA28A8}" destId="{5D0271A5-2422-44CF-B910-FB0EFDA6D34F}" srcOrd="3" destOrd="0" presId="urn:microsoft.com/office/officeart/2005/8/layout/vList2"/>
    <dgm:cxn modelId="{B2E79BD5-3DE5-40FB-AF2C-0940BD397F05}" type="presParOf" srcId="{CE70B371-CED8-494C-B216-87B7AEFA28A8}" destId="{DD68880E-4A46-4A8E-9913-0D4DB39AE1D1}" srcOrd="4" destOrd="0" presId="urn:microsoft.com/office/officeart/2005/8/layout/vList2"/>
    <dgm:cxn modelId="{A263C4E3-E5D3-4431-876C-27AB42B5C081}" type="presParOf" srcId="{CE70B371-CED8-494C-B216-87B7AEFA28A8}" destId="{0B406130-8894-4B63-97BD-0C21D0444C8D}" srcOrd="5" destOrd="0" presId="urn:microsoft.com/office/officeart/2005/8/layout/vList2"/>
    <dgm:cxn modelId="{04BB298A-DA5B-4ADE-A054-3CAD0F5A60FA}" type="presParOf" srcId="{CE70B371-CED8-494C-B216-87B7AEFA28A8}" destId="{A3979629-40B0-4CA9-BF91-3AC4D88E3D08}" srcOrd="6" destOrd="0" presId="urn:microsoft.com/office/officeart/2005/8/layout/vList2"/>
    <dgm:cxn modelId="{B52436FB-ABCF-49B4-BF6A-C3B9A3BBA4E2}" type="presParOf" srcId="{CE70B371-CED8-494C-B216-87B7AEFA28A8}" destId="{9C9588CB-AB89-4880-A877-4E8165D1F5B6}" srcOrd="7" destOrd="0" presId="urn:microsoft.com/office/officeart/2005/8/layout/vList2"/>
    <dgm:cxn modelId="{AAF2930D-12C4-4F9F-A742-81EC6F8E0FC0}" type="presParOf" srcId="{CE70B371-CED8-494C-B216-87B7AEFA28A8}" destId="{15A01BEB-DDB5-4A7E-BA58-94B1F85F1BE1}" srcOrd="8" destOrd="0" presId="urn:microsoft.com/office/officeart/2005/8/layout/vList2"/>
    <dgm:cxn modelId="{CB021026-C0BB-418D-989D-C8C316C0EFEC}" type="presParOf" srcId="{CE70B371-CED8-494C-B216-87B7AEFA28A8}" destId="{CD5883DC-FDD0-44DF-8248-D60523979D1C}" srcOrd="9" destOrd="0" presId="urn:microsoft.com/office/officeart/2005/8/layout/vList2"/>
    <dgm:cxn modelId="{B2E5E045-3A31-4E89-AE65-B3E419B60078}" type="presParOf" srcId="{CE70B371-CED8-494C-B216-87B7AEFA28A8}" destId="{D6A977A8-5049-4A16-BD64-51CE16C55E97}" srcOrd="10" destOrd="0" presId="urn:microsoft.com/office/officeart/2005/8/layout/vList2"/>
    <dgm:cxn modelId="{158E1E2A-BDF8-4C3B-8A80-A3B9C887B585}" type="presParOf" srcId="{CE70B371-CED8-494C-B216-87B7AEFA28A8}" destId="{1B98E7B1-E0AD-419E-9FF6-A752608137F9}" srcOrd="11" destOrd="0" presId="urn:microsoft.com/office/officeart/2005/8/layout/vList2"/>
    <dgm:cxn modelId="{9AB356C4-69A7-4351-9BCB-62855F0789F2}" type="presParOf" srcId="{CE70B371-CED8-494C-B216-87B7AEFA28A8}" destId="{9F2D1642-0802-4EAF-8D60-94FE4A27790A}" srcOrd="12" destOrd="0" presId="urn:microsoft.com/office/officeart/2005/8/layout/vList2"/>
    <dgm:cxn modelId="{3D925652-6494-4527-8F35-05A332E3132A}" type="presParOf" srcId="{CE70B371-CED8-494C-B216-87B7AEFA28A8}" destId="{2B936B63-B11E-4720-9B73-731D4081CECC}" srcOrd="13" destOrd="0" presId="urn:microsoft.com/office/officeart/2005/8/layout/vList2"/>
    <dgm:cxn modelId="{BCFA5B86-96EE-4DBF-A3BE-BD6DF5C7B2FC}" type="presParOf" srcId="{CE70B371-CED8-494C-B216-87B7AEFA28A8}" destId="{B517A23E-90F3-4F00-BAF4-57978ED2B524}" srcOrd="14" destOrd="0" presId="urn:microsoft.com/office/officeart/2005/8/layout/vList2"/>
    <dgm:cxn modelId="{DCD9D497-AC83-4970-9403-45144C771C2D}" type="presParOf" srcId="{CE70B371-CED8-494C-B216-87B7AEFA28A8}" destId="{E378262B-4DD4-426E-B313-5DA79E96DB44}" srcOrd="15" destOrd="0" presId="urn:microsoft.com/office/officeart/2005/8/layout/vList2"/>
    <dgm:cxn modelId="{B76982F3-45F2-4AC0-909A-B34FBE0193CE}" type="presParOf" srcId="{CE70B371-CED8-494C-B216-87B7AEFA28A8}" destId="{16DEC180-8088-48BB-B22D-BA262D694879}" srcOrd="16" destOrd="0" presId="urn:microsoft.com/office/officeart/2005/8/layout/vList2"/>
    <dgm:cxn modelId="{67A1172A-AC27-472B-850B-9D7ABB10597C}" type="presParOf" srcId="{CE70B371-CED8-494C-B216-87B7AEFA28A8}" destId="{D0A53EC3-2775-4E5D-978F-91A6917A92E5}" srcOrd="17" destOrd="0" presId="urn:microsoft.com/office/officeart/2005/8/layout/vList2"/>
    <dgm:cxn modelId="{062350FF-8F85-40AA-9DC8-F9B332F1D8C7}" type="presParOf" srcId="{CE70B371-CED8-494C-B216-87B7AEFA28A8}" destId="{C0B6639F-A861-4A84-A3C9-F994B8655FD3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1C8D9A4-7570-479E-8FD4-D59C8821494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59416C-CC68-4740-B9F4-A470FA12955B}">
      <dgm:prSet/>
      <dgm:spPr/>
      <dgm:t>
        <a:bodyPr/>
        <a:lstStyle/>
        <a:p>
          <a:r>
            <a:rPr lang="ru-RU" dirty="0"/>
            <a:t>Федеральный закон от 27 июля 2004 г. № 79-ФЗ «</a:t>
          </a:r>
          <a:r>
            <a:rPr lang="ru-RU" b="1" dirty="0"/>
            <a:t>О государственной гражданской службе Российской Федерации</a:t>
          </a:r>
          <a:r>
            <a:rPr lang="ru-RU" dirty="0"/>
            <a:t>»</a:t>
          </a:r>
        </a:p>
      </dgm:t>
    </dgm:pt>
    <dgm:pt modelId="{53B0D259-26CA-4030-9E87-E4C3CCFE7549}" type="parTrans" cxnId="{E8D5F472-C159-4B91-A1A0-95104951569C}">
      <dgm:prSet/>
      <dgm:spPr/>
      <dgm:t>
        <a:bodyPr/>
        <a:lstStyle/>
        <a:p>
          <a:endParaRPr lang="ru-RU"/>
        </a:p>
      </dgm:t>
    </dgm:pt>
    <dgm:pt modelId="{D090F51A-FB92-4200-B06C-80C6D36A34FD}" type="sibTrans" cxnId="{E8D5F472-C159-4B91-A1A0-95104951569C}">
      <dgm:prSet/>
      <dgm:spPr/>
      <dgm:t>
        <a:bodyPr/>
        <a:lstStyle/>
        <a:p>
          <a:endParaRPr lang="ru-RU"/>
        </a:p>
      </dgm:t>
    </dgm:pt>
    <dgm:pt modelId="{79BF9C05-8FCC-405A-BCAD-FC67C9DB81E5}">
      <dgm:prSet/>
      <dgm:spPr/>
      <dgm:t>
        <a:bodyPr/>
        <a:lstStyle/>
        <a:p>
          <a:r>
            <a:rPr lang="ru-RU" dirty="0"/>
            <a:t>Федеральный закон от 27 мая 2003 г. № 58-ФЗ «</a:t>
          </a:r>
          <a:r>
            <a:rPr lang="ru-RU" b="1" dirty="0"/>
            <a:t>О системе государственной службы Российской Федерации</a:t>
          </a:r>
          <a:r>
            <a:rPr lang="ru-RU" dirty="0"/>
            <a:t>»</a:t>
          </a:r>
        </a:p>
      </dgm:t>
    </dgm:pt>
    <dgm:pt modelId="{2C4A9B10-8C12-42C8-9D1D-321C7BFE59AD}" type="parTrans" cxnId="{C90EC941-8874-4143-8269-370E7CC93C62}">
      <dgm:prSet/>
      <dgm:spPr/>
      <dgm:t>
        <a:bodyPr/>
        <a:lstStyle/>
        <a:p>
          <a:endParaRPr lang="ru-RU"/>
        </a:p>
      </dgm:t>
    </dgm:pt>
    <dgm:pt modelId="{C9BA729E-6366-465D-8308-B010FF50BAEE}" type="sibTrans" cxnId="{C90EC941-8874-4143-8269-370E7CC93C62}">
      <dgm:prSet/>
      <dgm:spPr/>
      <dgm:t>
        <a:bodyPr/>
        <a:lstStyle/>
        <a:p>
          <a:endParaRPr lang="ru-RU"/>
        </a:p>
      </dgm:t>
    </dgm:pt>
    <dgm:pt modelId="{BA205A51-1382-4F13-9D16-404ED978EF20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02.03.2007 № 25-ФЗ «</a:t>
          </a:r>
          <a:r>
            <a:rPr lang="ru-RU" b="1" dirty="0"/>
            <a:t>О муниципальной службе в Российской Федерации</a:t>
          </a:r>
          <a:r>
            <a:rPr lang="ru-RU" dirty="0"/>
            <a:t>» </a:t>
          </a:r>
        </a:p>
      </dgm:t>
    </dgm:pt>
    <dgm:pt modelId="{5EAADD4B-6734-402D-95D3-534336714775}" type="parTrans" cxnId="{12193E0E-0C76-4137-9FB2-9B054C81F019}">
      <dgm:prSet/>
      <dgm:spPr/>
      <dgm:t>
        <a:bodyPr/>
        <a:lstStyle/>
        <a:p>
          <a:endParaRPr lang="ru-RU"/>
        </a:p>
      </dgm:t>
    </dgm:pt>
    <dgm:pt modelId="{8DF95520-0593-4F5A-BDFB-41B2979ECAAA}" type="sibTrans" cxnId="{12193E0E-0C76-4137-9FB2-9B054C81F019}">
      <dgm:prSet/>
      <dgm:spPr/>
      <dgm:t>
        <a:bodyPr/>
        <a:lstStyle/>
        <a:p>
          <a:endParaRPr lang="ru-RU"/>
        </a:p>
      </dgm:t>
    </dgm:pt>
    <dgm:pt modelId="{747B08A9-E141-4A79-B774-3D9941CE7AF9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06.10.2003 № 131-ФЗ «</a:t>
          </a:r>
          <a:r>
            <a:rPr lang="ru-RU" b="1" dirty="0"/>
            <a:t>Об общих принципах организации местного самоуправления в Российской Федерации</a:t>
          </a:r>
          <a:r>
            <a:rPr lang="ru-RU" dirty="0"/>
            <a:t>»</a:t>
          </a:r>
        </a:p>
      </dgm:t>
    </dgm:pt>
    <dgm:pt modelId="{4135C479-B9F5-431E-918B-53AD54F2CB22}" type="parTrans" cxnId="{613D2C5D-ECC6-4CA1-92DC-15F965C761D7}">
      <dgm:prSet/>
      <dgm:spPr/>
      <dgm:t>
        <a:bodyPr/>
        <a:lstStyle/>
        <a:p>
          <a:endParaRPr lang="ru-RU"/>
        </a:p>
      </dgm:t>
    </dgm:pt>
    <dgm:pt modelId="{68ACC0A0-D0C2-4FC6-91AC-72434AA11398}" type="sibTrans" cxnId="{613D2C5D-ECC6-4CA1-92DC-15F965C761D7}">
      <dgm:prSet/>
      <dgm:spPr/>
      <dgm:t>
        <a:bodyPr/>
        <a:lstStyle/>
        <a:p>
          <a:endParaRPr lang="ru-RU"/>
        </a:p>
      </dgm:t>
    </dgm:pt>
    <dgm:pt modelId="{1CD437B7-4B56-4960-9924-5426FCBFB844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05.04.2013 № 44-ФЗ  «</a:t>
          </a:r>
          <a:r>
            <a:rPr lang="ru-RU" b="1" dirty="0"/>
            <a:t>О контрактной системе в сфере закупок товаров, работ, услуг для обеспечения государственных и муниципальных нужд</a:t>
          </a:r>
          <a:r>
            <a:rPr lang="ru-RU" dirty="0"/>
            <a:t>» </a:t>
          </a:r>
        </a:p>
      </dgm:t>
    </dgm:pt>
    <dgm:pt modelId="{7D69476A-1853-4CCE-A5C2-5A0FB9258C30}" type="parTrans" cxnId="{62F57FC7-510D-4B56-B155-FF5283DC5EFC}">
      <dgm:prSet/>
      <dgm:spPr/>
      <dgm:t>
        <a:bodyPr/>
        <a:lstStyle/>
        <a:p>
          <a:endParaRPr lang="ru-RU"/>
        </a:p>
      </dgm:t>
    </dgm:pt>
    <dgm:pt modelId="{8BE82514-6281-47E2-8A50-AC0FDEFFDE7F}" type="sibTrans" cxnId="{62F57FC7-510D-4B56-B155-FF5283DC5EFC}">
      <dgm:prSet/>
      <dgm:spPr/>
      <dgm:t>
        <a:bodyPr/>
        <a:lstStyle/>
        <a:p>
          <a:endParaRPr lang="ru-RU"/>
        </a:p>
      </dgm:t>
    </dgm:pt>
    <dgm:pt modelId="{F761037F-E90E-4F88-A109-92F116028D95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25 декабря 2008 г. № 273-ФЗ «</a:t>
          </a:r>
          <a:r>
            <a:rPr lang="ru-RU" b="1" dirty="0"/>
            <a:t>О противодействии коррупции</a:t>
          </a:r>
          <a:r>
            <a:rPr lang="ru-RU" dirty="0"/>
            <a:t>»</a:t>
          </a:r>
        </a:p>
      </dgm:t>
    </dgm:pt>
    <dgm:pt modelId="{99BCB968-0D10-4C94-9C25-8C092E11B9D2}" type="parTrans" cxnId="{C5610EFD-3060-4ABB-964D-B9A8D18C9215}">
      <dgm:prSet/>
      <dgm:spPr/>
      <dgm:t>
        <a:bodyPr/>
        <a:lstStyle/>
        <a:p>
          <a:endParaRPr lang="ru-RU"/>
        </a:p>
      </dgm:t>
    </dgm:pt>
    <dgm:pt modelId="{F0101A58-F35C-4C14-B7BE-5D99D6E5C69B}" type="sibTrans" cxnId="{C5610EFD-3060-4ABB-964D-B9A8D18C9215}">
      <dgm:prSet/>
      <dgm:spPr/>
      <dgm:t>
        <a:bodyPr/>
        <a:lstStyle/>
        <a:p>
          <a:endParaRPr lang="ru-RU"/>
        </a:p>
      </dgm:t>
    </dgm:pt>
    <dgm:pt modelId="{1D07CFA0-CB45-42BD-BBEB-1E1D2373AC6E}" type="pres">
      <dgm:prSet presAssocID="{A1C8D9A4-7570-479E-8FD4-D59C88214940}" presName="diagram" presStyleCnt="0">
        <dgm:presLayoutVars>
          <dgm:dir/>
          <dgm:resizeHandles val="exact"/>
        </dgm:presLayoutVars>
      </dgm:prSet>
      <dgm:spPr/>
    </dgm:pt>
    <dgm:pt modelId="{F94F3908-693F-4640-83CB-BACA498C7CE9}" type="pres">
      <dgm:prSet presAssocID="{EE59416C-CC68-4740-B9F4-A470FA12955B}" presName="node" presStyleLbl="node1" presStyleIdx="0" presStyleCnt="6" custScaleX="235795">
        <dgm:presLayoutVars>
          <dgm:bulletEnabled val="1"/>
        </dgm:presLayoutVars>
      </dgm:prSet>
      <dgm:spPr/>
    </dgm:pt>
    <dgm:pt modelId="{E341B67B-A5CB-4EF9-84E9-837E9A4D9A32}" type="pres">
      <dgm:prSet presAssocID="{D090F51A-FB92-4200-B06C-80C6D36A34FD}" presName="sibTrans" presStyleCnt="0"/>
      <dgm:spPr/>
    </dgm:pt>
    <dgm:pt modelId="{BDEB2A9C-EC72-4C69-9B94-3B5D316355B5}" type="pres">
      <dgm:prSet presAssocID="{79BF9C05-8FCC-405A-BCAD-FC67C9DB81E5}" presName="node" presStyleLbl="node1" presStyleIdx="1" presStyleCnt="6" custScaleX="235795">
        <dgm:presLayoutVars>
          <dgm:bulletEnabled val="1"/>
        </dgm:presLayoutVars>
      </dgm:prSet>
      <dgm:spPr/>
    </dgm:pt>
    <dgm:pt modelId="{249F11E6-0756-428E-A133-D08823EF6613}" type="pres">
      <dgm:prSet presAssocID="{C9BA729E-6366-465D-8308-B010FF50BAEE}" presName="sibTrans" presStyleCnt="0"/>
      <dgm:spPr/>
    </dgm:pt>
    <dgm:pt modelId="{C989510F-EDA6-422B-921E-53FF91100453}" type="pres">
      <dgm:prSet presAssocID="{BA205A51-1382-4F13-9D16-404ED978EF20}" presName="node" presStyleLbl="node1" presStyleIdx="2" presStyleCnt="6" custScaleX="235795">
        <dgm:presLayoutVars>
          <dgm:bulletEnabled val="1"/>
        </dgm:presLayoutVars>
      </dgm:prSet>
      <dgm:spPr/>
    </dgm:pt>
    <dgm:pt modelId="{83444769-611A-49AE-91EA-B92C610ACFB4}" type="pres">
      <dgm:prSet presAssocID="{8DF95520-0593-4F5A-BDFB-41B2979ECAAA}" presName="sibTrans" presStyleCnt="0"/>
      <dgm:spPr/>
    </dgm:pt>
    <dgm:pt modelId="{1BBA65DA-CCF7-404F-96E9-571B42A6BF7D}" type="pres">
      <dgm:prSet presAssocID="{747B08A9-E141-4A79-B774-3D9941CE7AF9}" presName="node" presStyleLbl="node1" presStyleIdx="3" presStyleCnt="6" custScaleX="235795">
        <dgm:presLayoutVars>
          <dgm:bulletEnabled val="1"/>
        </dgm:presLayoutVars>
      </dgm:prSet>
      <dgm:spPr/>
    </dgm:pt>
    <dgm:pt modelId="{F1CA248C-6DA6-4307-A43A-11D8F11CB2EB}" type="pres">
      <dgm:prSet presAssocID="{68ACC0A0-D0C2-4FC6-91AC-72434AA11398}" presName="sibTrans" presStyleCnt="0"/>
      <dgm:spPr/>
    </dgm:pt>
    <dgm:pt modelId="{5414E2E8-D1FB-4579-9E06-02B4C0FD3503}" type="pres">
      <dgm:prSet presAssocID="{1CD437B7-4B56-4960-9924-5426FCBFB844}" presName="node" presStyleLbl="node1" presStyleIdx="4" presStyleCnt="6" custScaleX="235795">
        <dgm:presLayoutVars>
          <dgm:bulletEnabled val="1"/>
        </dgm:presLayoutVars>
      </dgm:prSet>
      <dgm:spPr/>
    </dgm:pt>
    <dgm:pt modelId="{DD761EA0-9867-4293-A138-80B05D42D4DD}" type="pres">
      <dgm:prSet presAssocID="{8BE82514-6281-47E2-8A50-AC0FDEFFDE7F}" presName="sibTrans" presStyleCnt="0"/>
      <dgm:spPr/>
    </dgm:pt>
    <dgm:pt modelId="{6AE3C883-1F73-4FD7-BBA1-8D44C5DE1F17}" type="pres">
      <dgm:prSet presAssocID="{F761037F-E90E-4F88-A109-92F116028D95}" presName="node" presStyleLbl="node1" presStyleIdx="5" presStyleCnt="6" custScaleX="235795">
        <dgm:presLayoutVars>
          <dgm:bulletEnabled val="1"/>
        </dgm:presLayoutVars>
      </dgm:prSet>
      <dgm:spPr/>
    </dgm:pt>
  </dgm:ptLst>
  <dgm:cxnLst>
    <dgm:cxn modelId="{12193E0E-0C76-4137-9FB2-9B054C81F019}" srcId="{A1C8D9A4-7570-479E-8FD4-D59C88214940}" destId="{BA205A51-1382-4F13-9D16-404ED978EF20}" srcOrd="2" destOrd="0" parTransId="{5EAADD4B-6734-402D-95D3-534336714775}" sibTransId="{8DF95520-0593-4F5A-BDFB-41B2979ECAAA}"/>
    <dgm:cxn modelId="{613D2C5D-ECC6-4CA1-92DC-15F965C761D7}" srcId="{A1C8D9A4-7570-479E-8FD4-D59C88214940}" destId="{747B08A9-E141-4A79-B774-3D9941CE7AF9}" srcOrd="3" destOrd="0" parTransId="{4135C479-B9F5-431E-918B-53AD54F2CB22}" sibTransId="{68ACC0A0-D0C2-4FC6-91AC-72434AA11398}"/>
    <dgm:cxn modelId="{C90EC941-8874-4143-8269-370E7CC93C62}" srcId="{A1C8D9A4-7570-479E-8FD4-D59C88214940}" destId="{79BF9C05-8FCC-405A-BCAD-FC67C9DB81E5}" srcOrd="1" destOrd="0" parTransId="{2C4A9B10-8C12-42C8-9D1D-321C7BFE59AD}" sibTransId="{C9BA729E-6366-465D-8308-B010FF50BAEE}"/>
    <dgm:cxn modelId="{1FEC6648-F536-4F3A-878D-E0F833E94A12}" type="presOf" srcId="{F761037F-E90E-4F88-A109-92F116028D95}" destId="{6AE3C883-1F73-4FD7-BBA1-8D44C5DE1F17}" srcOrd="0" destOrd="0" presId="urn:microsoft.com/office/officeart/2005/8/layout/default"/>
    <dgm:cxn modelId="{4E834768-1A43-42D7-816C-EADE9D95630E}" type="presOf" srcId="{A1C8D9A4-7570-479E-8FD4-D59C88214940}" destId="{1D07CFA0-CB45-42BD-BBEB-1E1D2373AC6E}" srcOrd="0" destOrd="0" presId="urn:microsoft.com/office/officeart/2005/8/layout/default"/>
    <dgm:cxn modelId="{B395DF48-DC8C-46BF-A8D8-84313CBD41E7}" type="presOf" srcId="{79BF9C05-8FCC-405A-BCAD-FC67C9DB81E5}" destId="{BDEB2A9C-EC72-4C69-9B94-3B5D316355B5}" srcOrd="0" destOrd="0" presId="urn:microsoft.com/office/officeart/2005/8/layout/default"/>
    <dgm:cxn modelId="{486BB370-BCEE-4DFE-9C9F-BE1D3B9587BF}" type="presOf" srcId="{1CD437B7-4B56-4960-9924-5426FCBFB844}" destId="{5414E2E8-D1FB-4579-9E06-02B4C0FD3503}" srcOrd="0" destOrd="0" presId="urn:microsoft.com/office/officeart/2005/8/layout/default"/>
    <dgm:cxn modelId="{E8D5F472-C159-4B91-A1A0-95104951569C}" srcId="{A1C8D9A4-7570-479E-8FD4-D59C88214940}" destId="{EE59416C-CC68-4740-B9F4-A470FA12955B}" srcOrd="0" destOrd="0" parTransId="{53B0D259-26CA-4030-9E87-E4C3CCFE7549}" sibTransId="{D090F51A-FB92-4200-B06C-80C6D36A34FD}"/>
    <dgm:cxn modelId="{03AC1973-B6D6-4DA5-9F2B-138C8D68C877}" type="presOf" srcId="{EE59416C-CC68-4740-B9F4-A470FA12955B}" destId="{F94F3908-693F-4640-83CB-BACA498C7CE9}" srcOrd="0" destOrd="0" presId="urn:microsoft.com/office/officeart/2005/8/layout/default"/>
    <dgm:cxn modelId="{C5F6BE90-411E-48AA-9B9E-ACB540390C60}" type="presOf" srcId="{747B08A9-E141-4A79-B774-3D9941CE7AF9}" destId="{1BBA65DA-CCF7-404F-96E9-571B42A6BF7D}" srcOrd="0" destOrd="0" presId="urn:microsoft.com/office/officeart/2005/8/layout/default"/>
    <dgm:cxn modelId="{62F57FC7-510D-4B56-B155-FF5283DC5EFC}" srcId="{A1C8D9A4-7570-479E-8FD4-D59C88214940}" destId="{1CD437B7-4B56-4960-9924-5426FCBFB844}" srcOrd="4" destOrd="0" parTransId="{7D69476A-1853-4CCE-A5C2-5A0FB9258C30}" sibTransId="{8BE82514-6281-47E2-8A50-AC0FDEFFDE7F}"/>
    <dgm:cxn modelId="{179B5EE5-E7EA-40E2-A13E-E894BCD869BD}" type="presOf" srcId="{BA205A51-1382-4F13-9D16-404ED978EF20}" destId="{C989510F-EDA6-422B-921E-53FF91100453}" srcOrd="0" destOrd="0" presId="urn:microsoft.com/office/officeart/2005/8/layout/default"/>
    <dgm:cxn modelId="{C5610EFD-3060-4ABB-964D-B9A8D18C9215}" srcId="{A1C8D9A4-7570-479E-8FD4-D59C88214940}" destId="{F761037F-E90E-4F88-A109-92F116028D95}" srcOrd="5" destOrd="0" parTransId="{99BCB968-0D10-4C94-9C25-8C092E11B9D2}" sibTransId="{F0101A58-F35C-4C14-B7BE-5D99D6E5C69B}"/>
    <dgm:cxn modelId="{0F8859DD-A861-4443-9AFC-8C159F492550}" type="presParOf" srcId="{1D07CFA0-CB45-42BD-BBEB-1E1D2373AC6E}" destId="{F94F3908-693F-4640-83CB-BACA498C7CE9}" srcOrd="0" destOrd="0" presId="urn:microsoft.com/office/officeart/2005/8/layout/default"/>
    <dgm:cxn modelId="{A747064D-D877-4E1F-B45A-F18EEE872226}" type="presParOf" srcId="{1D07CFA0-CB45-42BD-BBEB-1E1D2373AC6E}" destId="{E341B67B-A5CB-4EF9-84E9-837E9A4D9A32}" srcOrd="1" destOrd="0" presId="urn:microsoft.com/office/officeart/2005/8/layout/default"/>
    <dgm:cxn modelId="{5109083D-7615-4C81-B33D-6E26A615AA7B}" type="presParOf" srcId="{1D07CFA0-CB45-42BD-BBEB-1E1D2373AC6E}" destId="{BDEB2A9C-EC72-4C69-9B94-3B5D316355B5}" srcOrd="2" destOrd="0" presId="urn:microsoft.com/office/officeart/2005/8/layout/default"/>
    <dgm:cxn modelId="{E3B8D461-B7EC-48E0-A051-F6878DB29E41}" type="presParOf" srcId="{1D07CFA0-CB45-42BD-BBEB-1E1D2373AC6E}" destId="{249F11E6-0756-428E-A133-D08823EF6613}" srcOrd="3" destOrd="0" presId="urn:microsoft.com/office/officeart/2005/8/layout/default"/>
    <dgm:cxn modelId="{9D8C1632-066C-42CA-82EE-FF929A2387E3}" type="presParOf" srcId="{1D07CFA0-CB45-42BD-BBEB-1E1D2373AC6E}" destId="{C989510F-EDA6-422B-921E-53FF91100453}" srcOrd="4" destOrd="0" presId="urn:microsoft.com/office/officeart/2005/8/layout/default"/>
    <dgm:cxn modelId="{A59B7927-29AA-4B2F-8D87-028A2BB07A91}" type="presParOf" srcId="{1D07CFA0-CB45-42BD-BBEB-1E1D2373AC6E}" destId="{83444769-611A-49AE-91EA-B92C610ACFB4}" srcOrd="5" destOrd="0" presId="urn:microsoft.com/office/officeart/2005/8/layout/default"/>
    <dgm:cxn modelId="{8D7292C6-9962-4CA7-8071-198FF7ED72A1}" type="presParOf" srcId="{1D07CFA0-CB45-42BD-BBEB-1E1D2373AC6E}" destId="{1BBA65DA-CCF7-404F-96E9-571B42A6BF7D}" srcOrd="6" destOrd="0" presId="urn:microsoft.com/office/officeart/2005/8/layout/default"/>
    <dgm:cxn modelId="{174E79CC-A3EE-4A47-B189-3DD4D95F300F}" type="presParOf" srcId="{1D07CFA0-CB45-42BD-BBEB-1E1D2373AC6E}" destId="{F1CA248C-6DA6-4307-A43A-11D8F11CB2EB}" srcOrd="7" destOrd="0" presId="urn:microsoft.com/office/officeart/2005/8/layout/default"/>
    <dgm:cxn modelId="{863C4CF4-D903-4928-886F-2FDDAC6334E7}" type="presParOf" srcId="{1D07CFA0-CB45-42BD-BBEB-1E1D2373AC6E}" destId="{5414E2E8-D1FB-4579-9E06-02B4C0FD3503}" srcOrd="8" destOrd="0" presId="urn:microsoft.com/office/officeart/2005/8/layout/default"/>
    <dgm:cxn modelId="{F66B2FAE-9566-4C0C-BF72-3250BC97A453}" type="presParOf" srcId="{1D07CFA0-CB45-42BD-BBEB-1E1D2373AC6E}" destId="{DD761EA0-9867-4293-A138-80B05D42D4DD}" srcOrd="9" destOrd="0" presId="urn:microsoft.com/office/officeart/2005/8/layout/default"/>
    <dgm:cxn modelId="{C15CB422-C913-4ED7-B888-274A0E05B735}" type="presParOf" srcId="{1D07CFA0-CB45-42BD-BBEB-1E1D2373AC6E}" destId="{6AE3C883-1F73-4FD7-BBA1-8D44C5DE1F1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8827B8F-46AA-4D97-A107-3E28D0E3B30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2354464-10E7-464D-8FF1-6308A0F8B9C6}">
      <dgm:prSet/>
      <dgm:spPr/>
      <dgm:t>
        <a:bodyPr/>
        <a:lstStyle/>
        <a:p>
          <a:r>
            <a:rPr lang="ru-RU" dirty="0"/>
            <a:t>Гражданский кодекс </a:t>
          </a:r>
        </a:p>
      </dgm:t>
    </dgm:pt>
    <dgm:pt modelId="{DD9EFD7D-9703-4399-BE28-F1EF3ABF9EE2}" type="parTrans" cxnId="{900AE776-B195-469A-A6D0-B44418A5D12E}">
      <dgm:prSet/>
      <dgm:spPr/>
      <dgm:t>
        <a:bodyPr/>
        <a:lstStyle/>
        <a:p>
          <a:endParaRPr lang="ru-RU"/>
        </a:p>
      </dgm:t>
    </dgm:pt>
    <dgm:pt modelId="{94011866-A035-42A3-9A28-98DBA4826B7B}" type="sibTrans" cxnId="{900AE776-B195-469A-A6D0-B44418A5D12E}">
      <dgm:prSet/>
      <dgm:spPr/>
      <dgm:t>
        <a:bodyPr/>
        <a:lstStyle/>
        <a:p>
          <a:endParaRPr lang="ru-RU"/>
        </a:p>
      </dgm:t>
    </dgm:pt>
    <dgm:pt modelId="{032BE0AC-228A-4ED7-A5F0-383835F53798}">
      <dgm:prSet/>
      <dgm:spPr/>
      <dgm:t>
        <a:bodyPr/>
        <a:lstStyle/>
        <a:p>
          <a:r>
            <a:rPr lang="ru-RU" dirty="0"/>
            <a:t>Налоговый кодекс</a:t>
          </a:r>
        </a:p>
      </dgm:t>
    </dgm:pt>
    <dgm:pt modelId="{9AC41F97-0EE4-436A-BD57-8E7FB2A1A122}" type="parTrans" cxnId="{E13D335E-9D18-4A8E-8F34-8CCFD5614020}">
      <dgm:prSet/>
      <dgm:spPr/>
      <dgm:t>
        <a:bodyPr/>
        <a:lstStyle/>
        <a:p>
          <a:endParaRPr lang="ru-RU"/>
        </a:p>
      </dgm:t>
    </dgm:pt>
    <dgm:pt modelId="{A2077B93-653A-4577-AED8-3EF1B830BA32}" type="sibTrans" cxnId="{E13D335E-9D18-4A8E-8F34-8CCFD5614020}">
      <dgm:prSet/>
      <dgm:spPr/>
      <dgm:t>
        <a:bodyPr/>
        <a:lstStyle/>
        <a:p>
          <a:endParaRPr lang="ru-RU"/>
        </a:p>
      </dgm:t>
    </dgm:pt>
    <dgm:pt modelId="{21ECE9A6-F3BC-48BB-9DA2-D010D386ED13}">
      <dgm:prSet/>
      <dgm:spPr/>
      <dgm:t>
        <a:bodyPr/>
        <a:lstStyle/>
        <a:p>
          <a:r>
            <a:rPr lang="ru-RU" dirty="0"/>
            <a:t>Трудовой кодекс </a:t>
          </a:r>
        </a:p>
      </dgm:t>
    </dgm:pt>
    <dgm:pt modelId="{323633DB-82EE-4E89-980F-6FD858CDA316}" type="parTrans" cxnId="{C1088314-E2B2-45DF-B572-879E614C8ECB}">
      <dgm:prSet/>
      <dgm:spPr/>
      <dgm:t>
        <a:bodyPr/>
        <a:lstStyle/>
        <a:p>
          <a:endParaRPr lang="ru-RU"/>
        </a:p>
      </dgm:t>
    </dgm:pt>
    <dgm:pt modelId="{E1786B41-E47A-430E-BE3C-6585AA068E54}" type="sibTrans" cxnId="{C1088314-E2B2-45DF-B572-879E614C8ECB}">
      <dgm:prSet/>
      <dgm:spPr/>
      <dgm:t>
        <a:bodyPr/>
        <a:lstStyle/>
        <a:p>
          <a:endParaRPr lang="ru-RU"/>
        </a:p>
      </dgm:t>
    </dgm:pt>
    <dgm:pt modelId="{AE7C78EC-D7D8-4765-9255-6E0F2E7A8745}">
      <dgm:prSet/>
      <dgm:spPr/>
      <dgm:t>
        <a:bodyPr/>
        <a:lstStyle/>
        <a:p>
          <a:r>
            <a:rPr lang="ru-RU" dirty="0"/>
            <a:t>Кодекс об административных правонарушениях (КоАП РФ)</a:t>
          </a:r>
        </a:p>
      </dgm:t>
    </dgm:pt>
    <dgm:pt modelId="{35CA8E1F-CA5B-4242-9083-02A7A53AF7CF}" type="parTrans" cxnId="{FF995C78-5842-41A9-8CBE-80CCEAF2CDAB}">
      <dgm:prSet/>
      <dgm:spPr/>
      <dgm:t>
        <a:bodyPr/>
        <a:lstStyle/>
        <a:p>
          <a:endParaRPr lang="ru-RU"/>
        </a:p>
      </dgm:t>
    </dgm:pt>
    <dgm:pt modelId="{4DB81B30-FC37-41AE-BF55-96E7915CB423}" type="sibTrans" cxnId="{FF995C78-5842-41A9-8CBE-80CCEAF2CDAB}">
      <dgm:prSet/>
      <dgm:spPr/>
      <dgm:t>
        <a:bodyPr/>
        <a:lstStyle/>
        <a:p>
          <a:endParaRPr lang="ru-RU"/>
        </a:p>
      </dgm:t>
    </dgm:pt>
    <dgm:pt modelId="{AFA9BAA9-D8A6-4DF1-9842-F56EFC95D44D}">
      <dgm:prSet/>
      <dgm:spPr/>
      <dgm:t>
        <a:bodyPr/>
        <a:lstStyle/>
        <a:p>
          <a:r>
            <a:rPr lang="ru-RU" dirty="0"/>
            <a:t>Кодекс административного судопроизводства (КАС РФ)</a:t>
          </a:r>
        </a:p>
      </dgm:t>
    </dgm:pt>
    <dgm:pt modelId="{318F17FA-ADA1-4F24-AC66-B3A8EB1EDA93}" type="parTrans" cxnId="{DCFED7F9-2094-4137-A03C-B7DD1205CB4B}">
      <dgm:prSet/>
      <dgm:spPr/>
      <dgm:t>
        <a:bodyPr/>
        <a:lstStyle/>
        <a:p>
          <a:endParaRPr lang="ru-RU"/>
        </a:p>
      </dgm:t>
    </dgm:pt>
    <dgm:pt modelId="{C0D1E497-1DC4-4146-9D63-80A9D6015925}" type="sibTrans" cxnId="{DCFED7F9-2094-4137-A03C-B7DD1205CB4B}">
      <dgm:prSet/>
      <dgm:spPr/>
      <dgm:t>
        <a:bodyPr/>
        <a:lstStyle/>
        <a:p>
          <a:endParaRPr lang="ru-RU"/>
        </a:p>
      </dgm:t>
    </dgm:pt>
    <dgm:pt modelId="{65A58DAB-5E0E-4C0B-97B3-901AA13B5A6F}">
      <dgm:prSet/>
      <dgm:spPr/>
      <dgm:t>
        <a:bodyPr/>
        <a:lstStyle/>
        <a:p>
          <a:r>
            <a:rPr lang="ru-RU" dirty="0"/>
            <a:t>Градостроительный кодекс </a:t>
          </a:r>
        </a:p>
      </dgm:t>
    </dgm:pt>
    <dgm:pt modelId="{CF6E60F6-3E89-4C39-B660-E9FD873B88E5}" type="parTrans" cxnId="{52052557-4399-43F3-982F-CAC422CD5907}">
      <dgm:prSet/>
      <dgm:spPr/>
      <dgm:t>
        <a:bodyPr/>
        <a:lstStyle/>
        <a:p>
          <a:endParaRPr lang="ru-RU"/>
        </a:p>
      </dgm:t>
    </dgm:pt>
    <dgm:pt modelId="{E5DFF423-E2F2-4441-8049-489176D11428}" type="sibTrans" cxnId="{52052557-4399-43F3-982F-CAC422CD5907}">
      <dgm:prSet/>
      <dgm:spPr/>
      <dgm:t>
        <a:bodyPr/>
        <a:lstStyle/>
        <a:p>
          <a:endParaRPr lang="ru-RU"/>
        </a:p>
      </dgm:t>
    </dgm:pt>
    <dgm:pt modelId="{576CA8F8-5A78-4F29-91B7-CB083568DDC3}">
      <dgm:prSet/>
      <dgm:spPr/>
      <dgm:t>
        <a:bodyPr/>
        <a:lstStyle/>
        <a:p>
          <a:r>
            <a:rPr lang="ru-RU"/>
            <a:t>Гражданский процессуальный кодекс (ГПК РФ)</a:t>
          </a:r>
        </a:p>
      </dgm:t>
    </dgm:pt>
    <dgm:pt modelId="{55B1C66E-FC58-44E5-8ED6-6412B9066B2B}" type="parTrans" cxnId="{AE535568-E538-4436-B4CB-0D24AB517A08}">
      <dgm:prSet/>
      <dgm:spPr/>
      <dgm:t>
        <a:bodyPr/>
        <a:lstStyle/>
        <a:p>
          <a:endParaRPr lang="ru-RU"/>
        </a:p>
      </dgm:t>
    </dgm:pt>
    <dgm:pt modelId="{B5BD8EF4-4465-4EEB-9A61-0406152DC955}" type="sibTrans" cxnId="{AE535568-E538-4436-B4CB-0D24AB517A08}">
      <dgm:prSet/>
      <dgm:spPr/>
      <dgm:t>
        <a:bodyPr/>
        <a:lstStyle/>
        <a:p>
          <a:endParaRPr lang="ru-RU"/>
        </a:p>
      </dgm:t>
    </dgm:pt>
    <dgm:pt modelId="{F7F07EAA-4F8D-4DFF-B913-D1DF798D5907}">
      <dgm:prSet/>
      <dgm:spPr/>
      <dgm:t>
        <a:bodyPr/>
        <a:lstStyle/>
        <a:p>
          <a:r>
            <a:rPr lang="ru-RU" dirty="0"/>
            <a:t>Арбитражный процессуальный кодекс (АПК РФ)</a:t>
          </a:r>
        </a:p>
      </dgm:t>
    </dgm:pt>
    <dgm:pt modelId="{690A8C0E-1B8F-40AF-84FA-7C98C321AC5C}" type="parTrans" cxnId="{6F8642E6-FD0F-4ECD-8794-73CDA4181E58}">
      <dgm:prSet/>
      <dgm:spPr/>
      <dgm:t>
        <a:bodyPr/>
        <a:lstStyle/>
        <a:p>
          <a:endParaRPr lang="ru-RU"/>
        </a:p>
      </dgm:t>
    </dgm:pt>
    <dgm:pt modelId="{2574584E-B74F-4492-9CCF-918305AD6A0C}" type="sibTrans" cxnId="{6F8642E6-FD0F-4ECD-8794-73CDA4181E58}">
      <dgm:prSet/>
      <dgm:spPr/>
      <dgm:t>
        <a:bodyPr/>
        <a:lstStyle/>
        <a:p>
          <a:endParaRPr lang="ru-RU"/>
        </a:p>
      </dgm:t>
    </dgm:pt>
    <dgm:pt modelId="{C0CE7331-3778-4906-B0A6-52942EF44216}">
      <dgm:prSet/>
      <dgm:spPr/>
      <dgm:t>
        <a:bodyPr/>
        <a:lstStyle/>
        <a:p>
          <a:r>
            <a:rPr lang="ru-RU"/>
            <a:t>Уголовный кодекс (УК РФ)</a:t>
          </a:r>
        </a:p>
      </dgm:t>
    </dgm:pt>
    <dgm:pt modelId="{D7BC6772-4277-4DA8-BDFC-E6340BDB393F}" type="parTrans" cxnId="{BDC9EB77-D5A3-4718-B412-1E2C293B4ACE}">
      <dgm:prSet/>
      <dgm:spPr/>
      <dgm:t>
        <a:bodyPr/>
        <a:lstStyle/>
        <a:p>
          <a:endParaRPr lang="ru-RU"/>
        </a:p>
      </dgm:t>
    </dgm:pt>
    <dgm:pt modelId="{6C35E148-86D8-4854-A66B-DA72F2D380A8}" type="sibTrans" cxnId="{BDC9EB77-D5A3-4718-B412-1E2C293B4ACE}">
      <dgm:prSet/>
      <dgm:spPr/>
      <dgm:t>
        <a:bodyPr/>
        <a:lstStyle/>
        <a:p>
          <a:endParaRPr lang="ru-RU"/>
        </a:p>
      </dgm:t>
    </dgm:pt>
    <dgm:pt modelId="{0CD8F5CD-D45A-4D4A-8EBF-76B7E03A0E37}">
      <dgm:prSet/>
      <dgm:spPr/>
      <dgm:t>
        <a:bodyPr/>
        <a:lstStyle/>
        <a:p>
          <a:r>
            <a:rPr lang="ru-RU"/>
            <a:t>Уголовно-процессуальный кодекс (УПК РФ)</a:t>
          </a:r>
        </a:p>
      </dgm:t>
    </dgm:pt>
    <dgm:pt modelId="{6D068A57-1E27-4957-9E39-4C1117B42C74}" type="parTrans" cxnId="{4290F6AC-D4F9-4038-8AC8-7651CE04F255}">
      <dgm:prSet/>
      <dgm:spPr/>
      <dgm:t>
        <a:bodyPr/>
        <a:lstStyle/>
        <a:p>
          <a:endParaRPr lang="ru-RU"/>
        </a:p>
      </dgm:t>
    </dgm:pt>
    <dgm:pt modelId="{7C79DE81-3599-4FAC-9110-ED79AB18B842}" type="sibTrans" cxnId="{4290F6AC-D4F9-4038-8AC8-7651CE04F255}">
      <dgm:prSet/>
      <dgm:spPr/>
      <dgm:t>
        <a:bodyPr/>
        <a:lstStyle/>
        <a:p>
          <a:endParaRPr lang="ru-RU"/>
        </a:p>
      </dgm:t>
    </dgm:pt>
    <dgm:pt modelId="{0ED9F951-DD3D-46A2-BDD1-467512098AE4}">
      <dgm:prSet/>
      <dgm:spPr/>
      <dgm:t>
        <a:bodyPr/>
        <a:lstStyle/>
        <a:p>
          <a:r>
            <a:rPr lang="ru-RU" dirty="0"/>
            <a:t>Уголовно-исполнительный кодекс (УИК РФ)</a:t>
          </a:r>
        </a:p>
      </dgm:t>
    </dgm:pt>
    <dgm:pt modelId="{FE8CA15C-9425-4214-9833-F1C3B2196995}" type="parTrans" cxnId="{1EBD7037-AD5D-47B5-BA83-5246A0B9A3A0}">
      <dgm:prSet/>
      <dgm:spPr/>
      <dgm:t>
        <a:bodyPr/>
        <a:lstStyle/>
        <a:p>
          <a:endParaRPr lang="ru-RU"/>
        </a:p>
      </dgm:t>
    </dgm:pt>
    <dgm:pt modelId="{27DE24B3-4BF2-41A7-BF27-28E955B9B1F5}" type="sibTrans" cxnId="{1EBD7037-AD5D-47B5-BA83-5246A0B9A3A0}">
      <dgm:prSet/>
      <dgm:spPr/>
      <dgm:t>
        <a:bodyPr/>
        <a:lstStyle/>
        <a:p>
          <a:endParaRPr lang="ru-RU"/>
        </a:p>
      </dgm:t>
    </dgm:pt>
    <dgm:pt modelId="{9E55AB97-E57F-4A3A-B5F4-AF639FAC1DF8}">
      <dgm:prSet/>
      <dgm:spPr/>
      <dgm:t>
        <a:bodyPr/>
        <a:lstStyle/>
        <a:p>
          <a:r>
            <a:rPr lang="ru-RU"/>
            <a:t>Земельный кодекс</a:t>
          </a:r>
        </a:p>
      </dgm:t>
    </dgm:pt>
    <dgm:pt modelId="{4E96E7A8-EB0A-48F9-B131-7006F40334B6}" type="parTrans" cxnId="{944E654D-A411-46DC-9272-135DE25B81DA}">
      <dgm:prSet/>
      <dgm:spPr/>
      <dgm:t>
        <a:bodyPr/>
        <a:lstStyle/>
        <a:p>
          <a:endParaRPr lang="ru-RU"/>
        </a:p>
      </dgm:t>
    </dgm:pt>
    <dgm:pt modelId="{57B3A9FF-B3B5-4A66-868E-4439DD78F673}" type="sibTrans" cxnId="{944E654D-A411-46DC-9272-135DE25B81DA}">
      <dgm:prSet/>
      <dgm:spPr/>
      <dgm:t>
        <a:bodyPr/>
        <a:lstStyle/>
        <a:p>
          <a:endParaRPr lang="ru-RU"/>
        </a:p>
      </dgm:t>
    </dgm:pt>
    <dgm:pt modelId="{8DF3843A-5AC4-4318-86A2-2F19AA171F82}">
      <dgm:prSet/>
      <dgm:spPr/>
      <dgm:t>
        <a:bodyPr/>
        <a:lstStyle/>
        <a:p>
          <a:r>
            <a:rPr lang="ru-RU"/>
            <a:t>Жилищный кодекс (ЖК РФ)</a:t>
          </a:r>
        </a:p>
      </dgm:t>
    </dgm:pt>
    <dgm:pt modelId="{67CCB9CF-3F02-4CEC-A39F-2B2BCEA9DD25}" type="parTrans" cxnId="{20E68C36-62E6-4858-A748-909D3B9BB6BF}">
      <dgm:prSet/>
      <dgm:spPr/>
      <dgm:t>
        <a:bodyPr/>
        <a:lstStyle/>
        <a:p>
          <a:endParaRPr lang="ru-RU"/>
        </a:p>
      </dgm:t>
    </dgm:pt>
    <dgm:pt modelId="{2D3F07A7-2C92-4F5C-BC22-515AEE9CFE4C}" type="sibTrans" cxnId="{20E68C36-62E6-4858-A748-909D3B9BB6BF}">
      <dgm:prSet/>
      <dgm:spPr/>
      <dgm:t>
        <a:bodyPr/>
        <a:lstStyle/>
        <a:p>
          <a:endParaRPr lang="ru-RU"/>
        </a:p>
      </dgm:t>
    </dgm:pt>
    <dgm:pt modelId="{A75B1C50-26E2-44EB-A754-91298022CADC}">
      <dgm:prSet/>
      <dgm:spPr/>
      <dgm:t>
        <a:bodyPr/>
        <a:lstStyle/>
        <a:p>
          <a:r>
            <a:rPr lang="ru-RU"/>
            <a:t>Семейный кодекс (СК РФ)</a:t>
          </a:r>
        </a:p>
      </dgm:t>
    </dgm:pt>
    <dgm:pt modelId="{1A6C40E3-7AA9-4130-8AAC-298D8AD622C2}" type="parTrans" cxnId="{08D4B3C0-2F3B-4595-B3E2-0E24658D257D}">
      <dgm:prSet/>
      <dgm:spPr/>
      <dgm:t>
        <a:bodyPr/>
        <a:lstStyle/>
        <a:p>
          <a:endParaRPr lang="ru-RU"/>
        </a:p>
      </dgm:t>
    </dgm:pt>
    <dgm:pt modelId="{5F4C4B3C-598E-495E-B0EE-F7B678BAFD8A}" type="sibTrans" cxnId="{08D4B3C0-2F3B-4595-B3E2-0E24658D257D}">
      <dgm:prSet/>
      <dgm:spPr/>
      <dgm:t>
        <a:bodyPr/>
        <a:lstStyle/>
        <a:p>
          <a:endParaRPr lang="ru-RU"/>
        </a:p>
      </dgm:t>
    </dgm:pt>
    <dgm:pt modelId="{A8C26338-323A-42AA-B63A-C67EAEC120FF}">
      <dgm:prSet/>
      <dgm:spPr/>
      <dgm:t>
        <a:bodyPr/>
        <a:lstStyle/>
        <a:p>
          <a:r>
            <a:rPr lang="ru-RU"/>
            <a:t>Водный кодекс</a:t>
          </a:r>
        </a:p>
      </dgm:t>
    </dgm:pt>
    <dgm:pt modelId="{8110A0E4-6C3D-43CC-A97D-8ABC8FDC91B9}" type="parTrans" cxnId="{F1C4E15C-66C4-4BAD-8CC5-6391E3206E84}">
      <dgm:prSet/>
      <dgm:spPr/>
      <dgm:t>
        <a:bodyPr/>
        <a:lstStyle/>
        <a:p>
          <a:endParaRPr lang="ru-RU"/>
        </a:p>
      </dgm:t>
    </dgm:pt>
    <dgm:pt modelId="{0C446E35-6611-4055-95A1-96A3551C2C15}" type="sibTrans" cxnId="{F1C4E15C-66C4-4BAD-8CC5-6391E3206E84}">
      <dgm:prSet/>
      <dgm:spPr/>
      <dgm:t>
        <a:bodyPr/>
        <a:lstStyle/>
        <a:p>
          <a:endParaRPr lang="ru-RU"/>
        </a:p>
      </dgm:t>
    </dgm:pt>
    <dgm:pt modelId="{466FCC99-0561-419B-81E1-5760943E330E}">
      <dgm:prSet/>
      <dgm:spPr/>
      <dgm:t>
        <a:bodyPr/>
        <a:lstStyle/>
        <a:p>
          <a:r>
            <a:rPr lang="ru-RU"/>
            <a:t>Лесной кодекс</a:t>
          </a:r>
        </a:p>
      </dgm:t>
    </dgm:pt>
    <dgm:pt modelId="{B6ADA96D-8F6F-47D6-9BFA-8C913F0BE3F9}" type="parTrans" cxnId="{AE40B0E9-F718-4B27-80AA-B00FB66B8C05}">
      <dgm:prSet/>
      <dgm:spPr/>
      <dgm:t>
        <a:bodyPr/>
        <a:lstStyle/>
        <a:p>
          <a:endParaRPr lang="ru-RU"/>
        </a:p>
      </dgm:t>
    </dgm:pt>
    <dgm:pt modelId="{D47E8114-273E-41B8-81A9-6BB6F38D2DF9}" type="sibTrans" cxnId="{AE40B0E9-F718-4B27-80AA-B00FB66B8C05}">
      <dgm:prSet/>
      <dgm:spPr/>
      <dgm:t>
        <a:bodyPr/>
        <a:lstStyle/>
        <a:p>
          <a:endParaRPr lang="ru-RU"/>
        </a:p>
      </dgm:t>
    </dgm:pt>
    <dgm:pt modelId="{FFB4EDFF-4C97-475E-8639-E8FDEC1FB103}">
      <dgm:prSet/>
      <dgm:spPr/>
      <dgm:t>
        <a:bodyPr/>
        <a:lstStyle/>
        <a:p>
          <a:r>
            <a:rPr lang="ru-RU"/>
            <a:t>Воздушный кодекс</a:t>
          </a:r>
        </a:p>
      </dgm:t>
    </dgm:pt>
    <dgm:pt modelId="{EF9EE5F2-85FB-4CDD-A6E4-A21A29393188}" type="parTrans" cxnId="{40662AE7-74AA-4285-BC85-9FB7999882BD}">
      <dgm:prSet/>
      <dgm:spPr/>
      <dgm:t>
        <a:bodyPr/>
        <a:lstStyle/>
        <a:p>
          <a:endParaRPr lang="ru-RU"/>
        </a:p>
      </dgm:t>
    </dgm:pt>
    <dgm:pt modelId="{6026274B-A3AB-4A02-9392-74FE7E7B4943}" type="sibTrans" cxnId="{40662AE7-74AA-4285-BC85-9FB7999882BD}">
      <dgm:prSet/>
      <dgm:spPr/>
      <dgm:t>
        <a:bodyPr/>
        <a:lstStyle/>
        <a:p>
          <a:endParaRPr lang="ru-RU"/>
        </a:p>
      </dgm:t>
    </dgm:pt>
    <dgm:pt modelId="{49623CCD-43A3-493C-BA0C-3A0158A5256C}">
      <dgm:prSet/>
      <dgm:spPr/>
      <dgm:t>
        <a:bodyPr/>
        <a:lstStyle/>
        <a:p>
          <a:r>
            <a:rPr lang="ru-RU" dirty="0"/>
            <a:t>Бюджетный кодекс</a:t>
          </a:r>
        </a:p>
      </dgm:t>
    </dgm:pt>
    <dgm:pt modelId="{E2697957-118F-4650-AA95-180AC790E05D}" type="parTrans" cxnId="{A6625888-FDA6-4DF4-8A12-656D9315F346}">
      <dgm:prSet/>
      <dgm:spPr/>
      <dgm:t>
        <a:bodyPr/>
        <a:lstStyle/>
        <a:p>
          <a:endParaRPr lang="ru-RU"/>
        </a:p>
      </dgm:t>
    </dgm:pt>
    <dgm:pt modelId="{18011214-3169-4ACF-BDCC-8C3D3A47DA20}" type="sibTrans" cxnId="{A6625888-FDA6-4DF4-8A12-656D9315F346}">
      <dgm:prSet/>
      <dgm:spPr/>
      <dgm:t>
        <a:bodyPr/>
        <a:lstStyle/>
        <a:p>
          <a:endParaRPr lang="ru-RU"/>
        </a:p>
      </dgm:t>
    </dgm:pt>
    <dgm:pt modelId="{D548AE96-C90A-426D-A745-F87801742CD4}">
      <dgm:prSet/>
      <dgm:spPr/>
      <dgm:t>
        <a:bodyPr/>
        <a:lstStyle/>
        <a:p>
          <a:r>
            <a:rPr lang="ru-RU" dirty="0"/>
            <a:t>Кодекс внутреннего водного транспорта</a:t>
          </a:r>
        </a:p>
      </dgm:t>
    </dgm:pt>
    <dgm:pt modelId="{F4E90A8F-D39E-475A-BCFD-4514F34C0717}" type="parTrans" cxnId="{7D9F4ED1-2323-41CA-9104-0FB8CA045EE7}">
      <dgm:prSet/>
      <dgm:spPr/>
      <dgm:t>
        <a:bodyPr/>
        <a:lstStyle/>
        <a:p>
          <a:endParaRPr lang="ru-RU"/>
        </a:p>
      </dgm:t>
    </dgm:pt>
    <dgm:pt modelId="{27C3849F-F69B-48ED-8465-0F4C8679C68C}" type="sibTrans" cxnId="{7D9F4ED1-2323-41CA-9104-0FB8CA045EE7}">
      <dgm:prSet/>
      <dgm:spPr/>
      <dgm:t>
        <a:bodyPr/>
        <a:lstStyle/>
        <a:p>
          <a:endParaRPr lang="ru-RU"/>
        </a:p>
      </dgm:t>
    </dgm:pt>
    <dgm:pt modelId="{92B64D3F-96CB-4CFA-8BC9-1219C6C1F174}">
      <dgm:prSet/>
      <dgm:spPr/>
      <dgm:t>
        <a:bodyPr/>
        <a:lstStyle/>
        <a:p>
          <a:r>
            <a:rPr lang="ru-RU" dirty="0"/>
            <a:t>Кодекс торгового мореплавания</a:t>
          </a:r>
        </a:p>
      </dgm:t>
    </dgm:pt>
    <dgm:pt modelId="{3C6CF4AB-D736-451D-A841-DC4150A8F02E}" type="parTrans" cxnId="{A905AB57-EBE6-4BF3-A184-D85247B7F944}">
      <dgm:prSet/>
      <dgm:spPr/>
      <dgm:t>
        <a:bodyPr/>
        <a:lstStyle/>
        <a:p>
          <a:endParaRPr lang="ru-RU"/>
        </a:p>
      </dgm:t>
    </dgm:pt>
    <dgm:pt modelId="{41E3EED9-3A06-4256-8076-8B38F692CD07}" type="sibTrans" cxnId="{A905AB57-EBE6-4BF3-A184-D85247B7F944}">
      <dgm:prSet/>
      <dgm:spPr/>
      <dgm:t>
        <a:bodyPr/>
        <a:lstStyle/>
        <a:p>
          <a:endParaRPr lang="ru-RU"/>
        </a:p>
      </dgm:t>
    </dgm:pt>
    <dgm:pt modelId="{320EE0A9-2CC8-4D84-A075-6BDA003AA351}" type="pres">
      <dgm:prSet presAssocID="{58827B8F-46AA-4D97-A107-3E28D0E3B303}" presName="diagram" presStyleCnt="0">
        <dgm:presLayoutVars>
          <dgm:dir/>
          <dgm:resizeHandles val="exact"/>
        </dgm:presLayoutVars>
      </dgm:prSet>
      <dgm:spPr/>
    </dgm:pt>
    <dgm:pt modelId="{03EB3ED9-120E-4054-9095-8E98116C6841}" type="pres">
      <dgm:prSet presAssocID="{E2354464-10E7-464D-8FF1-6308A0F8B9C6}" presName="node" presStyleLbl="node1" presStyleIdx="0" presStyleCnt="20" custScaleX="121000">
        <dgm:presLayoutVars>
          <dgm:bulletEnabled val="1"/>
        </dgm:presLayoutVars>
      </dgm:prSet>
      <dgm:spPr/>
    </dgm:pt>
    <dgm:pt modelId="{62B81C9C-C368-4F6A-8E6B-56C9D7B86AB3}" type="pres">
      <dgm:prSet presAssocID="{94011866-A035-42A3-9A28-98DBA4826B7B}" presName="sibTrans" presStyleCnt="0"/>
      <dgm:spPr/>
    </dgm:pt>
    <dgm:pt modelId="{D79F5463-5212-4623-8186-782BAB657D0F}" type="pres">
      <dgm:prSet presAssocID="{032BE0AC-228A-4ED7-A5F0-383835F53798}" presName="node" presStyleLbl="node1" presStyleIdx="1" presStyleCnt="20" custScaleX="121000">
        <dgm:presLayoutVars>
          <dgm:bulletEnabled val="1"/>
        </dgm:presLayoutVars>
      </dgm:prSet>
      <dgm:spPr/>
    </dgm:pt>
    <dgm:pt modelId="{9CC04B7E-8253-4251-9C3B-32CDD070E858}" type="pres">
      <dgm:prSet presAssocID="{A2077B93-653A-4577-AED8-3EF1B830BA32}" presName="sibTrans" presStyleCnt="0"/>
      <dgm:spPr/>
    </dgm:pt>
    <dgm:pt modelId="{3952D11B-F1AF-473A-B03B-6B2215E6C825}" type="pres">
      <dgm:prSet presAssocID="{21ECE9A6-F3BC-48BB-9DA2-D010D386ED13}" presName="node" presStyleLbl="node1" presStyleIdx="2" presStyleCnt="20" custScaleX="121000">
        <dgm:presLayoutVars>
          <dgm:bulletEnabled val="1"/>
        </dgm:presLayoutVars>
      </dgm:prSet>
      <dgm:spPr/>
    </dgm:pt>
    <dgm:pt modelId="{62D25C6C-5B39-4D1E-8667-52E3F89A397E}" type="pres">
      <dgm:prSet presAssocID="{E1786B41-E47A-430E-BE3C-6585AA068E54}" presName="sibTrans" presStyleCnt="0"/>
      <dgm:spPr/>
    </dgm:pt>
    <dgm:pt modelId="{669FC454-0FA8-4F0D-94F2-5A407C485EA8}" type="pres">
      <dgm:prSet presAssocID="{AE7C78EC-D7D8-4765-9255-6E0F2E7A8745}" presName="node" presStyleLbl="node1" presStyleIdx="3" presStyleCnt="20" custScaleX="121000">
        <dgm:presLayoutVars>
          <dgm:bulletEnabled val="1"/>
        </dgm:presLayoutVars>
      </dgm:prSet>
      <dgm:spPr/>
    </dgm:pt>
    <dgm:pt modelId="{A1AAD3E4-CF22-4815-9AD2-06E9ABF48E8D}" type="pres">
      <dgm:prSet presAssocID="{4DB81B30-FC37-41AE-BF55-96E7915CB423}" presName="sibTrans" presStyleCnt="0"/>
      <dgm:spPr/>
    </dgm:pt>
    <dgm:pt modelId="{2FBCEFB6-29EB-4D39-AAD3-C47006C0A919}" type="pres">
      <dgm:prSet presAssocID="{AFA9BAA9-D8A6-4DF1-9842-F56EFC95D44D}" presName="node" presStyleLbl="node1" presStyleIdx="4" presStyleCnt="20" custScaleX="121000">
        <dgm:presLayoutVars>
          <dgm:bulletEnabled val="1"/>
        </dgm:presLayoutVars>
      </dgm:prSet>
      <dgm:spPr/>
    </dgm:pt>
    <dgm:pt modelId="{327B0D6E-FD60-4DA0-ABE2-6C98E1510ADA}" type="pres">
      <dgm:prSet presAssocID="{C0D1E497-1DC4-4146-9D63-80A9D6015925}" presName="sibTrans" presStyleCnt="0"/>
      <dgm:spPr/>
    </dgm:pt>
    <dgm:pt modelId="{49013F23-7C6B-40D8-8C37-69DE5F069267}" type="pres">
      <dgm:prSet presAssocID="{65A58DAB-5E0E-4C0B-97B3-901AA13B5A6F}" presName="node" presStyleLbl="node1" presStyleIdx="5" presStyleCnt="20" custScaleX="121000">
        <dgm:presLayoutVars>
          <dgm:bulletEnabled val="1"/>
        </dgm:presLayoutVars>
      </dgm:prSet>
      <dgm:spPr/>
    </dgm:pt>
    <dgm:pt modelId="{3376B01D-EB36-4F9F-B3C7-F7263E0D76E0}" type="pres">
      <dgm:prSet presAssocID="{E5DFF423-E2F2-4441-8049-489176D11428}" presName="sibTrans" presStyleCnt="0"/>
      <dgm:spPr/>
    </dgm:pt>
    <dgm:pt modelId="{D08E26CE-23CA-4E7A-9451-19C64F03307A}" type="pres">
      <dgm:prSet presAssocID="{576CA8F8-5A78-4F29-91B7-CB083568DDC3}" presName="node" presStyleLbl="node1" presStyleIdx="6" presStyleCnt="20" custScaleX="121000">
        <dgm:presLayoutVars>
          <dgm:bulletEnabled val="1"/>
        </dgm:presLayoutVars>
      </dgm:prSet>
      <dgm:spPr/>
    </dgm:pt>
    <dgm:pt modelId="{C9C37C1F-2FCE-44C6-8CF8-1003B412F39D}" type="pres">
      <dgm:prSet presAssocID="{B5BD8EF4-4465-4EEB-9A61-0406152DC955}" presName="sibTrans" presStyleCnt="0"/>
      <dgm:spPr/>
    </dgm:pt>
    <dgm:pt modelId="{0F58797D-AA87-4E0D-9CB9-B65BBF71DF6A}" type="pres">
      <dgm:prSet presAssocID="{F7F07EAA-4F8D-4DFF-B913-D1DF798D5907}" presName="node" presStyleLbl="node1" presStyleIdx="7" presStyleCnt="20" custScaleX="121000">
        <dgm:presLayoutVars>
          <dgm:bulletEnabled val="1"/>
        </dgm:presLayoutVars>
      </dgm:prSet>
      <dgm:spPr/>
    </dgm:pt>
    <dgm:pt modelId="{015587C6-8D50-4A04-8B9C-2AEAAC0955E8}" type="pres">
      <dgm:prSet presAssocID="{2574584E-B74F-4492-9CCF-918305AD6A0C}" presName="sibTrans" presStyleCnt="0"/>
      <dgm:spPr/>
    </dgm:pt>
    <dgm:pt modelId="{8018D40C-4E74-4E9E-B300-48F4B6DFD167}" type="pres">
      <dgm:prSet presAssocID="{C0CE7331-3778-4906-B0A6-52942EF44216}" presName="node" presStyleLbl="node1" presStyleIdx="8" presStyleCnt="20" custScaleX="121000">
        <dgm:presLayoutVars>
          <dgm:bulletEnabled val="1"/>
        </dgm:presLayoutVars>
      </dgm:prSet>
      <dgm:spPr/>
    </dgm:pt>
    <dgm:pt modelId="{CD02D115-D3FB-4576-B484-638D0DDC6257}" type="pres">
      <dgm:prSet presAssocID="{6C35E148-86D8-4854-A66B-DA72F2D380A8}" presName="sibTrans" presStyleCnt="0"/>
      <dgm:spPr/>
    </dgm:pt>
    <dgm:pt modelId="{FA437C57-776A-4AFA-ABCD-57884F64A34D}" type="pres">
      <dgm:prSet presAssocID="{0CD8F5CD-D45A-4D4A-8EBF-76B7E03A0E37}" presName="node" presStyleLbl="node1" presStyleIdx="9" presStyleCnt="20" custScaleX="121000">
        <dgm:presLayoutVars>
          <dgm:bulletEnabled val="1"/>
        </dgm:presLayoutVars>
      </dgm:prSet>
      <dgm:spPr/>
    </dgm:pt>
    <dgm:pt modelId="{C23B3B77-6F97-437C-8D76-05886C430B39}" type="pres">
      <dgm:prSet presAssocID="{7C79DE81-3599-4FAC-9110-ED79AB18B842}" presName="sibTrans" presStyleCnt="0"/>
      <dgm:spPr/>
    </dgm:pt>
    <dgm:pt modelId="{77AA0762-FC7C-400E-9AD6-E4F2DE6DDFE9}" type="pres">
      <dgm:prSet presAssocID="{0ED9F951-DD3D-46A2-BDD1-467512098AE4}" presName="node" presStyleLbl="node1" presStyleIdx="10" presStyleCnt="20" custScaleX="121000">
        <dgm:presLayoutVars>
          <dgm:bulletEnabled val="1"/>
        </dgm:presLayoutVars>
      </dgm:prSet>
      <dgm:spPr/>
    </dgm:pt>
    <dgm:pt modelId="{4F6F8D4F-585B-4719-B676-E1FF324DD75A}" type="pres">
      <dgm:prSet presAssocID="{27DE24B3-4BF2-41A7-BF27-28E955B9B1F5}" presName="sibTrans" presStyleCnt="0"/>
      <dgm:spPr/>
    </dgm:pt>
    <dgm:pt modelId="{0251AE3A-4508-4D52-B9C7-14C878ABAA64}" type="pres">
      <dgm:prSet presAssocID="{9E55AB97-E57F-4A3A-B5F4-AF639FAC1DF8}" presName="node" presStyleLbl="node1" presStyleIdx="11" presStyleCnt="20" custScaleX="121000">
        <dgm:presLayoutVars>
          <dgm:bulletEnabled val="1"/>
        </dgm:presLayoutVars>
      </dgm:prSet>
      <dgm:spPr/>
    </dgm:pt>
    <dgm:pt modelId="{D1C952AF-9E2C-4C71-9C0E-BB6340EA7228}" type="pres">
      <dgm:prSet presAssocID="{57B3A9FF-B3B5-4A66-868E-4439DD78F673}" presName="sibTrans" presStyleCnt="0"/>
      <dgm:spPr/>
    </dgm:pt>
    <dgm:pt modelId="{27BFD58A-0C43-42AE-8078-D8EA7BCAC93A}" type="pres">
      <dgm:prSet presAssocID="{8DF3843A-5AC4-4318-86A2-2F19AA171F82}" presName="node" presStyleLbl="node1" presStyleIdx="12" presStyleCnt="20" custScaleX="121000">
        <dgm:presLayoutVars>
          <dgm:bulletEnabled val="1"/>
        </dgm:presLayoutVars>
      </dgm:prSet>
      <dgm:spPr/>
    </dgm:pt>
    <dgm:pt modelId="{64C808CD-8D61-496A-A4EE-22CEE8899FA0}" type="pres">
      <dgm:prSet presAssocID="{2D3F07A7-2C92-4F5C-BC22-515AEE9CFE4C}" presName="sibTrans" presStyleCnt="0"/>
      <dgm:spPr/>
    </dgm:pt>
    <dgm:pt modelId="{E9C185A6-4F97-48F6-BF85-4998035E3A17}" type="pres">
      <dgm:prSet presAssocID="{A75B1C50-26E2-44EB-A754-91298022CADC}" presName="node" presStyleLbl="node1" presStyleIdx="13" presStyleCnt="20" custScaleX="121000">
        <dgm:presLayoutVars>
          <dgm:bulletEnabled val="1"/>
        </dgm:presLayoutVars>
      </dgm:prSet>
      <dgm:spPr/>
    </dgm:pt>
    <dgm:pt modelId="{17B99131-0E35-4348-9388-3DE9DE462930}" type="pres">
      <dgm:prSet presAssocID="{5F4C4B3C-598E-495E-B0EE-F7B678BAFD8A}" presName="sibTrans" presStyleCnt="0"/>
      <dgm:spPr/>
    </dgm:pt>
    <dgm:pt modelId="{83DE4474-9809-442F-B699-8470E834F599}" type="pres">
      <dgm:prSet presAssocID="{A8C26338-323A-42AA-B63A-C67EAEC120FF}" presName="node" presStyleLbl="node1" presStyleIdx="14" presStyleCnt="20" custScaleX="121000">
        <dgm:presLayoutVars>
          <dgm:bulletEnabled val="1"/>
        </dgm:presLayoutVars>
      </dgm:prSet>
      <dgm:spPr/>
    </dgm:pt>
    <dgm:pt modelId="{C03FE5C9-7146-4BC2-9EDE-3F41CC446C82}" type="pres">
      <dgm:prSet presAssocID="{0C446E35-6611-4055-95A1-96A3551C2C15}" presName="sibTrans" presStyleCnt="0"/>
      <dgm:spPr/>
    </dgm:pt>
    <dgm:pt modelId="{E245F61B-C205-4F0A-9A3A-DB05BB37FE2D}" type="pres">
      <dgm:prSet presAssocID="{466FCC99-0561-419B-81E1-5760943E330E}" presName="node" presStyleLbl="node1" presStyleIdx="15" presStyleCnt="20" custScaleX="121000">
        <dgm:presLayoutVars>
          <dgm:bulletEnabled val="1"/>
        </dgm:presLayoutVars>
      </dgm:prSet>
      <dgm:spPr/>
    </dgm:pt>
    <dgm:pt modelId="{C8A23870-0CD2-491B-9A77-D81D1E0451A9}" type="pres">
      <dgm:prSet presAssocID="{D47E8114-273E-41B8-81A9-6BB6F38D2DF9}" presName="sibTrans" presStyleCnt="0"/>
      <dgm:spPr/>
    </dgm:pt>
    <dgm:pt modelId="{9E0C265A-0E76-4426-BF43-E9406369EBE3}" type="pres">
      <dgm:prSet presAssocID="{FFB4EDFF-4C97-475E-8639-E8FDEC1FB103}" presName="node" presStyleLbl="node1" presStyleIdx="16" presStyleCnt="20" custScaleX="121000">
        <dgm:presLayoutVars>
          <dgm:bulletEnabled val="1"/>
        </dgm:presLayoutVars>
      </dgm:prSet>
      <dgm:spPr/>
    </dgm:pt>
    <dgm:pt modelId="{EAE9ED90-E53C-485B-B9DA-79326C521350}" type="pres">
      <dgm:prSet presAssocID="{6026274B-A3AB-4A02-9392-74FE7E7B4943}" presName="sibTrans" presStyleCnt="0"/>
      <dgm:spPr/>
    </dgm:pt>
    <dgm:pt modelId="{3A85C085-5E09-42B1-B3CF-364CFB235C31}" type="pres">
      <dgm:prSet presAssocID="{49623CCD-43A3-493C-BA0C-3A0158A5256C}" presName="node" presStyleLbl="node1" presStyleIdx="17" presStyleCnt="20" custScaleX="121000">
        <dgm:presLayoutVars>
          <dgm:bulletEnabled val="1"/>
        </dgm:presLayoutVars>
      </dgm:prSet>
      <dgm:spPr/>
    </dgm:pt>
    <dgm:pt modelId="{10952889-9F96-4370-B44F-CEB970335BD4}" type="pres">
      <dgm:prSet presAssocID="{18011214-3169-4ACF-BDCC-8C3D3A47DA20}" presName="sibTrans" presStyleCnt="0"/>
      <dgm:spPr/>
    </dgm:pt>
    <dgm:pt modelId="{3FDB66E7-9307-4D5C-9BF8-43BFF96782C8}" type="pres">
      <dgm:prSet presAssocID="{D548AE96-C90A-426D-A745-F87801742CD4}" presName="node" presStyleLbl="node1" presStyleIdx="18" presStyleCnt="20" custScaleX="121000">
        <dgm:presLayoutVars>
          <dgm:bulletEnabled val="1"/>
        </dgm:presLayoutVars>
      </dgm:prSet>
      <dgm:spPr/>
    </dgm:pt>
    <dgm:pt modelId="{90DDCA79-4DD7-4A76-A7D3-95AFDFEF3ECA}" type="pres">
      <dgm:prSet presAssocID="{27C3849F-F69B-48ED-8465-0F4C8679C68C}" presName="sibTrans" presStyleCnt="0"/>
      <dgm:spPr/>
    </dgm:pt>
    <dgm:pt modelId="{0EE0FDAC-F332-4B32-843C-B981E24B6B5C}" type="pres">
      <dgm:prSet presAssocID="{92B64D3F-96CB-4CFA-8BC9-1219C6C1F174}" presName="node" presStyleLbl="node1" presStyleIdx="19" presStyleCnt="20" custScaleX="121000">
        <dgm:presLayoutVars>
          <dgm:bulletEnabled val="1"/>
        </dgm:presLayoutVars>
      </dgm:prSet>
      <dgm:spPr/>
    </dgm:pt>
  </dgm:ptLst>
  <dgm:cxnLst>
    <dgm:cxn modelId="{14E8F101-6BBE-41BF-B134-D3FADF34BE66}" type="presOf" srcId="{E2354464-10E7-464D-8FF1-6308A0F8B9C6}" destId="{03EB3ED9-120E-4054-9095-8E98116C6841}" srcOrd="0" destOrd="0" presId="urn:microsoft.com/office/officeart/2005/8/layout/default"/>
    <dgm:cxn modelId="{C1088314-E2B2-45DF-B572-879E614C8ECB}" srcId="{58827B8F-46AA-4D97-A107-3E28D0E3B303}" destId="{21ECE9A6-F3BC-48BB-9DA2-D010D386ED13}" srcOrd="2" destOrd="0" parTransId="{323633DB-82EE-4E89-980F-6FD858CDA316}" sibTransId="{E1786B41-E47A-430E-BE3C-6585AA068E54}"/>
    <dgm:cxn modelId="{20E68C36-62E6-4858-A748-909D3B9BB6BF}" srcId="{58827B8F-46AA-4D97-A107-3E28D0E3B303}" destId="{8DF3843A-5AC4-4318-86A2-2F19AA171F82}" srcOrd="12" destOrd="0" parTransId="{67CCB9CF-3F02-4CEC-A39F-2B2BCEA9DD25}" sibTransId="{2D3F07A7-2C92-4F5C-BC22-515AEE9CFE4C}"/>
    <dgm:cxn modelId="{1EBD7037-AD5D-47B5-BA83-5246A0B9A3A0}" srcId="{58827B8F-46AA-4D97-A107-3E28D0E3B303}" destId="{0ED9F951-DD3D-46A2-BDD1-467512098AE4}" srcOrd="10" destOrd="0" parTransId="{FE8CA15C-9425-4214-9833-F1C3B2196995}" sibTransId="{27DE24B3-4BF2-41A7-BF27-28E955B9B1F5}"/>
    <dgm:cxn modelId="{D528FF37-3EC0-4C4A-A912-3D0BCA201934}" type="presOf" srcId="{92B64D3F-96CB-4CFA-8BC9-1219C6C1F174}" destId="{0EE0FDAC-F332-4B32-843C-B981E24B6B5C}" srcOrd="0" destOrd="0" presId="urn:microsoft.com/office/officeart/2005/8/layout/default"/>
    <dgm:cxn modelId="{68D8C23C-EBD9-4F5A-94DD-978952FCE93E}" type="presOf" srcId="{AFA9BAA9-D8A6-4DF1-9842-F56EFC95D44D}" destId="{2FBCEFB6-29EB-4D39-AAD3-C47006C0A919}" srcOrd="0" destOrd="0" presId="urn:microsoft.com/office/officeart/2005/8/layout/default"/>
    <dgm:cxn modelId="{F1C4E15C-66C4-4BAD-8CC5-6391E3206E84}" srcId="{58827B8F-46AA-4D97-A107-3E28D0E3B303}" destId="{A8C26338-323A-42AA-B63A-C67EAEC120FF}" srcOrd="14" destOrd="0" parTransId="{8110A0E4-6C3D-43CC-A97D-8ABC8FDC91B9}" sibTransId="{0C446E35-6611-4055-95A1-96A3551C2C15}"/>
    <dgm:cxn modelId="{E13D335E-9D18-4A8E-8F34-8CCFD5614020}" srcId="{58827B8F-46AA-4D97-A107-3E28D0E3B303}" destId="{032BE0AC-228A-4ED7-A5F0-383835F53798}" srcOrd="1" destOrd="0" parTransId="{9AC41F97-0EE4-436A-BD57-8E7FB2A1A122}" sibTransId="{A2077B93-653A-4577-AED8-3EF1B830BA32}"/>
    <dgm:cxn modelId="{78BD415F-12EF-4BD0-83DE-4D5223D72921}" type="presOf" srcId="{21ECE9A6-F3BC-48BB-9DA2-D010D386ED13}" destId="{3952D11B-F1AF-473A-B03B-6B2215E6C825}" srcOrd="0" destOrd="0" presId="urn:microsoft.com/office/officeart/2005/8/layout/default"/>
    <dgm:cxn modelId="{8F024C47-EBBE-4D2C-8DAA-276A44F640D2}" type="presOf" srcId="{A75B1C50-26E2-44EB-A754-91298022CADC}" destId="{E9C185A6-4F97-48F6-BF85-4998035E3A17}" srcOrd="0" destOrd="0" presId="urn:microsoft.com/office/officeart/2005/8/layout/default"/>
    <dgm:cxn modelId="{25F12148-D649-44CB-9817-CC1D0EA862D4}" type="presOf" srcId="{0ED9F951-DD3D-46A2-BDD1-467512098AE4}" destId="{77AA0762-FC7C-400E-9AD6-E4F2DE6DDFE9}" srcOrd="0" destOrd="0" presId="urn:microsoft.com/office/officeart/2005/8/layout/default"/>
    <dgm:cxn modelId="{AE535568-E538-4436-B4CB-0D24AB517A08}" srcId="{58827B8F-46AA-4D97-A107-3E28D0E3B303}" destId="{576CA8F8-5A78-4F29-91B7-CB083568DDC3}" srcOrd="6" destOrd="0" parTransId="{55B1C66E-FC58-44E5-8ED6-6412B9066B2B}" sibTransId="{B5BD8EF4-4465-4EEB-9A61-0406152DC955}"/>
    <dgm:cxn modelId="{944E654D-A411-46DC-9272-135DE25B81DA}" srcId="{58827B8F-46AA-4D97-A107-3E28D0E3B303}" destId="{9E55AB97-E57F-4A3A-B5F4-AF639FAC1DF8}" srcOrd="11" destOrd="0" parTransId="{4E96E7A8-EB0A-48F9-B131-7006F40334B6}" sibTransId="{57B3A9FF-B3B5-4A66-868E-4439DD78F673}"/>
    <dgm:cxn modelId="{492F9276-4442-4B5C-8597-5CAF4F181B6D}" type="presOf" srcId="{A8C26338-323A-42AA-B63A-C67EAEC120FF}" destId="{83DE4474-9809-442F-B699-8470E834F599}" srcOrd="0" destOrd="0" presId="urn:microsoft.com/office/officeart/2005/8/layout/default"/>
    <dgm:cxn modelId="{900AE776-B195-469A-A6D0-B44418A5D12E}" srcId="{58827B8F-46AA-4D97-A107-3E28D0E3B303}" destId="{E2354464-10E7-464D-8FF1-6308A0F8B9C6}" srcOrd="0" destOrd="0" parTransId="{DD9EFD7D-9703-4399-BE28-F1EF3ABF9EE2}" sibTransId="{94011866-A035-42A3-9A28-98DBA4826B7B}"/>
    <dgm:cxn modelId="{52052557-4399-43F3-982F-CAC422CD5907}" srcId="{58827B8F-46AA-4D97-A107-3E28D0E3B303}" destId="{65A58DAB-5E0E-4C0B-97B3-901AA13B5A6F}" srcOrd="5" destOrd="0" parTransId="{CF6E60F6-3E89-4C39-B660-E9FD873B88E5}" sibTransId="{E5DFF423-E2F2-4441-8049-489176D11428}"/>
    <dgm:cxn modelId="{A905AB57-EBE6-4BF3-A184-D85247B7F944}" srcId="{58827B8F-46AA-4D97-A107-3E28D0E3B303}" destId="{92B64D3F-96CB-4CFA-8BC9-1219C6C1F174}" srcOrd="19" destOrd="0" parTransId="{3C6CF4AB-D736-451D-A841-DC4150A8F02E}" sibTransId="{41E3EED9-3A06-4256-8076-8B38F692CD07}"/>
    <dgm:cxn modelId="{BDC9EB77-D5A3-4718-B412-1E2C293B4ACE}" srcId="{58827B8F-46AA-4D97-A107-3E28D0E3B303}" destId="{C0CE7331-3778-4906-B0A6-52942EF44216}" srcOrd="8" destOrd="0" parTransId="{D7BC6772-4277-4DA8-BDFC-E6340BDB393F}" sibTransId="{6C35E148-86D8-4854-A66B-DA72F2D380A8}"/>
    <dgm:cxn modelId="{FF995C78-5842-41A9-8CBE-80CCEAF2CDAB}" srcId="{58827B8F-46AA-4D97-A107-3E28D0E3B303}" destId="{AE7C78EC-D7D8-4765-9255-6E0F2E7A8745}" srcOrd="3" destOrd="0" parTransId="{35CA8E1F-CA5B-4242-9083-02A7A53AF7CF}" sibTransId="{4DB81B30-FC37-41AE-BF55-96E7915CB423}"/>
    <dgm:cxn modelId="{E23FD07B-3FD1-47FF-A54B-ACB64C39D94A}" type="presOf" srcId="{D548AE96-C90A-426D-A745-F87801742CD4}" destId="{3FDB66E7-9307-4D5C-9BF8-43BFF96782C8}" srcOrd="0" destOrd="0" presId="urn:microsoft.com/office/officeart/2005/8/layout/default"/>
    <dgm:cxn modelId="{4414C27D-7C42-4483-99FF-D6EECF680F6F}" type="presOf" srcId="{9E55AB97-E57F-4A3A-B5F4-AF639FAC1DF8}" destId="{0251AE3A-4508-4D52-B9C7-14C878ABAA64}" srcOrd="0" destOrd="0" presId="urn:microsoft.com/office/officeart/2005/8/layout/default"/>
    <dgm:cxn modelId="{A6625888-FDA6-4DF4-8A12-656D9315F346}" srcId="{58827B8F-46AA-4D97-A107-3E28D0E3B303}" destId="{49623CCD-43A3-493C-BA0C-3A0158A5256C}" srcOrd="17" destOrd="0" parTransId="{E2697957-118F-4650-AA95-180AC790E05D}" sibTransId="{18011214-3169-4ACF-BDCC-8C3D3A47DA20}"/>
    <dgm:cxn modelId="{17AFFF93-815E-4899-B978-24E7F67EC867}" type="presOf" srcId="{65A58DAB-5E0E-4C0B-97B3-901AA13B5A6F}" destId="{49013F23-7C6B-40D8-8C37-69DE5F069267}" srcOrd="0" destOrd="0" presId="urn:microsoft.com/office/officeart/2005/8/layout/default"/>
    <dgm:cxn modelId="{AE91AFA9-BFC3-41AE-B83D-2B99979DBF68}" type="presOf" srcId="{032BE0AC-228A-4ED7-A5F0-383835F53798}" destId="{D79F5463-5212-4623-8186-782BAB657D0F}" srcOrd="0" destOrd="0" presId="urn:microsoft.com/office/officeart/2005/8/layout/default"/>
    <dgm:cxn modelId="{4779B6A9-0B9A-4B54-A725-4C897F52E5DD}" type="presOf" srcId="{C0CE7331-3778-4906-B0A6-52942EF44216}" destId="{8018D40C-4E74-4E9E-B300-48F4B6DFD167}" srcOrd="0" destOrd="0" presId="urn:microsoft.com/office/officeart/2005/8/layout/default"/>
    <dgm:cxn modelId="{4290F6AC-D4F9-4038-8AC8-7651CE04F255}" srcId="{58827B8F-46AA-4D97-A107-3E28D0E3B303}" destId="{0CD8F5CD-D45A-4D4A-8EBF-76B7E03A0E37}" srcOrd="9" destOrd="0" parTransId="{6D068A57-1E27-4957-9E39-4C1117B42C74}" sibTransId="{7C79DE81-3599-4FAC-9110-ED79AB18B842}"/>
    <dgm:cxn modelId="{32023FB0-F2E7-4539-9F48-A9766581835F}" type="presOf" srcId="{F7F07EAA-4F8D-4DFF-B913-D1DF798D5907}" destId="{0F58797D-AA87-4E0D-9CB9-B65BBF71DF6A}" srcOrd="0" destOrd="0" presId="urn:microsoft.com/office/officeart/2005/8/layout/default"/>
    <dgm:cxn modelId="{A6AFBBBC-914F-4F7E-B27A-A71FBAB798E5}" type="presOf" srcId="{0CD8F5CD-D45A-4D4A-8EBF-76B7E03A0E37}" destId="{FA437C57-776A-4AFA-ABCD-57884F64A34D}" srcOrd="0" destOrd="0" presId="urn:microsoft.com/office/officeart/2005/8/layout/default"/>
    <dgm:cxn modelId="{83658CC0-67AE-4D31-A34D-F6F945160528}" type="presOf" srcId="{8DF3843A-5AC4-4318-86A2-2F19AA171F82}" destId="{27BFD58A-0C43-42AE-8078-D8EA7BCAC93A}" srcOrd="0" destOrd="0" presId="urn:microsoft.com/office/officeart/2005/8/layout/default"/>
    <dgm:cxn modelId="{08D4B3C0-2F3B-4595-B3E2-0E24658D257D}" srcId="{58827B8F-46AA-4D97-A107-3E28D0E3B303}" destId="{A75B1C50-26E2-44EB-A754-91298022CADC}" srcOrd="13" destOrd="0" parTransId="{1A6C40E3-7AA9-4130-8AAC-298D8AD622C2}" sibTransId="{5F4C4B3C-598E-495E-B0EE-F7B678BAFD8A}"/>
    <dgm:cxn modelId="{2E80BBC6-1C59-48D7-A008-3EB04E006705}" type="presOf" srcId="{58827B8F-46AA-4D97-A107-3E28D0E3B303}" destId="{320EE0A9-2CC8-4D84-A075-6BDA003AA351}" srcOrd="0" destOrd="0" presId="urn:microsoft.com/office/officeart/2005/8/layout/default"/>
    <dgm:cxn modelId="{8B3B2EC8-A866-4341-BCF8-025201353C7D}" type="presOf" srcId="{466FCC99-0561-419B-81E1-5760943E330E}" destId="{E245F61B-C205-4F0A-9A3A-DB05BB37FE2D}" srcOrd="0" destOrd="0" presId="urn:microsoft.com/office/officeart/2005/8/layout/default"/>
    <dgm:cxn modelId="{7D9F4ED1-2323-41CA-9104-0FB8CA045EE7}" srcId="{58827B8F-46AA-4D97-A107-3E28D0E3B303}" destId="{D548AE96-C90A-426D-A745-F87801742CD4}" srcOrd="18" destOrd="0" parTransId="{F4E90A8F-D39E-475A-BCFD-4514F34C0717}" sibTransId="{27C3849F-F69B-48ED-8465-0F4C8679C68C}"/>
    <dgm:cxn modelId="{4892DFD5-AC36-4C55-BCD7-D2B9AE5C3371}" type="presOf" srcId="{FFB4EDFF-4C97-475E-8639-E8FDEC1FB103}" destId="{9E0C265A-0E76-4426-BF43-E9406369EBE3}" srcOrd="0" destOrd="0" presId="urn:microsoft.com/office/officeart/2005/8/layout/default"/>
    <dgm:cxn modelId="{589ED7DB-086D-4368-BB7B-20D728D485C2}" type="presOf" srcId="{AE7C78EC-D7D8-4765-9255-6E0F2E7A8745}" destId="{669FC454-0FA8-4F0D-94F2-5A407C485EA8}" srcOrd="0" destOrd="0" presId="urn:microsoft.com/office/officeart/2005/8/layout/default"/>
    <dgm:cxn modelId="{8BF946DC-CA8D-4934-A84E-5DD2FA361F4E}" type="presOf" srcId="{576CA8F8-5A78-4F29-91B7-CB083568DDC3}" destId="{D08E26CE-23CA-4E7A-9451-19C64F03307A}" srcOrd="0" destOrd="0" presId="urn:microsoft.com/office/officeart/2005/8/layout/default"/>
    <dgm:cxn modelId="{DD1282DE-A3D4-4F01-A884-CC0C68200770}" type="presOf" srcId="{49623CCD-43A3-493C-BA0C-3A0158A5256C}" destId="{3A85C085-5E09-42B1-B3CF-364CFB235C31}" srcOrd="0" destOrd="0" presId="urn:microsoft.com/office/officeart/2005/8/layout/default"/>
    <dgm:cxn modelId="{6F8642E6-FD0F-4ECD-8794-73CDA4181E58}" srcId="{58827B8F-46AA-4D97-A107-3E28D0E3B303}" destId="{F7F07EAA-4F8D-4DFF-B913-D1DF798D5907}" srcOrd="7" destOrd="0" parTransId="{690A8C0E-1B8F-40AF-84FA-7C98C321AC5C}" sibTransId="{2574584E-B74F-4492-9CCF-918305AD6A0C}"/>
    <dgm:cxn modelId="{40662AE7-74AA-4285-BC85-9FB7999882BD}" srcId="{58827B8F-46AA-4D97-A107-3E28D0E3B303}" destId="{FFB4EDFF-4C97-475E-8639-E8FDEC1FB103}" srcOrd="16" destOrd="0" parTransId="{EF9EE5F2-85FB-4CDD-A6E4-A21A29393188}" sibTransId="{6026274B-A3AB-4A02-9392-74FE7E7B4943}"/>
    <dgm:cxn modelId="{AE40B0E9-F718-4B27-80AA-B00FB66B8C05}" srcId="{58827B8F-46AA-4D97-A107-3E28D0E3B303}" destId="{466FCC99-0561-419B-81E1-5760943E330E}" srcOrd="15" destOrd="0" parTransId="{B6ADA96D-8F6F-47D6-9BFA-8C913F0BE3F9}" sibTransId="{D47E8114-273E-41B8-81A9-6BB6F38D2DF9}"/>
    <dgm:cxn modelId="{DCFED7F9-2094-4137-A03C-B7DD1205CB4B}" srcId="{58827B8F-46AA-4D97-A107-3E28D0E3B303}" destId="{AFA9BAA9-D8A6-4DF1-9842-F56EFC95D44D}" srcOrd="4" destOrd="0" parTransId="{318F17FA-ADA1-4F24-AC66-B3A8EB1EDA93}" sibTransId="{C0D1E497-1DC4-4146-9D63-80A9D6015925}"/>
    <dgm:cxn modelId="{63420C0C-1239-41EF-9540-7B83149F7FDE}" type="presParOf" srcId="{320EE0A9-2CC8-4D84-A075-6BDA003AA351}" destId="{03EB3ED9-120E-4054-9095-8E98116C6841}" srcOrd="0" destOrd="0" presId="urn:microsoft.com/office/officeart/2005/8/layout/default"/>
    <dgm:cxn modelId="{517FE1BA-BE77-437C-83AD-9AB1FD46A95C}" type="presParOf" srcId="{320EE0A9-2CC8-4D84-A075-6BDA003AA351}" destId="{62B81C9C-C368-4F6A-8E6B-56C9D7B86AB3}" srcOrd="1" destOrd="0" presId="urn:microsoft.com/office/officeart/2005/8/layout/default"/>
    <dgm:cxn modelId="{151383AD-1C8B-4F39-95BF-4E2D6C73A221}" type="presParOf" srcId="{320EE0A9-2CC8-4D84-A075-6BDA003AA351}" destId="{D79F5463-5212-4623-8186-782BAB657D0F}" srcOrd="2" destOrd="0" presId="urn:microsoft.com/office/officeart/2005/8/layout/default"/>
    <dgm:cxn modelId="{5F050B52-93AC-402A-A26A-37B0BED56FB6}" type="presParOf" srcId="{320EE0A9-2CC8-4D84-A075-6BDA003AA351}" destId="{9CC04B7E-8253-4251-9C3B-32CDD070E858}" srcOrd="3" destOrd="0" presId="urn:microsoft.com/office/officeart/2005/8/layout/default"/>
    <dgm:cxn modelId="{601CC2E7-413E-43F9-BC14-DDA3868B2B10}" type="presParOf" srcId="{320EE0A9-2CC8-4D84-A075-6BDA003AA351}" destId="{3952D11B-F1AF-473A-B03B-6B2215E6C825}" srcOrd="4" destOrd="0" presId="urn:microsoft.com/office/officeart/2005/8/layout/default"/>
    <dgm:cxn modelId="{640FC63D-BCF9-45B0-97B0-D54DDD4DF2DC}" type="presParOf" srcId="{320EE0A9-2CC8-4D84-A075-6BDA003AA351}" destId="{62D25C6C-5B39-4D1E-8667-52E3F89A397E}" srcOrd="5" destOrd="0" presId="urn:microsoft.com/office/officeart/2005/8/layout/default"/>
    <dgm:cxn modelId="{14CB85B7-1D6B-4886-99F9-87D52E034474}" type="presParOf" srcId="{320EE0A9-2CC8-4D84-A075-6BDA003AA351}" destId="{669FC454-0FA8-4F0D-94F2-5A407C485EA8}" srcOrd="6" destOrd="0" presId="urn:microsoft.com/office/officeart/2005/8/layout/default"/>
    <dgm:cxn modelId="{010DF0F6-D41C-4CD5-A0C3-E8338F0EC047}" type="presParOf" srcId="{320EE0A9-2CC8-4D84-A075-6BDA003AA351}" destId="{A1AAD3E4-CF22-4815-9AD2-06E9ABF48E8D}" srcOrd="7" destOrd="0" presId="urn:microsoft.com/office/officeart/2005/8/layout/default"/>
    <dgm:cxn modelId="{78FE0E12-14CF-4699-A852-3E04BD0C8837}" type="presParOf" srcId="{320EE0A9-2CC8-4D84-A075-6BDA003AA351}" destId="{2FBCEFB6-29EB-4D39-AAD3-C47006C0A919}" srcOrd="8" destOrd="0" presId="urn:microsoft.com/office/officeart/2005/8/layout/default"/>
    <dgm:cxn modelId="{5CF8A99B-0C87-4DBF-AD10-F8BA37B65081}" type="presParOf" srcId="{320EE0A9-2CC8-4D84-A075-6BDA003AA351}" destId="{327B0D6E-FD60-4DA0-ABE2-6C98E1510ADA}" srcOrd="9" destOrd="0" presId="urn:microsoft.com/office/officeart/2005/8/layout/default"/>
    <dgm:cxn modelId="{32869B68-C00C-465C-81CC-56AAB7D7B634}" type="presParOf" srcId="{320EE0A9-2CC8-4D84-A075-6BDA003AA351}" destId="{49013F23-7C6B-40D8-8C37-69DE5F069267}" srcOrd="10" destOrd="0" presId="urn:microsoft.com/office/officeart/2005/8/layout/default"/>
    <dgm:cxn modelId="{46339BC0-3356-4B4D-9417-CDFB706DB818}" type="presParOf" srcId="{320EE0A9-2CC8-4D84-A075-6BDA003AA351}" destId="{3376B01D-EB36-4F9F-B3C7-F7263E0D76E0}" srcOrd="11" destOrd="0" presId="urn:microsoft.com/office/officeart/2005/8/layout/default"/>
    <dgm:cxn modelId="{F30A94BC-EF2D-451E-BF79-B8C24C80ABD2}" type="presParOf" srcId="{320EE0A9-2CC8-4D84-A075-6BDA003AA351}" destId="{D08E26CE-23CA-4E7A-9451-19C64F03307A}" srcOrd="12" destOrd="0" presId="urn:microsoft.com/office/officeart/2005/8/layout/default"/>
    <dgm:cxn modelId="{CDA84CC3-32D9-4371-83E9-E2F5BE3F6E03}" type="presParOf" srcId="{320EE0A9-2CC8-4D84-A075-6BDA003AA351}" destId="{C9C37C1F-2FCE-44C6-8CF8-1003B412F39D}" srcOrd="13" destOrd="0" presId="urn:microsoft.com/office/officeart/2005/8/layout/default"/>
    <dgm:cxn modelId="{F57DEC88-9F21-4814-94BE-F0F7FCB4CA5A}" type="presParOf" srcId="{320EE0A9-2CC8-4D84-A075-6BDA003AA351}" destId="{0F58797D-AA87-4E0D-9CB9-B65BBF71DF6A}" srcOrd="14" destOrd="0" presId="urn:microsoft.com/office/officeart/2005/8/layout/default"/>
    <dgm:cxn modelId="{727195A5-252D-4F16-88F9-2CC0BFA4F858}" type="presParOf" srcId="{320EE0A9-2CC8-4D84-A075-6BDA003AA351}" destId="{015587C6-8D50-4A04-8B9C-2AEAAC0955E8}" srcOrd="15" destOrd="0" presId="urn:microsoft.com/office/officeart/2005/8/layout/default"/>
    <dgm:cxn modelId="{91A8FBE6-94A0-42D5-8FF8-8550FAAF6014}" type="presParOf" srcId="{320EE0A9-2CC8-4D84-A075-6BDA003AA351}" destId="{8018D40C-4E74-4E9E-B300-48F4B6DFD167}" srcOrd="16" destOrd="0" presId="urn:microsoft.com/office/officeart/2005/8/layout/default"/>
    <dgm:cxn modelId="{82619C2F-ABD9-442D-B03F-6BA6F08872C9}" type="presParOf" srcId="{320EE0A9-2CC8-4D84-A075-6BDA003AA351}" destId="{CD02D115-D3FB-4576-B484-638D0DDC6257}" srcOrd="17" destOrd="0" presId="urn:microsoft.com/office/officeart/2005/8/layout/default"/>
    <dgm:cxn modelId="{B2F0226A-7AE5-440E-A202-D4AC41BBC799}" type="presParOf" srcId="{320EE0A9-2CC8-4D84-A075-6BDA003AA351}" destId="{FA437C57-776A-4AFA-ABCD-57884F64A34D}" srcOrd="18" destOrd="0" presId="urn:microsoft.com/office/officeart/2005/8/layout/default"/>
    <dgm:cxn modelId="{2D3A9C9D-4EBB-411A-958A-9CCF49F2F299}" type="presParOf" srcId="{320EE0A9-2CC8-4D84-A075-6BDA003AA351}" destId="{C23B3B77-6F97-437C-8D76-05886C430B39}" srcOrd="19" destOrd="0" presId="urn:microsoft.com/office/officeart/2005/8/layout/default"/>
    <dgm:cxn modelId="{BAC95744-D7C9-478E-A40D-BAC414D0393B}" type="presParOf" srcId="{320EE0A9-2CC8-4D84-A075-6BDA003AA351}" destId="{77AA0762-FC7C-400E-9AD6-E4F2DE6DDFE9}" srcOrd="20" destOrd="0" presId="urn:microsoft.com/office/officeart/2005/8/layout/default"/>
    <dgm:cxn modelId="{CB82FD46-165D-4737-876C-A756453F3A30}" type="presParOf" srcId="{320EE0A9-2CC8-4D84-A075-6BDA003AA351}" destId="{4F6F8D4F-585B-4719-B676-E1FF324DD75A}" srcOrd="21" destOrd="0" presId="urn:microsoft.com/office/officeart/2005/8/layout/default"/>
    <dgm:cxn modelId="{ED0B3029-44F8-46F0-8A1C-6BCEC5D21807}" type="presParOf" srcId="{320EE0A9-2CC8-4D84-A075-6BDA003AA351}" destId="{0251AE3A-4508-4D52-B9C7-14C878ABAA64}" srcOrd="22" destOrd="0" presId="urn:microsoft.com/office/officeart/2005/8/layout/default"/>
    <dgm:cxn modelId="{045A7E00-FC6C-4A5A-9EBD-F81D5A6243A8}" type="presParOf" srcId="{320EE0A9-2CC8-4D84-A075-6BDA003AA351}" destId="{D1C952AF-9E2C-4C71-9C0E-BB6340EA7228}" srcOrd="23" destOrd="0" presId="urn:microsoft.com/office/officeart/2005/8/layout/default"/>
    <dgm:cxn modelId="{A02E0726-8502-4C81-AE05-BCA46E2C9AA6}" type="presParOf" srcId="{320EE0A9-2CC8-4D84-A075-6BDA003AA351}" destId="{27BFD58A-0C43-42AE-8078-D8EA7BCAC93A}" srcOrd="24" destOrd="0" presId="urn:microsoft.com/office/officeart/2005/8/layout/default"/>
    <dgm:cxn modelId="{8FA8C76A-6C4A-4E87-9149-CE49DCF6BC4C}" type="presParOf" srcId="{320EE0A9-2CC8-4D84-A075-6BDA003AA351}" destId="{64C808CD-8D61-496A-A4EE-22CEE8899FA0}" srcOrd="25" destOrd="0" presId="urn:microsoft.com/office/officeart/2005/8/layout/default"/>
    <dgm:cxn modelId="{674987E3-BFC0-4C08-93D9-9263AE88FD0D}" type="presParOf" srcId="{320EE0A9-2CC8-4D84-A075-6BDA003AA351}" destId="{E9C185A6-4F97-48F6-BF85-4998035E3A17}" srcOrd="26" destOrd="0" presId="urn:microsoft.com/office/officeart/2005/8/layout/default"/>
    <dgm:cxn modelId="{40CFFE63-48CB-4269-93B3-1EB2C7AAAD7F}" type="presParOf" srcId="{320EE0A9-2CC8-4D84-A075-6BDA003AA351}" destId="{17B99131-0E35-4348-9388-3DE9DE462930}" srcOrd="27" destOrd="0" presId="urn:microsoft.com/office/officeart/2005/8/layout/default"/>
    <dgm:cxn modelId="{CE652018-143A-4CF7-ABA7-3AB25BC0668A}" type="presParOf" srcId="{320EE0A9-2CC8-4D84-A075-6BDA003AA351}" destId="{83DE4474-9809-442F-B699-8470E834F599}" srcOrd="28" destOrd="0" presId="urn:microsoft.com/office/officeart/2005/8/layout/default"/>
    <dgm:cxn modelId="{10997D59-B59E-4FF7-B711-4CE292AD5F63}" type="presParOf" srcId="{320EE0A9-2CC8-4D84-A075-6BDA003AA351}" destId="{C03FE5C9-7146-4BC2-9EDE-3F41CC446C82}" srcOrd="29" destOrd="0" presId="urn:microsoft.com/office/officeart/2005/8/layout/default"/>
    <dgm:cxn modelId="{6C13C65D-99FF-438D-8140-CD4ABF3A245B}" type="presParOf" srcId="{320EE0A9-2CC8-4D84-A075-6BDA003AA351}" destId="{E245F61B-C205-4F0A-9A3A-DB05BB37FE2D}" srcOrd="30" destOrd="0" presId="urn:microsoft.com/office/officeart/2005/8/layout/default"/>
    <dgm:cxn modelId="{9FF224D0-C37C-4B7B-8235-6A42C0DF9F93}" type="presParOf" srcId="{320EE0A9-2CC8-4D84-A075-6BDA003AA351}" destId="{C8A23870-0CD2-491B-9A77-D81D1E0451A9}" srcOrd="31" destOrd="0" presId="urn:microsoft.com/office/officeart/2005/8/layout/default"/>
    <dgm:cxn modelId="{63A7EE84-1781-46D7-B5BD-DD2B20004460}" type="presParOf" srcId="{320EE0A9-2CC8-4D84-A075-6BDA003AA351}" destId="{9E0C265A-0E76-4426-BF43-E9406369EBE3}" srcOrd="32" destOrd="0" presId="urn:microsoft.com/office/officeart/2005/8/layout/default"/>
    <dgm:cxn modelId="{F677ED89-44CA-4DC1-BE03-85BC771DF274}" type="presParOf" srcId="{320EE0A9-2CC8-4D84-A075-6BDA003AA351}" destId="{EAE9ED90-E53C-485B-B9DA-79326C521350}" srcOrd="33" destOrd="0" presId="urn:microsoft.com/office/officeart/2005/8/layout/default"/>
    <dgm:cxn modelId="{2EB29499-4BDC-401A-B9C1-6D8E12FA4248}" type="presParOf" srcId="{320EE0A9-2CC8-4D84-A075-6BDA003AA351}" destId="{3A85C085-5E09-42B1-B3CF-364CFB235C31}" srcOrd="34" destOrd="0" presId="urn:microsoft.com/office/officeart/2005/8/layout/default"/>
    <dgm:cxn modelId="{46125ECE-A9D2-455C-B03C-FB0C75BD3709}" type="presParOf" srcId="{320EE0A9-2CC8-4D84-A075-6BDA003AA351}" destId="{10952889-9F96-4370-B44F-CEB970335BD4}" srcOrd="35" destOrd="0" presId="urn:microsoft.com/office/officeart/2005/8/layout/default"/>
    <dgm:cxn modelId="{92B4C445-7D49-4EA5-BCAE-249E5506DCD4}" type="presParOf" srcId="{320EE0A9-2CC8-4D84-A075-6BDA003AA351}" destId="{3FDB66E7-9307-4D5C-9BF8-43BFF96782C8}" srcOrd="36" destOrd="0" presId="urn:microsoft.com/office/officeart/2005/8/layout/default"/>
    <dgm:cxn modelId="{BA4880E6-C4FF-4367-BD2D-83C53AA740D8}" type="presParOf" srcId="{320EE0A9-2CC8-4D84-A075-6BDA003AA351}" destId="{90DDCA79-4DD7-4A76-A7D3-95AFDFEF3ECA}" srcOrd="37" destOrd="0" presId="urn:microsoft.com/office/officeart/2005/8/layout/default"/>
    <dgm:cxn modelId="{8F8904AC-7278-4492-B978-AA3E519E15F0}" type="presParOf" srcId="{320EE0A9-2CC8-4D84-A075-6BDA003AA351}" destId="{0EE0FDAC-F332-4B32-843C-B981E24B6B5C}" srcOrd="3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EDB1520-26FB-46B3-8674-BB2301297E4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E7416FC-D35D-4DB5-896C-AD61D1738793}">
      <dgm:prSet phldrT="[Текст]"/>
      <dgm:spPr/>
      <dgm:t>
        <a:bodyPr/>
        <a:lstStyle/>
        <a:p>
          <a:r>
            <a:rPr lang="ru-RU"/>
            <a:t>Организационные</a:t>
          </a:r>
          <a:endParaRPr lang="ru-RU" dirty="0"/>
        </a:p>
      </dgm:t>
    </dgm:pt>
    <dgm:pt modelId="{2F5338B7-8649-4AD1-8DF4-DCCE2BA93181}" type="parTrans" cxnId="{10D1B766-DBA9-445B-9769-AFF97AA519D6}">
      <dgm:prSet/>
      <dgm:spPr/>
      <dgm:t>
        <a:bodyPr/>
        <a:lstStyle/>
        <a:p>
          <a:endParaRPr lang="ru-RU"/>
        </a:p>
      </dgm:t>
    </dgm:pt>
    <dgm:pt modelId="{D466BE62-6624-492C-B787-58D572A1E470}" type="sibTrans" cxnId="{10D1B766-DBA9-445B-9769-AFF97AA519D6}">
      <dgm:prSet/>
      <dgm:spPr/>
      <dgm:t>
        <a:bodyPr/>
        <a:lstStyle/>
        <a:p>
          <a:endParaRPr lang="ru-RU"/>
        </a:p>
      </dgm:t>
    </dgm:pt>
    <dgm:pt modelId="{30B7F31D-515A-45AF-8520-2F88963FA4DB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Устав</a:t>
          </a:r>
        </a:p>
      </dgm:t>
    </dgm:pt>
    <dgm:pt modelId="{21B83D52-A001-42FF-B0F4-841B66A36C4F}" type="parTrans" cxnId="{090B9402-8984-4BF8-A391-A693C4CF8016}">
      <dgm:prSet/>
      <dgm:spPr/>
      <dgm:t>
        <a:bodyPr/>
        <a:lstStyle/>
        <a:p>
          <a:endParaRPr lang="ru-RU"/>
        </a:p>
      </dgm:t>
    </dgm:pt>
    <dgm:pt modelId="{CC95FFC8-1BB0-4202-805F-72480134719B}" type="sibTrans" cxnId="{090B9402-8984-4BF8-A391-A693C4CF8016}">
      <dgm:prSet/>
      <dgm:spPr/>
      <dgm:t>
        <a:bodyPr/>
        <a:lstStyle/>
        <a:p>
          <a:endParaRPr lang="ru-RU"/>
        </a:p>
      </dgm:t>
    </dgm:pt>
    <dgm:pt modelId="{032389AA-1E65-4343-A102-5A10AC0BF2E6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Положение</a:t>
          </a:r>
        </a:p>
      </dgm:t>
    </dgm:pt>
    <dgm:pt modelId="{7AA006EE-B725-443C-A746-3C6A95BBD693}" type="parTrans" cxnId="{12FC4EFE-8786-455A-8646-7B7D9B4908C9}">
      <dgm:prSet/>
      <dgm:spPr/>
      <dgm:t>
        <a:bodyPr/>
        <a:lstStyle/>
        <a:p>
          <a:endParaRPr lang="ru-RU"/>
        </a:p>
      </dgm:t>
    </dgm:pt>
    <dgm:pt modelId="{C80702B9-CACD-4364-A8C2-3C8B55465486}" type="sibTrans" cxnId="{12FC4EFE-8786-455A-8646-7B7D9B4908C9}">
      <dgm:prSet/>
      <dgm:spPr/>
      <dgm:t>
        <a:bodyPr/>
        <a:lstStyle/>
        <a:p>
          <a:endParaRPr lang="ru-RU"/>
        </a:p>
      </dgm:t>
    </dgm:pt>
    <dgm:pt modelId="{3DBFD515-B8FD-4B25-A879-96D949F2E46B}">
      <dgm:prSet phldrT="[Текст]"/>
      <dgm:spPr/>
      <dgm:t>
        <a:bodyPr/>
        <a:lstStyle/>
        <a:p>
          <a:r>
            <a:rPr lang="ru-RU" b="1"/>
            <a:t>Распорядительные</a:t>
          </a:r>
          <a:endParaRPr lang="ru-RU" b="1" dirty="0"/>
        </a:p>
      </dgm:t>
    </dgm:pt>
    <dgm:pt modelId="{9C12624B-193E-4520-BE20-5D86D7314B64}" type="parTrans" cxnId="{D8AC6E6A-7110-4547-8891-51B85F6A2FEA}">
      <dgm:prSet/>
      <dgm:spPr/>
      <dgm:t>
        <a:bodyPr/>
        <a:lstStyle/>
        <a:p>
          <a:endParaRPr lang="ru-RU"/>
        </a:p>
      </dgm:t>
    </dgm:pt>
    <dgm:pt modelId="{3ABDD54F-5B46-4AF9-9D74-5E0F8A1B3098}" type="sibTrans" cxnId="{D8AC6E6A-7110-4547-8891-51B85F6A2FEA}">
      <dgm:prSet/>
      <dgm:spPr/>
      <dgm:t>
        <a:bodyPr/>
        <a:lstStyle/>
        <a:p>
          <a:endParaRPr lang="ru-RU"/>
        </a:p>
      </dgm:t>
    </dgm:pt>
    <dgm:pt modelId="{FBE52F2F-44FB-43F1-83BF-68580B81D0E3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Указ</a:t>
          </a:r>
        </a:p>
      </dgm:t>
    </dgm:pt>
    <dgm:pt modelId="{185172C4-9254-4E9D-A2B3-395235756276}" type="parTrans" cxnId="{1B92E38F-27BF-4C4A-9AA8-560DFF3D2A94}">
      <dgm:prSet/>
      <dgm:spPr/>
      <dgm:t>
        <a:bodyPr/>
        <a:lstStyle/>
        <a:p>
          <a:endParaRPr lang="ru-RU"/>
        </a:p>
      </dgm:t>
    </dgm:pt>
    <dgm:pt modelId="{176D760F-E594-4259-AD1A-39A4E060C209}" type="sibTrans" cxnId="{1B92E38F-27BF-4C4A-9AA8-560DFF3D2A94}">
      <dgm:prSet/>
      <dgm:spPr/>
      <dgm:t>
        <a:bodyPr/>
        <a:lstStyle/>
        <a:p>
          <a:endParaRPr lang="ru-RU"/>
        </a:p>
      </dgm:t>
    </dgm:pt>
    <dgm:pt modelId="{D96DE571-A4DE-4075-A3E7-08697066D855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Постановление</a:t>
          </a:r>
        </a:p>
      </dgm:t>
    </dgm:pt>
    <dgm:pt modelId="{D6A61A00-282B-41C7-AB60-859E2053A525}" type="parTrans" cxnId="{898F4189-46E9-4A6E-B6D2-FCF0B031B2B1}">
      <dgm:prSet/>
      <dgm:spPr/>
      <dgm:t>
        <a:bodyPr/>
        <a:lstStyle/>
        <a:p>
          <a:endParaRPr lang="ru-RU"/>
        </a:p>
      </dgm:t>
    </dgm:pt>
    <dgm:pt modelId="{57899187-5FB3-4165-AB6D-251568419331}" type="sibTrans" cxnId="{898F4189-46E9-4A6E-B6D2-FCF0B031B2B1}">
      <dgm:prSet/>
      <dgm:spPr/>
      <dgm:t>
        <a:bodyPr/>
        <a:lstStyle/>
        <a:p>
          <a:endParaRPr lang="ru-RU"/>
        </a:p>
      </dgm:t>
    </dgm:pt>
    <dgm:pt modelId="{1EDC0529-E631-4615-AD46-3013C1B92CF9}">
      <dgm:prSet phldrT="[Текст]"/>
      <dgm:spPr/>
      <dgm:t>
        <a:bodyPr/>
        <a:lstStyle/>
        <a:p>
          <a:r>
            <a:rPr lang="ru-RU"/>
            <a:t>Информационно-справочные</a:t>
          </a:r>
          <a:endParaRPr lang="ru-RU" dirty="0"/>
        </a:p>
      </dgm:t>
    </dgm:pt>
    <dgm:pt modelId="{CA275E91-F933-4312-BEC5-85AB823BF669}" type="parTrans" cxnId="{BDC45733-DE36-434A-B36E-C5716886F2A4}">
      <dgm:prSet/>
      <dgm:spPr/>
      <dgm:t>
        <a:bodyPr/>
        <a:lstStyle/>
        <a:p>
          <a:endParaRPr lang="ru-RU"/>
        </a:p>
      </dgm:t>
    </dgm:pt>
    <dgm:pt modelId="{78013BED-6403-4F0D-97A8-A8FD9163B7DD}" type="sibTrans" cxnId="{BDC45733-DE36-434A-B36E-C5716886F2A4}">
      <dgm:prSet/>
      <dgm:spPr/>
      <dgm:t>
        <a:bodyPr/>
        <a:lstStyle/>
        <a:p>
          <a:endParaRPr lang="ru-RU"/>
        </a:p>
      </dgm:t>
    </dgm:pt>
    <dgm:pt modelId="{8036177C-1074-42ED-A3C5-C9B2EC317262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Служебная записка</a:t>
          </a:r>
        </a:p>
      </dgm:t>
    </dgm:pt>
    <dgm:pt modelId="{2E359432-1BDE-4725-BAB6-C091A892810B}" type="parTrans" cxnId="{EA46BCA3-6194-42A7-92A7-F81A4BB48FFE}">
      <dgm:prSet/>
      <dgm:spPr/>
      <dgm:t>
        <a:bodyPr/>
        <a:lstStyle/>
        <a:p>
          <a:endParaRPr lang="ru-RU"/>
        </a:p>
      </dgm:t>
    </dgm:pt>
    <dgm:pt modelId="{2AB1BEDF-A452-4A17-BBC1-67582B201F6B}" type="sibTrans" cxnId="{EA46BCA3-6194-42A7-92A7-F81A4BB48FFE}">
      <dgm:prSet/>
      <dgm:spPr/>
      <dgm:t>
        <a:bodyPr/>
        <a:lstStyle/>
        <a:p>
          <a:endParaRPr lang="ru-RU"/>
        </a:p>
      </dgm:t>
    </dgm:pt>
    <dgm:pt modelId="{11C0DF89-0B3E-4EB9-9329-CB626A9F06FD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Протокол</a:t>
          </a:r>
        </a:p>
      </dgm:t>
    </dgm:pt>
    <dgm:pt modelId="{E5322677-2C12-4889-BF17-F964AF830789}" type="parTrans" cxnId="{D7625882-9DD1-4042-A0B1-E201985E3CCB}">
      <dgm:prSet/>
      <dgm:spPr/>
      <dgm:t>
        <a:bodyPr/>
        <a:lstStyle/>
        <a:p>
          <a:endParaRPr lang="ru-RU"/>
        </a:p>
      </dgm:t>
    </dgm:pt>
    <dgm:pt modelId="{3A481D26-6F1A-4E82-B666-F66A079515B0}" type="sibTrans" cxnId="{D7625882-9DD1-4042-A0B1-E201985E3CCB}">
      <dgm:prSet/>
      <dgm:spPr/>
      <dgm:t>
        <a:bodyPr/>
        <a:lstStyle/>
        <a:p>
          <a:endParaRPr lang="ru-RU"/>
        </a:p>
      </dgm:t>
    </dgm:pt>
    <dgm:pt modelId="{99F19F76-7E74-4E6D-BF68-FE938CB17DFA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Правила (</a:t>
          </a:r>
          <a:r>
            <a:rPr lang="ru-RU" i="1" dirty="0"/>
            <a:t>служебного поведения, трудового распорядка</a:t>
          </a:r>
          <a:r>
            <a:rPr lang="ru-RU" dirty="0"/>
            <a:t>)</a:t>
          </a:r>
        </a:p>
      </dgm:t>
    </dgm:pt>
    <dgm:pt modelId="{A0A15A10-FD0C-4031-8589-1109E6C7DAE8}" type="parTrans" cxnId="{8837FCE6-F7F0-45EE-8A56-25736C573BB2}">
      <dgm:prSet/>
      <dgm:spPr/>
      <dgm:t>
        <a:bodyPr/>
        <a:lstStyle/>
        <a:p>
          <a:endParaRPr lang="ru-RU"/>
        </a:p>
      </dgm:t>
    </dgm:pt>
    <dgm:pt modelId="{839696F6-780C-4590-A1AE-9553FFD211FA}" type="sibTrans" cxnId="{8837FCE6-F7F0-45EE-8A56-25736C573BB2}">
      <dgm:prSet/>
      <dgm:spPr/>
      <dgm:t>
        <a:bodyPr/>
        <a:lstStyle/>
        <a:p>
          <a:endParaRPr lang="ru-RU"/>
        </a:p>
      </dgm:t>
    </dgm:pt>
    <dgm:pt modelId="{2813848A-4E31-4654-91D5-6157186FC774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Инструкции (</a:t>
          </a:r>
          <a:r>
            <a:rPr lang="ru-RU" i="1" dirty="0"/>
            <a:t>делопроизводства</a:t>
          </a:r>
          <a:r>
            <a:rPr lang="ru-RU" dirty="0"/>
            <a:t>)</a:t>
          </a:r>
        </a:p>
      </dgm:t>
    </dgm:pt>
    <dgm:pt modelId="{82F2BEC8-0048-41D4-80E1-BCFBAD960A64}" type="parTrans" cxnId="{2F77A8A9-4309-424B-9D5C-ACF0D62014D1}">
      <dgm:prSet/>
      <dgm:spPr/>
      <dgm:t>
        <a:bodyPr/>
        <a:lstStyle/>
        <a:p>
          <a:endParaRPr lang="ru-RU"/>
        </a:p>
      </dgm:t>
    </dgm:pt>
    <dgm:pt modelId="{47C51CA2-1273-40DD-8A55-181643D05F91}" type="sibTrans" cxnId="{2F77A8A9-4309-424B-9D5C-ACF0D62014D1}">
      <dgm:prSet/>
      <dgm:spPr/>
      <dgm:t>
        <a:bodyPr/>
        <a:lstStyle/>
        <a:p>
          <a:endParaRPr lang="ru-RU"/>
        </a:p>
      </dgm:t>
    </dgm:pt>
    <dgm:pt modelId="{A1E64CE9-4010-4C6E-98CD-262ECD7956D0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Регламент (</a:t>
          </a:r>
          <a:r>
            <a:rPr lang="ru-RU" i="1" dirty="0"/>
            <a:t>должностной</a:t>
          </a:r>
          <a:r>
            <a:rPr lang="ru-RU" dirty="0"/>
            <a:t>) </a:t>
          </a:r>
        </a:p>
      </dgm:t>
    </dgm:pt>
    <dgm:pt modelId="{C5B29AA1-81C4-4138-8264-268E352421BD}" type="parTrans" cxnId="{9B2B04A2-C01A-4FF9-BF95-04953C96DCF5}">
      <dgm:prSet/>
      <dgm:spPr/>
      <dgm:t>
        <a:bodyPr/>
        <a:lstStyle/>
        <a:p>
          <a:endParaRPr lang="ru-RU"/>
        </a:p>
      </dgm:t>
    </dgm:pt>
    <dgm:pt modelId="{190C3EE8-E749-40D2-ABDC-797EB4E4DEB8}" type="sibTrans" cxnId="{9B2B04A2-C01A-4FF9-BF95-04953C96DCF5}">
      <dgm:prSet/>
      <dgm:spPr/>
      <dgm:t>
        <a:bodyPr/>
        <a:lstStyle/>
        <a:p>
          <a:endParaRPr lang="ru-RU"/>
        </a:p>
      </dgm:t>
    </dgm:pt>
    <dgm:pt modelId="{233E3D23-855A-4599-9124-766CBA28232B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Штатное расписание</a:t>
          </a:r>
        </a:p>
      </dgm:t>
    </dgm:pt>
    <dgm:pt modelId="{32D29FF5-6A98-4952-8F55-BC8125A903F7}" type="parTrans" cxnId="{8C68B1A6-1252-4D3A-BB6E-2A98D246C1EE}">
      <dgm:prSet/>
      <dgm:spPr/>
      <dgm:t>
        <a:bodyPr/>
        <a:lstStyle/>
        <a:p>
          <a:endParaRPr lang="ru-RU"/>
        </a:p>
      </dgm:t>
    </dgm:pt>
    <dgm:pt modelId="{7363DF06-6957-424D-8122-04F612D21731}" type="sibTrans" cxnId="{8C68B1A6-1252-4D3A-BB6E-2A98D246C1EE}">
      <dgm:prSet/>
      <dgm:spPr/>
      <dgm:t>
        <a:bodyPr/>
        <a:lstStyle/>
        <a:p>
          <a:endParaRPr lang="ru-RU"/>
        </a:p>
      </dgm:t>
    </dgm:pt>
    <dgm:pt modelId="{F3A5AA8B-D1AA-469F-85D8-B70CA09DA97D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И другие… (</a:t>
          </a:r>
          <a:r>
            <a:rPr lang="ru-RU" i="1" dirty="0"/>
            <a:t>договор</a:t>
          </a:r>
          <a:r>
            <a:rPr lang="ru-RU" dirty="0"/>
            <a:t>)</a:t>
          </a:r>
        </a:p>
      </dgm:t>
    </dgm:pt>
    <dgm:pt modelId="{A2836319-27C6-4CFD-AF6A-E913F7717EA9}" type="parTrans" cxnId="{E8B3F383-E646-4BDF-AD3C-600660CCD1A0}">
      <dgm:prSet/>
      <dgm:spPr/>
      <dgm:t>
        <a:bodyPr/>
        <a:lstStyle/>
        <a:p>
          <a:endParaRPr lang="ru-RU"/>
        </a:p>
      </dgm:t>
    </dgm:pt>
    <dgm:pt modelId="{4EE5CF6D-504C-4C61-8001-B7926119C049}" type="sibTrans" cxnId="{E8B3F383-E646-4BDF-AD3C-600660CCD1A0}">
      <dgm:prSet/>
      <dgm:spPr/>
      <dgm:t>
        <a:bodyPr/>
        <a:lstStyle/>
        <a:p>
          <a:endParaRPr lang="ru-RU"/>
        </a:p>
      </dgm:t>
    </dgm:pt>
    <dgm:pt modelId="{391D7870-407A-4DDE-AAB3-903E87EA9340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Распоряжение</a:t>
          </a:r>
        </a:p>
      </dgm:t>
    </dgm:pt>
    <dgm:pt modelId="{2A99F533-BE40-4A42-9C01-1419F153D28D}" type="parTrans" cxnId="{2E8F0B14-48FD-41EC-812C-F0A06D2DD8DC}">
      <dgm:prSet/>
      <dgm:spPr/>
      <dgm:t>
        <a:bodyPr/>
        <a:lstStyle/>
        <a:p>
          <a:endParaRPr lang="ru-RU"/>
        </a:p>
      </dgm:t>
    </dgm:pt>
    <dgm:pt modelId="{98BF3A3C-4EC5-41C7-B58C-9F89500E8422}" type="sibTrans" cxnId="{2E8F0B14-48FD-41EC-812C-F0A06D2DD8DC}">
      <dgm:prSet/>
      <dgm:spPr/>
      <dgm:t>
        <a:bodyPr/>
        <a:lstStyle/>
        <a:p>
          <a:endParaRPr lang="ru-RU"/>
        </a:p>
      </dgm:t>
    </dgm:pt>
    <dgm:pt modelId="{CA8C0772-D1CD-4A7C-98D6-9F2C24918A88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Решение</a:t>
          </a:r>
        </a:p>
      </dgm:t>
    </dgm:pt>
    <dgm:pt modelId="{2409F0D2-5FC1-44F1-9A0A-229F0442F022}" type="parTrans" cxnId="{566DF465-6BD9-4203-A973-89E6C6A45EA3}">
      <dgm:prSet/>
      <dgm:spPr/>
      <dgm:t>
        <a:bodyPr/>
        <a:lstStyle/>
        <a:p>
          <a:endParaRPr lang="ru-RU"/>
        </a:p>
      </dgm:t>
    </dgm:pt>
    <dgm:pt modelId="{B904BD77-D260-4595-A19F-9E3941C015DF}" type="sibTrans" cxnId="{566DF465-6BD9-4203-A973-89E6C6A45EA3}">
      <dgm:prSet/>
      <dgm:spPr/>
      <dgm:t>
        <a:bodyPr/>
        <a:lstStyle/>
        <a:p>
          <a:endParaRPr lang="ru-RU"/>
        </a:p>
      </dgm:t>
    </dgm:pt>
    <dgm:pt modelId="{F265EE6A-62C2-4BEF-ACC1-5BBFC67E9667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Справка</a:t>
          </a:r>
        </a:p>
      </dgm:t>
    </dgm:pt>
    <dgm:pt modelId="{A144550F-13DE-4A2B-B8BA-9210533840E1}" type="parTrans" cxnId="{7130E168-51C4-4B8F-BDE7-596DB18D00B6}">
      <dgm:prSet/>
      <dgm:spPr/>
      <dgm:t>
        <a:bodyPr/>
        <a:lstStyle/>
        <a:p>
          <a:endParaRPr lang="ru-RU"/>
        </a:p>
      </dgm:t>
    </dgm:pt>
    <dgm:pt modelId="{60D353B7-1023-4A06-A9EF-C6708D3B6128}" type="sibTrans" cxnId="{7130E168-51C4-4B8F-BDE7-596DB18D00B6}">
      <dgm:prSet/>
      <dgm:spPr/>
      <dgm:t>
        <a:bodyPr/>
        <a:lstStyle/>
        <a:p>
          <a:endParaRPr lang="ru-RU"/>
        </a:p>
      </dgm:t>
    </dgm:pt>
    <dgm:pt modelId="{537E72D2-0935-4736-B667-5C7AA8837A9A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Акт</a:t>
          </a:r>
        </a:p>
      </dgm:t>
    </dgm:pt>
    <dgm:pt modelId="{F3EE72F0-5931-4460-AE35-00A93EC56E98}" type="parTrans" cxnId="{A63AFFC4-CA62-41DE-BEB3-7D478097B9C9}">
      <dgm:prSet/>
      <dgm:spPr/>
      <dgm:t>
        <a:bodyPr/>
        <a:lstStyle/>
        <a:p>
          <a:endParaRPr lang="ru-RU"/>
        </a:p>
      </dgm:t>
    </dgm:pt>
    <dgm:pt modelId="{059B2CC2-A865-4647-8317-56353DA5E702}" type="sibTrans" cxnId="{A63AFFC4-CA62-41DE-BEB3-7D478097B9C9}">
      <dgm:prSet/>
      <dgm:spPr/>
      <dgm:t>
        <a:bodyPr/>
        <a:lstStyle/>
        <a:p>
          <a:endParaRPr lang="ru-RU"/>
        </a:p>
      </dgm:t>
    </dgm:pt>
    <dgm:pt modelId="{04CEC6A5-CE84-457E-BA47-0AD0EC76E197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И другие… </a:t>
          </a:r>
          <a:br>
            <a:rPr lang="ru-RU" dirty="0"/>
          </a:br>
          <a:r>
            <a:rPr lang="ru-RU" dirty="0"/>
            <a:t>(</a:t>
          </a:r>
          <a:r>
            <a:rPr lang="ru-RU" i="1" dirty="0"/>
            <a:t>докладная записка, служебное письмо</a:t>
          </a:r>
          <a:r>
            <a:rPr lang="ru-RU" dirty="0"/>
            <a:t>)</a:t>
          </a:r>
        </a:p>
      </dgm:t>
    </dgm:pt>
    <dgm:pt modelId="{A88B9F46-A2C4-4BA0-9DD4-FD1658E0698F}" type="parTrans" cxnId="{54F42EFB-C12C-4782-8276-BB6E5039EAC9}">
      <dgm:prSet/>
      <dgm:spPr/>
      <dgm:t>
        <a:bodyPr/>
        <a:lstStyle/>
        <a:p>
          <a:endParaRPr lang="ru-RU"/>
        </a:p>
      </dgm:t>
    </dgm:pt>
    <dgm:pt modelId="{CFADD926-FC4F-427B-8EEF-CD9D06867728}" type="sibTrans" cxnId="{54F42EFB-C12C-4782-8276-BB6E5039EAC9}">
      <dgm:prSet/>
      <dgm:spPr/>
      <dgm:t>
        <a:bodyPr/>
        <a:lstStyle/>
        <a:p>
          <a:endParaRPr lang="ru-RU"/>
        </a:p>
      </dgm:t>
    </dgm:pt>
    <dgm:pt modelId="{051EFBE4-81F9-4FC5-A356-5BE1884B3067}">
      <dgm:prSet phldrT="[Текст]"/>
      <dgm:spPr/>
      <dgm:t>
        <a:bodyPr/>
        <a:lstStyle/>
        <a:p>
          <a:pPr>
            <a:lnSpc>
              <a:spcPct val="100000"/>
            </a:lnSpc>
          </a:pPr>
          <a:endParaRPr lang="ru-RU" dirty="0"/>
        </a:p>
      </dgm:t>
    </dgm:pt>
    <dgm:pt modelId="{E791D1F4-C535-4577-965F-268020864B54}" type="parTrans" cxnId="{97C2921A-C93E-4322-B10F-128CA6536C05}">
      <dgm:prSet/>
      <dgm:spPr/>
      <dgm:t>
        <a:bodyPr/>
        <a:lstStyle/>
        <a:p>
          <a:endParaRPr lang="ru-RU"/>
        </a:p>
      </dgm:t>
    </dgm:pt>
    <dgm:pt modelId="{C8712B74-66A3-47C0-8FDC-C320A95A850A}" type="sibTrans" cxnId="{97C2921A-C93E-4322-B10F-128CA6536C05}">
      <dgm:prSet/>
      <dgm:spPr/>
      <dgm:t>
        <a:bodyPr/>
        <a:lstStyle/>
        <a:p>
          <a:endParaRPr lang="ru-RU"/>
        </a:p>
      </dgm:t>
    </dgm:pt>
    <dgm:pt modelId="{13924EA6-287E-4422-9DD3-8EE680F741ED}">
      <dgm:prSet phldrT="[Текст]"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Приказ</a:t>
          </a:r>
        </a:p>
      </dgm:t>
    </dgm:pt>
    <dgm:pt modelId="{415ACA8E-6B79-4D48-B0C2-AA00358CF763}" type="parTrans" cxnId="{4F7985EA-C243-430E-BC7D-AFC20A52983D}">
      <dgm:prSet/>
      <dgm:spPr/>
      <dgm:t>
        <a:bodyPr/>
        <a:lstStyle/>
        <a:p>
          <a:endParaRPr lang="ru-RU"/>
        </a:p>
      </dgm:t>
    </dgm:pt>
    <dgm:pt modelId="{A54DC106-A79F-44FE-8882-E7C876DA3E86}" type="sibTrans" cxnId="{4F7985EA-C243-430E-BC7D-AFC20A52983D}">
      <dgm:prSet/>
      <dgm:spPr/>
      <dgm:t>
        <a:bodyPr/>
        <a:lstStyle/>
        <a:p>
          <a:endParaRPr lang="ru-RU"/>
        </a:p>
      </dgm:t>
    </dgm:pt>
    <dgm:pt modelId="{2ED1715C-4D09-4B9A-9AB1-F44CF9308990}" type="pres">
      <dgm:prSet presAssocID="{7EDB1520-26FB-46B3-8674-BB2301297E49}" presName="Name0" presStyleCnt="0">
        <dgm:presLayoutVars>
          <dgm:dir/>
          <dgm:animLvl val="lvl"/>
          <dgm:resizeHandles val="exact"/>
        </dgm:presLayoutVars>
      </dgm:prSet>
      <dgm:spPr/>
    </dgm:pt>
    <dgm:pt modelId="{17BE3D08-F84A-4341-AC27-AD044CB77F48}" type="pres">
      <dgm:prSet presAssocID="{DE7416FC-D35D-4DB5-896C-AD61D1738793}" presName="composite" presStyleCnt="0"/>
      <dgm:spPr/>
    </dgm:pt>
    <dgm:pt modelId="{4F5339B9-9DFD-4237-8BB4-EDF3CC90605B}" type="pres">
      <dgm:prSet presAssocID="{DE7416FC-D35D-4DB5-896C-AD61D173879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6E2EBA7-9C38-4D03-A9CD-1F4613B29167}" type="pres">
      <dgm:prSet presAssocID="{DE7416FC-D35D-4DB5-896C-AD61D1738793}" presName="desTx" presStyleLbl="alignAccFollowNode1" presStyleIdx="0" presStyleCnt="3">
        <dgm:presLayoutVars>
          <dgm:bulletEnabled val="1"/>
        </dgm:presLayoutVars>
      </dgm:prSet>
      <dgm:spPr/>
    </dgm:pt>
    <dgm:pt modelId="{A5620380-046E-4B45-B790-96779C0AEF83}" type="pres">
      <dgm:prSet presAssocID="{D466BE62-6624-492C-B787-58D572A1E470}" presName="space" presStyleCnt="0"/>
      <dgm:spPr/>
    </dgm:pt>
    <dgm:pt modelId="{CBE3506B-238A-40CD-B60F-1CA3BA379C92}" type="pres">
      <dgm:prSet presAssocID="{3DBFD515-B8FD-4B25-A879-96D949F2E46B}" presName="composite" presStyleCnt="0"/>
      <dgm:spPr/>
    </dgm:pt>
    <dgm:pt modelId="{303F6974-C797-4953-884D-74A66DA74E05}" type="pres">
      <dgm:prSet presAssocID="{3DBFD515-B8FD-4B25-A879-96D949F2E46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CAAE8D3-5C1A-4E3D-A2F6-8509C9B86A29}" type="pres">
      <dgm:prSet presAssocID="{3DBFD515-B8FD-4B25-A879-96D949F2E46B}" presName="desTx" presStyleLbl="alignAccFollowNode1" presStyleIdx="1" presStyleCnt="3">
        <dgm:presLayoutVars>
          <dgm:bulletEnabled val="1"/>
        </dgm:presLayoutVars>
      </dgm:prSet>
      <dgm:spPr/>
    </dgm:pt>
    <dgm:pt modelId="{A4B3A230-2965-4ADF-AAAB-53459442873E}" type="pres">
      <dgm:prSet presAssocID="{3ABDD54F-5B46-4AF9-9D74-5E0F8A1B3098}" presName="space" presStyleCnt="0"/>
      <dgm:spPr/>
    </dgm:pt>
    <dgm:pt modelId="{64ABFE12-4EDC-4841-BE36-63DE9BD9980E}" type="pres">
      <dgm:prSet presAssocID="{1EDC0529-E631-4615-AD46-3013C1B92CF9}" presName="composite" presStyleCnt="0"/>
      <dgm:spPr/>
    </dgm:pt>
    <dgm:pt modelId="{2CFDB0C8-6D80-4B5A-A178-584D8BBEBCB3}" type="pres">
      <dgm:prSet presAssocID="{1EDC0529-E631-4615-AD46-3013C1B92CF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E76321F-4F0A-49DF-947D-E3AC9B7F6BE4}" type="pres">
      <dgm:prSet presAssocID="{1EDC0529-E631-4615-AD46-3013C1B92CF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90B9402-8984-4BF8-A391-A693C4CF8016}" srcId="{DE7416FC-D35D-4DB5-896C-AD61D1738793}" destId="{30B7F31D-515A-45AF-8520-2F88963FA4DB}" srcOrd="0" destOrd="0" parTransId="{21B83D52-A001-42FF-B0F4-841B66A36C4F}" sibTransId="{CC95FFC8-1BB0-4202-805F-72480134719B}"/>
    <dgm:cxn modelId="{6E764008-970D-43A0-BF9F-B42107789E6C}" type="presOf" srcId="{D96DE571-A4DE-4075-A3E7-08697066D855}" destId="{BCAAE8D3-5C1A-4E3D-A2F6-8509C9B86A29}" srcOrd="0" destOrd="1" presId="urn:microsoft.com/office/officeart/2005/8/layout/hList1"/>
    <dgm:cxn modelId="{E5CD1A09-1237-4078-9E71-10816190329A}" type="presOf" srcId="{A1E64CE9-4010-4C6E-98CD-262ECD7956D0}" destId="{46E2EBA7-9C38-4D03-A9CD-1F4613B29167}" srcOrd="0" destOrd="4" presId="urn:microsoft.com/office/officeart/2005/8/layout/hList1"/>
    <dgm:cxn modelId="{99A7F610-B26F-4677-B447-8D348F8F9FE8}" type="presOf" srcId="{3DBFD515-B8FD-4B25-A879-96D949F2E46B}" destId="{303F6974-C797-4953-884D-74A66DA74E05}" srcOrd="0" destOrd="0" presId="urn:microsoft.com/office/officeart/2005/8/layout/hList1"/>
    <dgm:cxn modelId="{2E8F0B14-48FD-41EC-812C-F0A06D2DD8DC}" srcId="{3DBFD515-B8FD-4B25-A879-96D949F2E46B}" destId="{391D7870-407A-4DDE-AAB3-903E87EA9340}" srcOrd="2" destOrd="0" parTransId="{2A99F533-BE40-4A42-9C01-1419F153D28D}" sibTransId="{98BF3A3C-4EC5-41C7-B58C-9F89500E8422}"/>
    <dgm:cxn modelId="{97C2921A-C93E-4322-B10F-128CA6536C05}" srcId="{3DBFD515-B8FD-4B25-A879-96D949F2E46B}" destId="{051EFBE4-81F9-4FC5-A356-5BE1884B3067}" srcOrd="5" destOrd="0" parTransId="{E791D1F4-C535-4577-965F-268020864B54}" sibTransId="{C8712B74-66A3-47C0-8FDC-C320A95A850A}"/>
    <dgm:cxn modelId="{74BD4D30-41B4-430C-B76F-6D224D972F53}" type="presOf" srcId="{CA8C0772-D1CD-4A7C-98D6-9F2C24918A88}" destId="{BCAAE8D3-5C1A-4E3D-A2F6-8509C9B86A29}" srcOrd="0" destOrd="4" presId="urn:microsoft.com/office/officeart/2005/8/layout/hList1"/>
    <dgm:cxn modelId="{BDC45733-DE36-434A-B36E-C5716886F2A4}" srcId="{7EDB1520-26FB-46B3-8674-BB2301297E49}" destId="{1EDC0529-E631-4615-AD46-3013C1B92CF9}" srcOrd="2" destOrd="0" parTransId="{CA275E91-F933-4312-BEC5-85AB823BF669}" sibTransId="{78013BED-6403-4F0D-97A8-A8FD9163B7DD}"/>
    <dgm:cxn modelId="{FF9EA938-3882-42F9-A76B-ECFBA458B547}" type="presOf" srcId="{032389AA-1E65-4343-A102-5A10AC0BF2E6}" destId="{46E2EBA7-9C38-4D03-A9CD-1F4613B29167}" srcOrd="0" destOrd="1" presId="urn:microsoft.com/office/officeart/2005/8/layout/hList1"/>
    <dgm:cxn modelId="{0A3FBF3A-4C03-44AC-A55B-BA5CA8B8FC68}" type="presOf" srcId="{391D7870-407A-4DDE-AAB3-903E87EA9340}" destId="{BCAAE8D3-5C1A-4E3D-A2F6-8509C9B86A29}" srcOrd="0" destOrd="2" presId="urn:microsoft.com/office/officeart/2005/8/layout/hList1"/>
    <dgm:cxn modelId="{6C144C62-7F8E-4C61-904E-F44F65B5E87A}" type="presOf" srcId="{7EDB1520-26FB-46B3-8674-BB2301297E49}" destId="{2ED1715C-4D09-4B9A-9AB1-F44CF9308990}" srcOrd="0" destOrd="0" presId="urn:microsoft.com/office/officeart/2005/8/layout/hList1"/>
    <dgm:cxn modelId="{566DF465-6BD9-4203-A973-89E6C6A45EA3}" srcId="{3DBFD515-B8FD-4B25-A879-96D949F2E46B}" destId="{CA8C0772-D1CD-4A7C-98D6-9F2C24918A88}" srcOrd="4" destOrd="0" parTransId="{2409F0D2-5FC1-44F1-9A0A-229F0442F022}" sibTransId="{B904BD77-D260-4595-A19F-9E3941C015DF}"/>
    <dgm:cxn modelId="{10D1B766-DBA9-445B-9769-AFF97AA519D6}" srcId="{7EDB1520-26FB-46B3-8674-BB2301297E49}" destId="{DE7416FC-D35D-4DB5-896C-AD61D1738793}" srcOrd="0" destOrd="0" parTransId="{2F5338B7-8649-4AD1-8DF4-DCCE2BA93181}" sibTransId="{D466BE62-6624-492C-B787-58D572A1E470}"/>
    <dgm:cxn modelId="{52207268-F89A-414F-87CA-AB107CDD59CE}" type="presOf" srcId="{537E72D2-0935-4736-B667-5C7AA8837A9A}" destId="{DE76321F-4F0A-49DF-947D-E3AC9B7F6BE4}" srcOrd="0" destOrd="3" presId="urn:microsoft.com/office/officeart/2005/8/layout/hList1"/>
    <dgm:cxn modelId="{7130E168-51C4-4B8F-BDE7-596DB18D00B6}" srcId="{1EDC0529-E631-4615-AD46-3013C1B92CF9}" destId="{F265EE6A-62C2-4BEF-ACC1-5BBFC67E9667}" srcOrd="2" destOrd="0" parTransId="{A144550F-13DE-4A2B-B8BA-9210533840E1}" sibTransId="{60D353B7-1023-4A06-A9EF-C6708D3B6128}"/>
    <dgm:cxn modelId="{D8AC6E6A-7110-4547-8891-51B85F6A2FEA}" srcId="{7EDB1520-26FB-46B3-8674-BB2301297E49}" destId="{3DBFD515-B8FD-4B25-A879-96D949F2E46B}" srcOrd="1" destOrd="0" parTransId="{9C12624B-193E-4520-BE20-5D86D7314B64}" sibTransId="{3ABDD54F-5B46-4AF9-9D74-5E0F8A1B3098}"/>
    <dgm:cxn modelId="{CD5AA16C-0117-4879-A003-228F07B8C0B9}" type="presOf" srcId="{2813848A-4E31-4654-91D5-6157186FC774}" destId="{46E2EBA7-9C38-4D03-A9CD-1F4613B29167}" srcOrd="0" destOrd="3" presId="urn:microsoft.com/office/officeart/2005/8/layout/hList1"/>
    <dgm:cxn modelId="{1ABB246D-91E3-45D4-9E2D-935254651ED0}" type="presOf" srcId="{FBE52F2F-44FB-43F1-83BF-68580B81D0E3}" destId="{BCAAE8D3-5C1A-4E3D-A2F6-8509C9B86A29}" srcOrd="0" destOrd="0" presId="urn:microsoft.com/office/officeart/2005/8/layout/hList1"/>
    <dgm:cxn modelId="{D7625882-9DD1-4042-A0B1-E201985E3CCB}" srcId="{1EDC0529-E631-4615-AD46-3013C1B92CF9}" destId="{11C0DF89-0B3E-4EB9-9329-CB626A9F06FD}" srcOrd="1" destOrd="0" parTransId="{E5322677-2C12-4889-BF17-F964AF830789}" sibTransId="{3A481D26-6F1A-4E82-B666-F66A079515B0}"/>
    <dgm:cxn modelId="{E8B3F383-E646-4BDF-AD3C-600660CCD1A0}" srcId="{DE7416FC-D35D-4DB5-896C-AD61D1738793}" destId="{F3A5AA8B-D1AA-469F-85D8-B70CA09DA97D}" srcOrd="6" destOrd="0" parTransId="{A2836319-27C6-4CFD-AF6A-E913F7717EA9}" sibTransId="{4EE5CF6D-504C-4C61-8001-B7926119C049}"/>
    <dgm:cxn modelId="{898F4189-46E9-4A6E-B6D2-FCF0B031B2B1}" srcId="{3DBFD515-B8FD-4B25-A879-96D949F2E46B}" destId="{D96DE571-A4DE-4075-A3E7-08697066D855}" srcOrd="1" destOrd="0" parTransId="{D6A61A00-282B-41C7-AB60-859E2053A525}" sibTransId="{57899187-5FB3-4165-AB6D-251568419331}"/>
    <dgm:cxn modelId="{1B92E38F-27BF-4C4A-9AA8-560DFF3D2A94}" srcId="{3DBFD515-B8FD-4B25-A879-96D949F2E46B}" destId="{FBE52F2F-44FB-43F1-83BF-68580B81D0E3}" srcOrd="0" destOrd="0" parTransId="{185172C4-9254-4E9D-A2B3-395235756276}" sibTransId="{176D760F-E594-4259-AD1A-39A4E060C209}"/>
    <dgm:cxn modelId="{C42BE691-8C4E-4154-B70E-4B5DD9A5CFC4}" type="presOf" srcId="{1EDC0529-E631-4615-AD46-3013C1B92CF9}" destId="{2CFDB0C8-6D80-4B5A-A178-584D8BBEBCB3}" srcOrd="0" destOrd="0" presId="urn:microsoft.com/office/officeart/2005/8/layout/hList1"/>
    <dgm:cxn modelId="{3BBA0595-9960-4CE6-BC6C-0BF47D3373AE}" type="presOf" srcId="{F265EE6A-62C2-4BEF-ACC1-5BBFC67E9667}" destId="{DE76321F-4F0A-49DF-947D-E3AC9B7F6BE4}" srcOrd="0" destOrd="2" presId="urn:microsoft.com/office/officeart/2005/8/layout/hList1"/>
    <dgm:cxn modelId="{E0B98697-C79B-4BE6-AE3C-CB474DFAE512}" type="presOf" srcId="{233E3D23-855A-4599-9124-766CBA28232B}" destId="{46E2EBA7-9C38-4D03-A9CD-1F4613B29167}" srcOrd="0" destOrd="5" presId="urn:microsoft.com/office/officeart/2005/8/layout/hList1"/>
    <dgm:cxn modelId="{9B2B04A2-C01A-4FF9-BF95-04953C96DCF5}" srcId="{DE7416FC-D35D-4DB5-896C-AD61D1738793}" destId="{A1E64CE9-4010-4C6E-98CD-262ECD7956D0}" srcOrd="4" destOrd="0" parTransId="{C5B29AA1-81C4-4138-8264-268E352421BD}" sibTransId="{190C3EE8-E749-40D2-ABDC-797EB4E4DEB8}"/>
    <dgm:cxn modelId="{EA46BCA3-6194-42A7-92A7-F81A4BB48FFE}" srcId="{1EDC0529-E631-4615-AD46-3013C1B92CF9}" destId="{8036177C-1074-42ED-A3C5-C9B2EC317262}" srcOrd="0" destOrd="0" parTransId="{2E359432-1BDE-4725-BAB6-C091A892810B}" sibTransId="{2AB1BEDF-A452-4A17-BBC1-67582B201F6B}"/>
    <dgm:cxn modelId="{8C68B1A6-1252-4D3A-BB6E-2A98D246C1EE}" srcId="{DE7416FC-D35D-4DB5-896C-AD61D1738793}" destId="{233E3D23-855A-4599-9124-766CBA28232B}" srcOrd="5" destOrd="0" parTransId="{32D29FF5-6A98-4952-8F55-BC8125A903F7}" sibTransId="{7363DF06-6957-424D-8122-04F612D21731}"/>
    <dgm:cxn modelId="{2F77A8A9-4309-424B-9D5C-ACF0D62014D1}" srcId="{DE7416FC-D35D-4DB5-896C-AD61D1738793}" destId="{2813848A-4E31-4654-91D5-6157186FC774}" srcOrd="3" destOrd="0" parTransId="{82F2BEC8-0048-41D4-80E1-BCFBAD960A64}" sibTransId="{47C51CA2-1273-40DD-8A55-181643D05F91}"/>
    <dgm:cxn modelId="{900985B0-D84C-4E8B-B851-21FDEFF19035}" type="presOf" srcId="{051EFBE4-81F9-4FC5-A356-5BE1884B3067}" destId="{BCAAE8D3-5C1A-4E3D-A2F6-8509C9B86A29}" srcOrd="0" destOrd="5" presId="urn:microsoft.com/office/officeart/2005/8/layout/hList1"/>
    <dgm:cxn modelId="{560CCFB0-E210-47BF-BB7F-9A6D89C16DD8}" type="presOf" srcId="{13924EA6-287E-4422-9DD3-8EE680F741ED}" destId="{BCAAE8D3-5C1A-4E3D-A2F6-8509C9B86A29}" srcOrd="0" destOrd="3" presId="urn:microsoft.com/office/officeart/2005/8/layout/hList1"/>
    <dgm:cxn modelId="{A63AFFC4-CA62-41DE-BEB3-7D478097B9C9}" srcId="{1EDC0529-E631-4615-AD46-3013C1B92CF9}" destId="{537E72D2-0935-4736-B667-5C7AA8837A9A}" srcOrd="3" destOrd="0" parTransId="{F3EE72F0-5931-4460-AE35-00A93EC56E98}" sibTransId="{059B2CC2-A865-4647-8317-56353DA5E702}"/>
    <dgm:cxn modelId="{F02A2BCE-C625-47B7-AF65-2DCCB3889697}" type="presOf" srcId="{30B7F31D-515A-45AF-8520-2F88963FA4DB}" destId="{46E2EBA7-9C38-4D03-A9CD-1F4613B29167}" srcOrd="0" destOrd="0" presId="urn:microsoft.com/office/officeart/2005/8/layout/hList1"/>
    <dgm:cxn modelId="{B207CDCE-7DD5-4247-AC3C-35B26DF0ADA6}" type="presOf" srcId="{99F19F76-7E74-4E6D-BF68-FE938CB17DFA}" destId="{46E2EBA7-9C38-4D03-A9CD-1F4613B29167}" srcOrd="0" destOrd="2" presId="urn:microsoft.com/office/officeart/2005/8/layout/hList1"/>
    <dgm:cxn modelId="{2BCC14D1-4BB4-44D3-8C41-0718D3273B19}" type="presOf" srcId="{11C0DF89-0B3E-4EB9-9329-CB626A9F06FD}" destId="{DE76321F-4F0A-49DF-947D-E3AC9B7F6BE4}" srcOrd="0" destOrd="1" presId="urn:microsoft.com/office/officeart/2005/8/layout/hList1"/>
    <dgm:cxn modelId="{9B514DD1-A430-4CAA-B079-BBEF3CDAC9C9}" type="presOf" srcId="{F3A5AA8B-D1AA-469F-85D8-B70CA09DA97D}" destId="{46E2EBA7-9C38-4D03-A9CD-1F4613B29167}" srcOrd="0" destOrd="6" presId="urn:microsoft.com/office/officeart/2005/8/layout/hList1"/>
    <dgm:cxn modelId="{1B36F2DB-C8D6-4098-A9EE-17F0FB6149DA}" type="presOf" srcId="{04CEC6A5-CE84-457E-BA47-0AD0EC76E197}" destId="{DE76321F-4F0A-49DF-947D-E3AC9B7F6BE4}" srcOrd="0" destOrd="4" presId="urn:microsoft.com/office/officeart/2005/8/layout/hList1"/>
    <dgm:cxn modelId="{8837FCE6-F7F0-45EE-8A56-25736C573BB2}" srcId="{DE7416FC-D35D-4DB5-896C-AD61D1738793}" destId="{99F19F76-7E74-4E6D-BF68-FE938CB17DFA}" srcOrd="2" destOrd="0" parTransId="{A0A15A10-FD0C-4031-8589-1109E6C7DAE8}" sibTransId="{839696F6-780C-4590-A1AE-9553FFD211FA}"/>
    <dgm:cxn modelId="{4F7985EA-C243-430E-BC7D-AFC20A52983D}" srcId="{3DBFD515-B8FD-4B25-A879-96D949F2E46B}" destId="{13924EA6-287E-4422-9DD3-8EE680F741ED}" srcOrd="3" destOrd="0" parTransId="{415ACA8E-6B79-4D48-B0C2-AA00358CF763}" sibTransId="{A54DC106-A79F-44FE-8882-E7C876DA3E86}"/>
    <dgm:cxn modelId="{98E2B3ED-2551-45F6-8486-E40BAEA04FF8}" type="presOf" srcId="{8036177C-1074-42ED-A3C5-C9B2EC317262}" destId="{DE76321F-4F0A-49DF-947D-E3AC9B7F6BE4}" srcOrd="0" destOrd="0" presId="urn:microsoft.com/office/officeart/2005/8/layout/hList1"/>
    <dgm:cxn modelId="{54F42EFB-C12C-4782-8276-BB6E5039EAC9}" srcId="{1EDC0529-E631-4615-AD46-3013C1B92CF9}" destId="{04CEC6A5-CE84-457E-BA47-0AD0EC76E197}" srcOrd="4" destOrd="0" parTransId="{A88B9F46-A2C4-4BA0-9DD4-FD1658E0698F}" sibTransId="{CFADD926-FC4F-427B-8EEF-CD9D06867728}"/>
    <dgm:cxn modelId="{B56F86FC-3C74-419E-A53D-CA3281335E01}" type="presOf" srcId="{DE7416FC-D35D-4DB5-896C-AD61D1738793}" destId="{4F5339B9-9DFD-4237-8BB4-EDF3CC90605B}" srcOrd="0" destOrd="0" presId="urn:microsoft.com/office/officeart/2005/8/layout/hList1"/>
    <dgm:cxn modelId="{12FC4EFE-8786-455A-8646-7B7D9B4908C9}" srcId="{DE7416FC-D35D-4DB5-896C-AD61D1738793}" destId="{032389AA-1E65-4343-A102-5A10AC0BF2E6}" srcOrd="1" destOrd="0" parTransId="{7AA006EE-B725-443C-A746-3C6A95BBD693}" sibTransId="{C80702B9-CACD-4364-A8C2-3C8B55465486}"/>
    <dgm:cxn modelId="{08D15E77-45C5-4A34-AFA5-DD377E886C41}" type="presParOf" srcId="{2ED1715C-4D09-4B9A-9AB1-F44CF9308990}" destId="{17BE3D08-F84A-4341-AC27-AD044CB77F48}" srcOrd="0" destOrd="0" presId="urn:microsoft.com/office/officeart/2005/8/layout/hList1"/>
    <dgm:cxn modelId="{09E4DE1F-035B-446E-A876-3BFA3229D9A7}" type="presParOf" srcId="{17BE3D08-F84A-4341-AC27-AD044CB77F48}" destId="{4F5339B9-9DFD-4237-8BB4-EDF3CC90605B}" srcOrd="0" destOrd="0" presId="urn:microsoft.com/office/officeart/2005/8/layout/hList1"/>
    <dgm:cxn modelId="{58DE0E6D-666B-43C5-A941-C4AAC724B6D4}" type="presParOf" srcId="{17BE3D08-F84A-4341-AC27-AD044CB77F48}" destId="{46E2EBA7-9C38-4D03-A9CD-1F4613B29167}" srcOrd="1" destOrd="0" presId="urn:microsoft.com/office/officeart/2005/8/layout/hList1"/>
    <dgm:cxn modelId="{8910A92D-7ED9-4A7A-9E1B-0F44E715776D}" type="presParOf" srcId="{2ED1715C-4D09-4B9A-9AB1-F44CF9308990}" destId="{A5620380-046E-4B45-B790-96779C0AEF83}" srcOrd="1" destOrd="0" presId="urn:microsoft.com/office/officeart/2005/8/layout/hList1"/>
    <dgm:cxn modelId="{27750756-7D9B-458B-9026-1DFEE1121DCE}" type="presParOf" srcId="{2ED1715C-4D09-4B9A-9AB1-F44CF9308990}" destId="{CBE3506B-238A-40CD-B60F-1CA3BA379C92}" srcOrd="2" destOrd="0" presId="urn:microsoft.com/office/officeart/2005/8/layout/hList1"/>
    <dgm:cxn modelId="{CED5A441-E2F8-45AE-8125-D892BDC68292}" type="presParOf" srcId="{CBE3506B-238A-40CD-B60F-1CA3BA379C92}" destId="{303F6974-C797-4953-884D-74A66DA74E05}" srcOrd="0" destOrd="0" presId="urn:microsoft.com/office/officeart/2005/8/layout/hList1"/>
    <dgm:cxn modelId="{AFA4DDF7-C0C5-4894-88D6-77D6FE3BF973}" type="presParOf" srcId="{CBE3506B-238A-40CD-B60F-1CA3BA379C92}" destId="{BCAAE8D3-5C1A-4E3D-A2F6-8509C9B86A29}" srcOrd="1" destOrd="0" presId="urn:microsoft.com/office/officeart/2005/8/layout/hList1"/>
    <dgm:cxn modelId="{C95E23F0-5A0E-4715-8BAC-EB74609671FD}" type="presParOf" srcId="{2ED1715C-4D09-4B9A-9AB1-F44CF9308990}" destId="{A4B3A230-2965-4ADF-AAAB-53459442873E}" srcOrd="3" destOrd="0" presId="urn:microsoft.com/office/officeart/2005/8/layout/hList1"/>
    <dgm:cxn modelId="{9AD2634A-A9A1-4996-9B8A-38A921EFD2E8}" type="presParOf" srcId="{2ED1715C-4D09-4B9A-9AB1-F44CF9308990}" destId="{64ABFE12-4EDC-4841-BE36-63DE9BD9980E}" srcOrd="4" destOrd="0" presId="urn:microsoft.com/office/officeart/2005/8/layout/hList1"/>
    <dgm:cxn modelId="{536A221E-CFF4-47F7-9EAF-074C0B75451A}" type="presParOf" srcId="{64ABFE12-4EDC-4841-BE36-63DE9BD9980E}" destId="{2CFDB0C8-6D80-4B5A-A178-584D8BBEBCB3}" srcOrd="0" destOrd="0" presId="urn:microsoft.com/office/officeart/2005/8/layout/hList1"/>
    <dgm:cxn modelId="{ED555CFA-1EA6-4F2C-953C-65D9BE73674E}" type="presParOf" srcId="{64ABFE12-4EDC-4841-BE36-63DE9BD9980E}" destId="{DE76321F-4F0A-49DF-947D-E3AC9B7F6B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DC2747-692C-46D7-95A0-01BDD9FA21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0B8F1FE-B62D-4126-9615-906197CD0BF1}" type="pres">
      <dgm:prSet presAssocID="{E9DC2747-692C-46D7-95A0-01BDD9FA210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98BD83F-D895-437C-8BF8-DE3B03E70494}" type="presOf" srcId="{E9DC2747-692C-46D7-95A0-01BDD9FA2108}" destId="{A0B8F1FE-B62D-4126-9615-906197CD0BF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9F5C46F-E028-45B2-A6CC-6A6BEF2C37B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AD62A37-9D00-4C22-B87E-F2C2D75B7E3D}">
      <dgm:prSet phldrT="[Текст]"/>
      <dgm:spPr/>
      <dgm:t>
        <a:bodyPr/>
        <a:lstStyle/>
        <a:p>
          <a:r>
            <a:rPr lang="ru-RU" dirty="0"/>
            <a:t>Указ</a:t>
          </a:r>
        </a:p>
      </dgm:t>
    </dgm:pt>
    <dgm:pt modelId="{4BCD2366-5154-4B77-A509-5581256DE1B6}" type="parTrans" cxnId="{A970A049-4E1A-451D-8470-749480C7DBBC}">
      <dgm:prSet/>
      <dgm:spPr/>
      <dgm:t>
        <a:bodyPr/>
        <a:lstStyle/>
        <a:p>
          <a:endParaRPr lang="ru-RU"/>
        </a:p>
      </dgm:t>
    </dgm:pt>
    <dgm:pt modelId="{EF1ED3B2-F4C0-4F60-86A4-6FB39C166C38}" type="sibTrans" cxnId="{A970A049-4E1A-451D-8470-749480C7DBBC}">
      <dgm:prSet/>
      <dgm:spPr/>
      <dgm:t>
        <a:bodyPr/>
        <a:lstStyle/>
        <a:p>
          <a:endParaRPr lang="ru-RU"/>
        </a:p>
      </dgm:t>
    </dgm:pt>
    <dgm:pt modelId="{A7DF4B10-C4CE-4D16-90C0-3252723B8E26}">
      <dgm:prSet phldrT="[Текст]"/>
      <dgm:spPr/>
      <dgm:t>
        <a:bodyPr/>
        <a:lstStyle/>
        <a:p>
          <a:pPr marL="0" indent="0">
            <a:buNone/>
          </a:pPr>
          <a:r>
            <a:rPr lang="ru-RU" dirty="0"/>
            <a:t>вид и название нормативного или индивидуального правового акта, изданного, как правило, главой государства (Президентом РФ)</a:t>
          </a:r>
        </a:p>
      </dgm:t>
    </dgm:pt>
    <dgm:pt modelId="{BDF9C684-D7C5-4294-9C48-900B30F57852}" type="parTrans" cxnId="{F73AEBD3-0AA7-4965-8877-B61F33265BC3}">
      <dgm:prSet/>
      <dgm:spPr/>
      <dgm:t>
        <a:bodyPr/>
        <a:lstStyle/>
        <a:p>
          <a:endParaRPr lang="ru-RU"/>
        </a:p>
      </dgm:t>
    </dgm:pt>
    <dgm:pt modelId="{4A62F93C-761B-4C55-9A89-E427F5E72891}" type="sibTrans" cxnId="{F73AEBD3-0AA7-4965-8877-B61F33265BC3}">
      <dgm:prSet/>
      <dgm:spPr/>
      <dgm:t>
        <a:bodyPr/>
        <a:lstStyle/>
        <a:p>
          <a:endParaRPr lang="ru-RU"/>
        </a:p>
      </dgm:t>
    </dgm:pt>
    <dgm:pt modelId="{57273A6F-56F3-41CC-A9E5-9A784C363CBD}">
      <dgm:prSet phldrT="[Текст]"/>
      <dgm:spPr/>
      <dgm:t>
        <a:bodyPr/>
        <a:lstStyle/>
        <a:p>
          <a:r>
            <a:rPr lang="ru-RU" altLang="ru-RU" b="1" dirty="0"/>
            <a:t>Постановление</a:t>
          </a:r>
          <a:endParaRPr lang="ru-RU" dirty="0"/>
        </a:p>
      </dgm:t>
    </dgm:pt>
    <dgm:pt modelId="{5CA5F9C3-4FD3-4939-A509-C27FF525C05D}" type="parTrans" cxnId="{4F0C2500-929A-43D8-A342-BFBD305D6E4B}">
      <dgm:prSet/>
      <dgm:spPr/>
      <dgm:t>
        <a:bodyPr/>
        <a:lstStyle/>
        <a:p>
          <a:endParaRPr lang="ru-RU"/>
        </a:p>
      </dgm:t>
    </dgm:pt>
    <dgm:pt modelId="{AC5DB073-6BD9-4C6E-809F-74A65F616F88}" type="sibTrans" cxnId="{4F0C2500-929A-43D8-A342-BFBD305D6E4B}">
      <dgm:prSet/>
      <dgm:spPr/>
      <dgm:t>
        <a:bodyPr/>
        <a:lstStyle/>
        <a:p>
          <a:endParaRPr lang="ru-RU"/>
        </a:p>
      </dgm:t>
    </dgm:pt>
    <dgm:pt modelId="{371CC57B-8577-409D-B98C-11471ABA3B94}">
      <dgm:prSet phldrT="[Текст]"/>
      <dgm:spPr/>
      <dgm:t>
        <a:bodyPr/>
        <a:lstStyle/>
        <a:p>
          <a:pPr marL="0" indent="0">
            <a:buNone/>
          </a:pPr>
          <a:r>
            <a:rPr lang="ru-RU" altLang="ru-RU" dirty="0"/>
            <a:t>является актом, принимаемым в целях разрешения наиболее</a:t>
          </a:r>
          <a:br>
            <a:rPr lang="ru-RU" altLang="ru-RU" dirty="0"/>
          </a:br>
          <a:r>
            <a:rPr lang="ru-RU" altLang="ru-RU" dirty="0"/>
            <a:t>важных и принципиальных задач, стоящих перед данными руководящими структурами</a:t>
          </a:r>
          <a:endParaRPr lang="ru-RU" dirty="0"/>
        </a:p>
      </dgm:t>
    </dgm:pt>
    <dgm:pt modelId="{A02FA9B1-B4F1-4158-9C17-B44DEFA3D6E8}" type="parTrans" cxnId="{13077DBC-F1DA-47B2-9B16-674222D994D5}">
      <dgm:prSet/>
      <dgm:spPr/>
      <dgm:t>
        <a:bodyPr/>
        <a:lstStyle/>
        <a:p>
          <a:endParaRPr lang="ru-RU"/>
        </a:p>
      </dgm:t>
    </dgm:pt>
    <dgm:pt modelId="{7DC1F09D-2499-4EE3-9E07-6F221A2A317D}" type="sibTrans" cxnId="{13077DBC-F1DA-47B2-9B16-674222D994D5}">
      <dgm:prSet/>
      <dgm:spPr/>
      <dgm:t>
        <a:bodyPr/>
        <a:lstStyle/>
        <a:p>
          <a:endParaRPr lang="ru-RU"/>
        </a:p>
      </dgm:t>
    </dgm:pt>
    <dgm:pt modelId="{694DF1D5-B1F9-4443-AD65-A13DF7E9B9F9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77946F4C-D32C-4141-BD79-4AE0DA9244E2}" type="parTrans" cxnId="{04985128-CF9D-45A3-88FC-E5A4E026FDF6}">
      <dgm:prSet/>
      <dgm:spPr/>
      <dgm:t>
        <a:bodyPr/>
        <a:lstStyle/>
        <a:p>
          <a:endParaRPr lang="ru-RU"/>
        </a:p>
      </dgm:t>
    </dgm:pt>
    <dgm:pt modelId="{F24D0235-9FBB-4947-9CA8-879813FAE7B2}" type="sibTrans" cxnId="{04985128-CF9D-45A3-88FC-E5A4E026FDF6}">
      <dgm:prSet/>
      <dgm:spPr/>
      <dgm:t>
        <a:bodyPr/>
        <a:lstStyle/>
        <a:p>
          <a:endParaRPr lang="ru-RU"/>
        </a:p>
      </dgm:t>
    </dgm:pt>
    <dgm:pt modelId="{46CD7E7B-3322-4253-91A9-5A76C6FE8EB6}">
      <dgm:prSet phldrT="[Текст]"/>
      <dgm:spPr/>
      <dgm:t>
        <a:bodyPr/>
        <a:lstStyle/>
        <a:p>
          <a:pPr marL="0" indent="0">
            <a:buNone/>
          </a:pPr>
          <a:r>
            <a:rPr lang="ru-RU" altLang="ru-RU" dirty="0"/>
            <a:t>правовой акт, издаваемый руководителем для разрешения оперативных вопросов</a:t>
          </a:r>
          <a:endParaRPr lang="ru-RU" dirty="0"/>
        </a:p>
      </dgm:t>
    </dgm:pt>
    <dgm:pt modelId="{5D2EC622-727B-44E5-B816-F20AE5647288}" type="parTrans" cxnId="{157BD56B-DEF9-4857-B5CA-226E69A31D55}">
      <dgm:prSet/>
      <dgm:spPr/>
      <dgm:t>
        <a:bodyPr/>
        <a:lstStyle/>
        <a:p>
          <a:endParaRPr lang="ru-RU"/>
        </a:p>
      </dgm:t>
    </dgm:pt>
    <dgm:pt modelId="{8290DC48-13F9-4757-A364-E2F4A2E51D8A}" type="sibTrans" cxnId="{157BD56B-DEF9-4857-B5CA-226E69A31D55}">
      <dgm:prSet/>
      <dgm:spPr/>
      <dgm:t>
        <a:bodyPr/>
        <a:lstStyle/>
        <a:p>
          <a:endParaRPr lang="ru-RU"/>
        </a:p>
      </dgm:t>
    </dgm:pt>
    <dgm:pt modelId="{3E55F5EC-F7C4-4CF4-8D49-D855BC2B14C8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A3E80931-BE1F-4411-B70C-E2010292CFFB}" type="parTrans" cxnId="{F9A6BC20-0A83-41F9-A3D0-AE193057767F}">
      <dgm:prSet/>
      <dgm:spPr/>
      <dgm:t>
        <a:bodyPr/>
        <a:lstStyle/>
        <a:p>
          <a:endParaRPr lang="ru-RU"/>
        </a:p>
      </dgm:t>
    </dgm:pt>
    <dgm:pt modelId="{B16FDD39-AD42-4CC7-B88C-79D59ABE5C6C}" type="sibTrans" cxnId="{F9A6BC20-0A83-41F9-A3D0-AE193057767F}">
      <dgm:prSet/>
      <dgm:spPr/>
      <dgm:t>
        <a:bodyPr/>
        <a:lstStyle/>
        <a:p>
          <a:endParaRPr lang="ru-RU"/>
        </a:p>
      </dgm:t>
    </dgm:pt>
    <dgm:pt modelId="{A77A5827-CBEE-4D09-ADE7-52B867B6EB23}">
      <dgm:prSet phldrT="[Текст]"/>
      <dgm:spPr/>
      <dgm:t>
        <a:bodyPr/>
        <a:lstStyle/>
        <a:p>
          <a:r>
            <a:rPr lang="ru-RU" b="1" dirty="0">
              <a:solidFill>
                <a:schemeClr val="bg1"/>
              </a:solidFill>
            </a:rPr>
            <a:t>Решение</a:t>
          </a:r>
          <a:endParaRPr lang="ru-RU" dirty="0">
            <a:solidFill>
              <a:schemeClr val="bg1"/>
            </a:solidFill>
          </a:endParaRPr>
        </a:p>
      </dgm:t>
    </dgm:pt>
    <dgm:pt modelId="{D9A18751-07B9-4DDD-ACF5-0CB860EC9EC6}" type="parTrans" cxnId="{463EAA05-0CDB-4452-B316-FE0EFCD6F777}">
      <dgm:prSet/>
      <dgm:spPr/>
      <dgm:t>
        <a:bodyPr/>
        <a:lstStyle/>
        <a:p>
          <a:endParaRPr lang="ru-RU"/>
        </a:p>
      </dgm:t>
    </dgm:pt>
    <dgm:pt modelId="{5C58763E-5274-434A-A4D5-D3FA6B8FEF17}" type="sibTrans" cxnId="{463EAA05-0CDB-4452-B316-FE0EFCD6F777}">
      <dgm:prSet/>
      <dgm:spPr/>
      <dgm:t>
        <a:bodyPr/>
        <a:lstStyle/>
        <a:p>
          <a:endParaRPr lang="ru-RU"/>
        </a:p>
      </dgm:t>
    </dgm:pt>
    <dgm:pt modelId="{A00645CF-6743-4A00-822D-074ECCDADF6B}">
      <dgm:prSet/>
      <dgm:spPr/>
      <dgm:t>
        <a:bodyPr/>
        <a:lstStyle/>
        <a:p>
          <a:pPr marL="0" indent="0">
            <a:buFont typeface="Wingdings 2"/>
            <a:buNone/>
          </a:pPr>
          <a:r>
            <a:rPr lang="ru-RU" dirty="0"/>
            <a:t>акт коллективных руководящих и совещательных органов учреждений, предприятий, фирм, издаваемый в целях разрешения наиболее важных вопросов их деятельности.</a:t>
          </a:r>
        </a:p>
      </dgm:t>
    </dgm:pt>
    <dgm:pt modelId="{42B9A68D-2C08-4BBB-8ADF-A5711045DB94}" type="parTrans" cxnId="{5948C179-0D28-4D64-889C-EC555F2D9CE8}">
      <dgm:prSet/>
      <dgm:spPr/>
      <dgm:t>
        <a:bodyPr/>
        <a:lstStyle/>
        <a:p>
          <a:endParaRPr lang="ru-RU"/>
        </a:p>
      </dgm:t>
    </dgm:pt>
    <dgm:pt modelId="{A80076E5-B994-4249-9588-35FE40C02D9A}" type="sibTrans" cxnId="{5948C179-0D28-4D64-889C-EC555F2D9CE8}">
      <dgm:prSet/>
      <dgm:spPr/>
      <dgm:t>
        <a:bodyPr/>
        <a:lstStyle/>
        <a:p>
          <a:endParaRPr lang="ru-RU"/>
        </a:p>
      </dgm:t>
    </dgm:pt>
    <dgm:pt modelId="{AF04DD37-6A36-4DBE-889A-86CD6EE98C86}">
      <dgm:prSet/>
      <dgm:spPr/>
      <dgm:t>
        <a:bodyPr/>
        <a:lstStyle/>
        <a:p>
          <a:pPr marL="0" indent="0">
            <a:buNone/>
          </a:pPr>
          <a:r>
            <a:rPr lang="ru-RU" dirty="0"/>
            <a:t>акт, издаваемый на основе единоначалия руководителем организации для решения основных и оперативных задач, стоящих перед данной организацией</a:t>
          </a:r>
        </a:p>
      </dgm:t>
    </dgm:pt>
    <dgm:pt modelId="{AC23E07C-EE47-4CF3-A9F9-DDF8469CDF57}" type="parTrans" cxnId="{70F34EAF-3843-4A53-A6DF-89D0B04F0A31}">
      <dgm:prSet/>
      <dgm:spPr/>
      <dgm:t>
        <a:bodyPr/>
        <a:lstStyle/>
        <a:p>
          <a:endParaRPr lang="ru-RU"/>
        </a:p>
      </dgm:t>
    </dgm:pt>
    <dgm:pt modelId="{1CB0876F-14D6-4F87-8A54-3556A379EF9A}" type="sibTrans" cxnId="{70F34EAF-3843-4A53-A6DF-89D0B04F0A31}">
      <dgm:prSet/>
      <dgm:spPr/>
      <dgm:t>
        <a:bodyPr/>
        <a:lstStyle/>
        <a:p>
          <a:endParaRPr lang="ru-RU"/>
        </a:p>
      </dgm:t>
    </dgm:pt>
    <dgm:pt modelId="{0164CEAF-CA9B-47D8-8B47-117E922D0045}" type="pres">
      <dgm:prSet presAssocID="{29F5C46F-E028-45B2-A6CC-6A6BEF2C37B6}" presName="Name0" presStyleCnt="0">
        <dgm:presLayoutVars>
          <dgm:dir/>
          <dgm:animLvl val="lvl"/>
          <dgm:resizeHandles val="exact"/>
        </dgm:presLayoutVars>
      </dgm:prSet>
      <dgm:spPr/>
    </dgm:pt>
    <dgm:pt modelId="{4758D603-BDDE-4674-A04A-60DB7D753E1C}" type="pres">
      <dgm:prSet presAssocID="{1AD62A37-9D00-4C22-B87E-F2C2D75B7E3D}" presName="composite" presStyleCnt="0"/>
      <dgm:spPr/>
    </dgm:pt>
    <dgm:pt modelId="{4237CF63-1BB5-4E67-A31C-853FBE9B7CE6}" type="pres">
      <dgm:prSet presAssocID="{1AD62A37-9D00-4C22-B87E-F2C2D75B7E3D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5DC86B9-97C2-46A9-9E21-C22D50592900}" type="pres">
      <dgm:prSet presAssocID="{1AD62A37-9D00-4C22-B87E-F2C2D75B7E3D}" presName="desTx" presStyleLbl="alignAccFollowNode1" presStyleIdx="0" presStyleCnt="5">
        <dgm:presLayoutVars>
          <dgm:bulletEnabled val="1"/>
        </dgm:presLayoutVars>
      </dgm:prSet>
      <dgm:spPr/>
    </dgm:pt>
    <dgm:pt modelId="{53F34BA5-81AF-48DC-AC28-F1D74F7AC542}" type="pres">
      <dgm:prSet presAssocID="{EF1ED3B2-F4C0-4F60-86A4-6FB39C166C38}" presName="space" presStyleCnt="0"/>
      <dgm:spPr/>
    </dgm:pt>
    <dgm:pt modelId="{C07B9DAA-90FA-4FCA-AA7C-0E75468F9327}" type="pres">
      <dgm:prSet presAssocID="{57273A6F-56F3-41CC-A9E5-9A784C363CBD}" presName="composite" presStyleCnt="0"/>
      <dgm:spPr/>
    </dgm:pt>
    <dgm:pt modelId="{38A90581-C05E-44CF-8ACA-AECF8377089C}" type="pres">
      <dgm:prSet presAssocID="{57273A6F-56F3-41CC-A9E5-9A784C363CB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9421B5B0-6615-450C-B673-0F467B484BE4}" type="pres">
      <dgm:prSet presAssocID="{57273A6F-56F3-41CC-A9E5-9A784C363CBD}" presName="desTx" presStyleLbl="alignAccFollowNode1" presStyleIdx="1" presStyleCnt="5">
        <dgm:presLayoutVars>
          <dgm:bulletEnabled val="1"/>
        </dgm:presLayoutVars>
      </dgm:prSet>
      <dgm:spPr/>
    </dgm:pt>
    <dgm:pt modelId="{EF969CAC-9B9C-4E39-8584-04FCDD97E779}" type="pres">
      <dgm:prSet presAssocID="{AC5DB073-6BD9-4C6E-809F-74A65F616F88}" presName="space" presStyleCnt="0"/>
      <dgm:spPr/>
    </dgm:pt>
    <dgm:pt modelId="{233481EA-76C1-45A1-9AFF-F5605F40B58E}" type="pres">
      <dgm:prSet presAssocID="{694DF1D5-B1F9-4443-AD65-A13DF7E9B9F9}" presName="composite" presStyleCnt="0"/>
      <dgm:spPr/>
    </dgm:pt>
    <dgm:pt modelId="{0B983AC2-ED37-4CEA-B066-F01802C2A0F1}" type="pres">
      <dgm:prSet presAssocID="{694DF1D5-B1F9-4443-AD65-A13DF7E9B9F9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BF9925E-146A-4E52-A090-4F1D35FD53A5}" type="pres">
      <dgm:prSet presAssocID="{694DF1D5-B1F9-4443-AD65-A13DF7E9B9F9}" presName="desTx" presStyleLbl="alignAccFollowNode1" presStyleIdx="2" presStyleCnt="5">
        <dgm:presLayoutVars>
          <dgm:bulletEnabled val="1"/>
        </dgm:presLayoutVars>
      </dgm:prSet>
      <dgm:spPr/>
    </dgm:pt>
    <dgm:pt modelId="{DA04BF7F-8593-4565-A159-644D59A414FD}" type="pres">
      <dgm:prSet presAssocID="{F24D0235-9FBB-4947-9CA8-879813FAE7B2}" presName="space" presStyleCnt="0"/>
      <dgm:spPr/>
    </dgm:pt>
    <dgm:pt modelId="{A41F107E-17CA-417F-9B78-4830D81F4CD6}" type="pres">
      <dgm:prSet presAssocID="{3E55F5EC-F7C4-4CF4-8D49-D855BC2B14C8}" presName="composite" presStyleCnt="0"/>
      <dgm:spPr/>
    </dgm:pt>
    <dgm:pt modelId="{EDB59D08-96E6-4AED-A4C3-9EDC7B57E3D4}" type="pres">
      <dgm:prSet presAssocID="{3E55F5EC-F7C4-4CF4-8D49-D855BC2B14C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AE5BA8A-03AC-40E6-BA1A-20FCCAECBD90}" type="pres">
      <dgm:prSet presAssocID="{3E55F5EC-F7C4-4CF4-8D49-D855BC2B14C8}" presName="desTx" presStyleLbl="alignAccFollowNode1" presStyleIdx="3" presStyleCnt="5">
        <dgm:presLayoutVars>
          <dgm:bulletEnabled val="1"/>
        </dgm:presLayoutVars>
      </dgm:prSet>
      <dgm:spPr/>
    </dgm:pt>
    <dgm:pt modelId="{D941576F-EA25-414D-82AF-24B2C31FB862}" type="pres">
      <dgm:prSet presAssocID="{B16FDD39-AD42-4CC7-B88C-79D59ABE5C6C}" presName="space" presStyleCnt="0"/>
      <dgm:spPr/>
    </dgm:pt>
    <dgm:pt modelId="{0B3D3C1F-3EA2-4A28-82C3-B73F980BCA2E}" type="pres">
      <dgm:prSet presAssocID="{A77A5827-CBEE-4D09-ADE7-52B867B6EB23}" presName="composite" presStyleCnt="0"/>
      <dgm:spPr/>
    </dgm:pt>
    <dgm:pt modelId="{BAB99BD6-36CC-41A3-B445-1897B5494207}" type="pres">
      <dgm:prSet presAssocID="{A77A5827-CBEE-4D09-ADE7-52B867B6EB23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C342DC6-44AA-406F-B2B2-4B21E9B985C1}" type="pres">
      <dgm:prSet presAssocID="{A77A5827-CBEE-4D09-ADE7-52B867B6EB23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F0C2500-929A-43D8-A342-BFBD305D6E4B}" srcId="{29F5C46F-E028-45B2-A6CC-6A6BEF2C37B6}" destId="{57273A6F-56F3-41CC-A9E5-9A784C363CBD}" srcOrd="1" destOrd="0" parTransId="{5CA5F9C3-4FD3-4939-A509-C27FF525C05D}" sibTransId="{AC5DB073-6BD9-4C6E-809F-74A65F616F88}"/>
    <dgm:cxn modelId="{ADB50E02-96FC-49FE-B27E-8CE5CE826765}" type="presOf" srcId="{694DF1D5-B1F9-4443-AD65-A13DF7E9B9F9}" destId="{0B983AC2-ED37-4CEA-B066-F01802C2A0F1}" srcOrd="0" destOrd="0" presId="urn:microsoft.com/office/officeart/2005/8/layout/hList1"/>
    <dgm:cxn modelId="{C023FE04-C940-4E17-B1A0-D8B83006DEA5}" type="presOf" srcId="{3E55F5EC-F7C4-4CF4-8D49-D855BC2B14C8}" destId="{EDB59D08-96E6-4AED-A4C3-9EDC7B57E3D4}" srcOrd="0" destOrd="0" presId="urn:microsoft.com/office/officeart/2005/8/layout/hList1"/>
    <dgm:cxn modelId="{463EAA05-0CDB-4452-B316-FE0EFCD6F777}" srcId="{29F5C46F-E028-45B2-A6CC-6A6BEF2C37B6}" destId="{A77A5827-CBEE-4D09-ADE7-52B867B6EB23}" srcOrd="4" destOrd="0" parTransId="{D9A18751-07B9-4DDD-ACF5-0CB860EC9EC6}" sibTransId="{5C58763E-5274-434A-A4D5-D3FA6B8FEF17}"/>
    <dgm:cxn modelId="{99E5D80F-DCDD-42E5-8C4D-7A05AE951EEF}" type="presOf" srcId="{A7DF4B10-C4CE-4D16-90C0-3252723B8E26}" destId="{65DC86B9-97C2-46A9-9E21-C22D50592900}" srcOrd="0" destOrd="0" presId="urn:microsoft.com/office/officeart/2005/8/layout/hList1"/>
    <dgm:cxn modelId="{EF208517-CDF1-4D7C-A5FC-00192E7E44A4}" type="presOf" srcId="{371CC57B-8577-409D-B98C-11471ABA3B94}" destId="{9421B5B0-6615-450C-B673-0F467B484BE4}" srcOrd="0" destOrd="0" presId="urn:microsoft.com/office/officeart/2005/8/layout/hList1"/>
    <dgm:cxn modelId="{F9A6BC20-0A83-41F9-A3D0-AE193057767F}" srcId="{29F5C46F-E028-45B2-A6CC-6A6BEF2C37B6}" destId="{3E55F5EC-F7C4-4CF4-8D49-D855BC2B14C8}" srcOrd="3" destOrd="0" parTransId="{A3E80931-BE1F-4411-B70C-E2010292CFFB}" sibTransId="{B16FDD39-AD42-4CC7-B88C-79D59ABE5C6C}"/>
    <dgm:cxn modelId="{67D1B424-EDCF-46B0-87DA-BDD8C94268B8}" type="presOf" srcId="{A77A5827-CBEE-4D09-ADE7-52B867B6EB23}" destId="{BAB99BD6-36CC-41A3-B445-1897B5494207}" srcOrd="0" destOrd="0" presId="urn:microsoft.com/office/officeart/2005/8/layout/hList1"/>
    <dgm:cxn modelId="{04985128-CF9D-45A3-88FC-E5A4E026FDF6}" srcId="{29F5C46F-E028-45B2-A6CC-6A6BEF2C37B6}" destId="{694DF1D5-B1F9-4443-AD65-A13DF7E9B9F9}" srcOrd="2" destOrd="0" parTransId="{77946F4C-D32C-4141-BD79-4AE0DA9244E2}" sibTransId="{F24D0235-9FBB-4947-9CA8-879813FAE7B2}"/>
    <dgm:cxn modelId="{0669FD5E-939D-4CFB-BF42-3FDC1DB2AAB0}" type="presOf" srcId="{AF04DD37-6A36-4DBE-889A-86CD6EE98C86}" destId="{EAE5BA8A-03AC-40E6-BA1A-20FCCAECBD90}" srcOrd="0" destOrd="0" presId="urn:microsoft.com/office/officeart/2005/8/layout/hList1"/>
    <dgm:cxn modelId="{A970A049-4E1A-451D-8470-749480C7DBBC}" srcId="{29F5C46F-E028-45B2-A6CC-6A6BEF2C37B6}" destId="{1AD62A37-9D00-4C22-B87E-F2C2D75B7E3D}" srcOrd="0" destOrd="0" parTransId="{4BCD2366-5154-4B77-A509-5581256DE1B6}" sibTransId="{EF1ED3B2-F4C0-4F60-86A4-6FB39C166C38}"/>
    <dgm:cxn modelId="{157BD56B-DEF9-4857-B5CA-226E69A31D55}" srcId="{694DF1D5-B1F9-4443-AD65-A13DF7E9B9F9}" destId="{46CD7E7B-3322-4253-91A9-5A76C6FE8EB6}" srcOrd="0" destOrd="0" parTransId="{5D2EC622-727B-44E5-B816-F20AE5647288}" sibTransId="{8290DC48-13F9-4757-A364-E2F4A2E51D8A}"/>
    <dgm:cxn modelId="{F0C10251-4BDA-4DCE-BB43-8F3FCA9D0BD5}" type="presOf" srcId="{46CD7E7B-3322-4253-91A9-5A76C6FE8EB6}" destId="{1BF9925E-146A-4E52-A090-4F1D35FD53A5}" srcOrd="0" destOrd="0" presId="urn:microsoft.com/office/officeart/2005/8/layout/hList1"/>
    <dgm:cxn modelId="{5948C179-0D28-4D64-889C-EC555F2D9CE8}" srcId="{A77A5827-CBEE-4D09-ADE7-52B867B6EB23}" destId="{A00645CF-6743-4A00-822D-074ECCDADF6B}" srcOrd="0" destOrd="0" parTransId="{42B9A68D-2C08-4BBB-8ADF-A5711045DB94}" sibTransId="{A80076E5-B994-4249-9588-35FE40C02D9A}"/>
    <dgm:cxn modelId="{C7D6D37A-3F25-49D4-A67E-8395CDC3E12C}" type="presOf" srcId="{57273A6F-56F3-41CC-A9E5-9A784C363CBD}" destId="{38A90581-C05E-44CF-8ACA-AECF8377089C}" srcOrd="0" destOrd="0" presId="urn:microsoft.com/office/officeart/2005/8/layout/hList1"/>
    <dgm:cxn modelId="{54ADAE82-7185-4655-AC51-B14C730D97B2}" type="presOf" srcId="{29F5C46F-E028-45B2-A6CC-6A6BEF2C37B6}" destId="{0164CEAF-CA9B-47D8-8B47-117E922D0045}" srcOrd="0" destOrd="0" presId="urn:microsoft.com/office/officeart/2005/8/layout/hList1"/>
    <dgm:cxn modelId="{70F34EAF-3843-4A53-A6DF-89D0B04F0A31}" srcId="{3E55F5EC-F7C4-4CF4-8D49-D855BC2B14C8}" destId="{AF04DD37-6A36-4DBE-889A-86CD6EE98C86}" srcOrd="0" destOrd="0" parTransId="{AC23E07C-EE47-4CF3-A9F9-DDF8469CDF57}" sibTransId="{1CB0876F-14D6-4F87-8A54-3556A379EF9A}"/>
    <dgm:cxn modelId="{462F22B7-4F28-48F3-8B8A-FA96735B1E3B}" type="presOf" srcId="{A00645CF-6743-4A00-822D-074ECCDADF6B}" destId="{7C342DC6-44AA-406F-B2B2-4B21E9B985C1}" srcOrd="0" destOrd="0" presId="urn:microsoft.com/office/officeart/2005/8/layout/hList1"/>
    <dgm:cxn modelId="{13077DBC-F1DA-47B2-9B16-674222D994D5}" srcId="{57273A6F-56F3-41CC-A9E5-9A784C363CBD}" destId="{371CC57B-8577-409D-B98C-11471ABA3B94}" srcOrd="0" destOrd="0" parTransId="{A02FA9B1-B4F1-4158-9C17-B44DEFA3D6E8}" sibTransId="{7DC1F09D-2499-4EE3-9E07-6F221A2A317D}"/>
    <dgm:cxn modelId="{505D44CC-3073-4BE4-80D1-8806A2653C0D}" type="presOf" srcId="{1AD62A37-9D00-4C22-B87E-F2C2D75B7E3D}" destId="{4237CF63-1BB5-4E67-A31C-853FBE9B7CE6}" srcOrd="0" destOrd="0" presId="urn:microsoft.com/office/officeart/2005/8/layout/hList1"/>
    <dgm:cxn modelId="{F73AEBD3-0AA7-4965-8877-B61F33265BC3}" srcId="{1AD62A37-9D00-4C22-B87E-F2C2D75B7E3D}" destId="{A7DF4B10-C4CE-4D16-90C0-3252723B8E26}" srcOrd="0" destOrd="0" parTransId="{BDF9C684-D7C5-4294-9C48-900B30F57852}" sibTransId="{4A62F93C-761B-4C55-9A89-E427F5E72891}"/>
    <dgm:cxn modelId="{0E170068-2F78-4C17-8ABE-4CB7E48F4A54}" type="presParOf" srcId="{0164CEAF-CA9B-47D8-8B47-117E922D0045}" destId="{4758D603-BDDE-4674-A04A-60DB7D753E1C}" srcOrd="0" destOrd="0" presId="urn:microsoft.com/office/officeart/2005/8/layout/hList1"/>
    <dgm:cxn modelId="{EA43308B-9989-4E47-9829-9C4E00A947B4}" type="presParOf" srcId="{4758D603-BDDE-4674-A04A-60DB7D753E1C}" destId="{4237CF63-1BB5-4E67-A31C-853FBE9B7CE6}" srcOrd="0" destOrd="0" presId="urn:microsoft.com/office/officeart/2005/8/layout/hList1"/>
    <dgm:cxn modelId="{A80099A1-727C-4E97-9500-7DF42A28A377}" type="presParOf" srcId="{4758D603-BDDE-4674-A04A-60DB7D753E1C}" destId="{65DC86B9-97C2-46A9-9E21-C22D50592900}" srcOrd="1" destOrd="0" presId="urn:microsoft.com/office/officeart/2005/8/layout/hList1"/>
    <dgm:cxn modelId="{C2CF2577-621C-45F2-8964-5D8DC87EBABA}" type="presParOf" srcId="{0164CEAF-CA9B-47D8-8B47-117E922D0045}" destId="{53F34BA5-81AF-48DC-AC28-F1D74F7AC542}" srcOrd="1" destOrd="0" presId="urn:microsoft.com/office/officeart/2005/8/layout/hList1"/>
    <dgm:cxn modelId="{4014CF74-8100-4817-AC6C-7C319F76F96D}" type="presParOf" srcId="{0164CEAF-CA9B-47D8-8B47-117E922D0045}" destId="{C07B9DAA-90FA-4FCA-AA7C-0E75468F9327}" srcOrd="2" destOrd="0" presId="urn:microsoft.com/office/officeart/2005/8/layout/hList1"/>
    <dgm:cxn modelId="{72ADF0B4-8827-4A69-81AE-B5464E6E777C}" type="presParOf" srcId="{C07B9DAA-90FA-4FCA-AA7C-0E75468F9327}" destId="{38A90581-C05E-44CF-8ACA-AECF8377089C}" srcOrd="0" destOrd="0" presId="urn:microsoft.com/office/officeart/2005/8/layout/hList1"/>
    <dgm:cxn modelId="{5597B756-A2BA-401D-9527-F0512720B80F}" type="presParOf" srcId="{C07B9DAA-90FA-4FCA-AA7C-0E75468F9327}" destId="{9421B5B0-6615-450C-B673-0F467B484BE4}" srcOrd="1" destOrd="0" presId="urn:microsoft.com/office/officeart/2005/8/layout/hList1"/>
    <dgm:cxn modelId="{0DD95257-F20A-4B8F-89C5-AF145C9ECBA8}" type="presParOf" srcId="{0164CEAF-CA9B-47D8-8B47-117E922D0045}" destId="{EF969CAC-9B9C-4E39-8584-04FCDD97E779}" srcOrd="3" destOrd="0" presId="urn:microsoft.com/office/officeart/2005/8/layout/hList1"/>
    <dgm:cxn modelId="{0AF426F2-C5F2-4F04-B274-4EFB790ED3CE}" type="presParOf" srcId="{0164CEAF-CA9B-47D8-8B47-117E922D0045}" destId="{233481EA-76C1-45A1-9AFF-F5605F40B58E}" srcOrd="4" destOrd="0" presId="urn:microsoft.com/office/officeart/2005/8/layout/hList1"/>
    <dgm:cxn modelId="{DCE6F7F4-6F2F-4C5B-A77E-55B0F85E1364}" type="presParOf" srcId="{233481EA-76C1-45A1-9AFF-F5605F40B58E}" destId="{0B983AC2-ED37-4CEA-B066-F01802C2A0F1}" srcOrd="0" destOrd="0" presId="urn:microsoft.com/office/officeart/2005/8/layout/hList1"/>
    <dgm:cxn modelId="{694D54C3-9FBC-4059-AFBC-EE41E0C1C98E}" type="presParOf" srcId="{233481EA-76C1-45A1-9AFF-F5605F40B58E}" destId="{1BF9925E-146A-4E52-A090-4F1D35FD53A5}" srcOrd="1" destOrd="0" presId="urn:microsoft.com/office/officeart/2005/8/layout/hList1"/>
    <dgm:cxn modelId="{9BDFF2CA-D222-48E2-B627-09CEC74F6A1E}" type="presParOf" srcId="{0164CEAF-CA9B-47D8-8B47-117E922D0045}" destId="{DA04BF7F-8593-4565-A159-644D59A414FD}" srcOrd="5" destOrd="0" presId="urn:microsoft.com/office/officeart/2005/8/layout/hList1"/>
    <dgm:cxn modelId="{8E151072-4C09-47DD-AAA7-BF5E3EB5FABD}" type="presParOf" srcId="{0164CEAF-CA9B-47D8-8B47-117E922D0045}" destId="{A41F107E-17CA-417F-9B78-4830D81F4CD6}" srcOrd="6" destOrd="0" presId="urn:microsoft.com/office/officeart/2005/8/layout/hList1"/>
    <dgm:cxn modelId="{09FAF470-9DCF-4D1E-B58C-89911A9A31A4}" type="presParOf" srcId="{A41F107E-17CA-417F-9B78-4830D81F4CD6}" destId="{EDB59D08-96E6-4AED-A4C3-9EDC7B57E3D4}" srcOrd="0" destOrd="0" presId="urn:microsoft.com/office/officeart/2005/8/layout/hList1"/>
    <dgm:cxn modelId="{9210D751-8974-468B-AC3B-93108EB00080}" type="presParOf" srcId="{A41F107E-17CA-417F-9B78-4830D81F4CD6}" destId="{EAE5BA8A-03AC-40E6-BA1A-20FCCAECBD90}" srcOrd="1" destOrd="0" presId="urn:microsoft.com/office/officeart/2005/8/layout/hList1"/>
    <dgm:cxn modelId="{43FE70BB-AFE4-43A3-B2FF-67857F3022AB}" type="presParOf" srcId="{0164CEAF-CA9B-47D8-8B47-117E922D0045}" destId="{D941576F-EA25-414D-82AF-24B2C31FB862}" srcOrd="7" destOrd="0" presId="urn:microsoft.com/office/officeart/2005/8/layout/hList1"/>
    <dgm:cxn modelId="{4E5A5A02-886E-4715-9026-15E23DA099A5}" type="presParOf" srcId="{0164CEAF-CA9B-47D8-8B47-117E922D0045}" destId="{0B3D3C1F-3EA2-4A28-82C3-B73F980BCA2E}" srcOrd="8" destOrd="0" presId="urn:microsoft.com/office/officeart/2005/8/layout/hList1"/>
    <dgm:cxn modelId="{BF2C06D7-2A95-410B-BBEB-6C45FCA35F2B}" type="presParOf" srcId="{0B3D3C1F-3EA2-4A28-82C3-B73F980BCA2E}" destId="{BAB99BD6-36CC-41A3-B445-1897B5494207}" srcOrd="0" destOrd="0" presId="urn:microsoft.com/office/officeart/2005/8/layout/hList1"/>
    <dgm:cxn modelId="{E066AC1A-A620-4CBB-ACC2-510AF40845B7}" type="presParOf" srcId="{0B3D3C1F-3EA2-4A28-82C3-B73F980BCA2E}" destId="{7C342DC6-44AA-406F-B2B2-4B21E9B985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B6EE393-FE8B-4453-91CC-DFD684046FB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B76732D-B3F1-4059-8CBD-AD0F16F5E41F}">
      <dgm:prSet/>
      <dgm:spPr/>
      <dgm:t>
        <a:bodyPr/>
        <a:lstStyle/>
        <a:p>
          <a:r>
            <a:rPr lang="ru-RU" b="1" dirty="0"/>
            <a:t>Унифицированная система организационно-распорядительной документации </a:t>
          </a:r>
          <a:r>
            <a:rPr lang="ru-RU" dirty="0"/>
            <a:t>(УСОРД) </a:t>
          </a:r>
        </a:p>
      </dgm:t>
    </dgm:pt>
    <dgm:pt modelId="{AE45D563-AB41-4661-9D50-B85EA1826810}" type="parTrans" cxnId="{5E125C5B-DC64-42DC-9008-D354B5FCD29F}">
      <dgm:prSet/>
      <dgm:spPr/>
      <dgm:t>
        <a:bodyPr/>
        <a:lstStyle/>
        <a:p>
          <a:endParaRPr lang="ru-RU"/>
        </a:p>
      </dgm:t>
    </dgm:pt>
    <dgm:pt modelId="{9942B196-A841-484A-AC6F-E9B0600A814B}" type="sibTrans" cxnId="{5E125C5B-DC64-42DC-9008-D354B5FCD29F}">
      <dgm:prSet/>
      <dgm:spPr/>
      <dgm:t>
        <a:bodyPr/>
        <a:lstStyle/>
        <a:p>
          <a:endParaRPr lang="ru-RU"/>
        </a:p>
      </dgm:t>
    </dgm:pt>
    <dgm:pt modelId="{63DE0018-9CAE-4142-B6B4-F3D9712168A1}">
      <dgm:prSet/>
      <dgm:spPr/>
      <dgm:t>
        <a:bodyPr/>
        <a:lstStyle/>
        <a:p>
          <a:r>
            <a:rPr lang="ru-RU" dirty="0"/>
            <a:t>ОК 011-93 «</a:t>
          </a:r>
          <a:r>
            <a:rPr lang="ru-RU" b="1" dirty="0"/>
            <a:t>Общероссийский классификатор управленческой документации</a:t>
          </a:r>
          <a:r>
            <a:rPr lang="ru-RU" dirty="0"/>
            <a:t>» (ОКУД, класс 0200000), </a:t>
          </a:r>
        </a:p>
      </dgm:t>
    </dgm:pt>
    <dgm:pt modelId="{A64A6A62-BCE2-4B89-B989-E3EE5C281125}" type="parTrans" cxnId="{05DE387B-5F36-4AF9-9569-1AED1E4D9269}">
      <dgm:prSet/>
      <dgm:spPr/>
      <dgm:t>
        <a:bodyPr/>
        <a:lstStyle/>
        <a:p>
          <a:endParaRPr lang="ru-RU"/>
        </a:p>
      </dgm:t>
    </dgm:pt>
    <dgm:pt modelId="{7E96DEF0-496E-4AF8-8057-49F84B079ECD}" type="sibTrans" cxnId="{05DE387B-5F36-4AF9-9569-1AED1E4D9269}">
      <dgm:prSet/>
      <dgm:spPr/>
      <dgm:t>
        <a:bodyPr/>
        <a:lstStyle/>
        <a:p>
          <a:endParaRPr lang="ru-RU"/>
        </a:p>
      </dgm:t>
    </dgm:pt>
    <dgm:pt modelId="{933A4515-C6FB-4A29-94C1-F6033D46C431}">
      <dgm:prSet/>
      <dgm:spPr/>
      <dgm:t>
        <a:bodyPr/>
        <a:lstStyle/>
        <a:p>
          <a:r>
            <a:rPr lang="ru-RU" dirty="0"/>
            <a:t>оформляются в соответствии с </a:t>
          </a:r>
          <a:br>
            <a:rPr lang="ru-RU" dirty="0"/>
          </a:br>
          <a:r>
            <a:rPr lang="ru-RU" b="1" dirty="0"/>
            <a:t>ГОСТ </a:t>
          </a:r>
          <a:r>
            <a:rPr lang="ru-RU" b="1" i="0" dirty="0"/>
            <a:t>Р 7.0.97-2016</a:t>
          </a:r>
          <a:endParaRPr lang="ru-RU" dirty="0"/>
        </a:p>
      </dgm:t>
    </dgm:pt>
    <dgm:pt modelId="{5A9F3035-5456-4871-8178-DBEE86479DD2}" type="parTrans" cxnId="{2E662C6E-6D55-435A-A926-128D604A7C82}">
      <dgm:prSet/>
      <dgm:spPr/>
      <dgm:t>
        <a:bodyPr/>
        <a:lstStyle/>
        <a:p>
          <a:endParaRPr lang="ru-RU"/>
        </a:p>
      </dgm:t>
    </dgm:pt>
    <dgm:pt modelId="{C3A2B7C3-7134-453B-8193-4FC6D6593C09}" type="sibTrans" cxnId="{2E662C6E-6D55-435A-A926-128D604A7C82}">
      <dgm:prSet/>
      <dgm:spPr/>
      <dgm:t>
        <a:bodyPr/>
        <a:lstStyle/>
        <a:p>
          <a:endParaRPr lang="ru-RU"/>
        </a:p>
      </dgm:t>
    </dgm:pt>
    <dgm:pt modelId="{1A9992F1-AB7E-48AF-8169-97B865275BA0}" type="pres">
      <dgm:prSet presAssocID="{FB6EE393-FE8B-4453-91CC-DFD684046FB8}" presName="diagram" presStyleCnt="0">
        <dgm:presLayoutVars>
          <dgm:dir/>
          <dgm:resizeHandles val="exact"/>
        </dgm:presLayoutVars>
      </dgm:prSet>
      <dgm:spPr/>
    </dgm:pt>
    <dgm:pt modelId="{5E3BC33D-40DF-4ADC-8FC6-676D30F2A8F0}" type="pres">
      <dgm:prSet presAssocID="{6B76732D-B3F1-4059-8CBD-AD0F16F5E41F}" presName="node" presStyleLbl="node1" presStyleIdx="0" presStyleCnt="3">
        <dgm:presLayoutVars>
          <dgm:bulletEnabled val="1"/>
        </dgm:presLayoutVars>
      </dgm:prSet>
      <dgm:spPr/>
    </dgm:pt>
    <dgm:pt modelId="{76933BD4-0030-4C9C-8A3B-300BFBF46AAE}" type="pres">
      <dgm:prSet presAssocID="{9942B196-A841-484A-AC6F-E9B0600A814B}" presName="sibTrans" presStyleCnt="0"/>
      <dgm:spPr/>
    </dgm:pt>
    <dgm:pt modelId="{7EC93566-E206-4C1D-9138-47B5974F47D0}" type="pres">
      <dgm:prSet presAssocID="{63DE0018-9CAE-4142-B6B4-F3D9712168A1}" presName="node" presStyleLbl="node1" presStyleIdx="1" presStyleCnt="3">
        <dgm:presLayoutVars>
          <dgm:bulletEnabled val="1"/>
        </dgm:presLayoutVars>
      </dgm:prSet>
      <dgm:spPr/>
    </dgm:pt>
    <dgm:pt modelId="{44051B08-DD9A-4265-9327-2B92C37F1795}" type="pres">
      <dgm:prSet presAssocID="{7E96DEF0-496E-4AF8-8057-49F84B079ECD}" presName="sibTrans" presStyleCnt="0"/>
      <dgm:spPr/>
    </dgm:pt>
    <dgm:pt modelId="{77746104-DFC1-4D9B-9284-6D57786678C0}" type="pres">
      <dgm:prSet presAssocID="{933A4515-C6FB-4A29-94C1-F6033D46C431}" presName="node" presStyleLbl="node1" presStyleIdx="2" presStyleCnt="3">
        <dgm:presLayoutVars>
          <dgm:bulletEnabled val="1"/>
        </dgm:presLayoutVars>
      </dgm:prSet>
      <dgm:spPr/>
    </dgm:pt>
  </dgm:ptLst>
  <dgm:cxnLst>
    <dgm:cxn modelId="{5E125C5B-DC64-42DC-9008-D354B5FCD29F}" srcId="{FB6EE393-FE8B-4453-91CC-DFD684046FB8}" destId="{6B76732D-B3F1-4059-8CBD-AD0F16F5E41F}" srcOrd="0" destOrd="0" parTransId="{AE45D563-AB41-4661-9D50-B85EA1826810}" sibTransId="{9942B196-A841-484A-AC6F-E9B0600A814B}"/>
    <dgm:cxn modelId="{A5FE1448-C9ED-4CE0-B5B0-2A8C6708DFC6}" type="presOf" srcId="{63DE0018-9CAE-4142-B6B4-F3D9712168A1}" destId="{7EC93566-E206-4C1D-9138-47B5974F47D0}" srcOrd="0" destOrd="0" presId="urn:microsoft.com/office/officeart/2005/8/layout/default"/>
    <dgm:cxn modelId="{2E662C6E-6D55-435A-A926-128D604A7C82}" srcId="{FB6EE393-FE8B-4453-91CC-DFD684046FB8}" destId="{933A4515-C6FB-4A29-94C1-F6033D46C431}" srcOrd="2" destOrd="0" parTransId="{5A9F3035-5456-4871-8178-DBEE86479DD2}" sibTransId="{C3A2B7C3-7134-453B-8193-4FC6D6593C09}"/>
    <dgm:cxn modelId="{4DF66A78-B320-4D96-B3A6-CDF184B69FB3}" type="presOf" srcId="{933A4515-C6FB-4A29-94C1-F6033D46C431}" destId="{77746104-DFC1-4D9B-9284-6D57786678C0}" srcOrd="0" destOrd="0" presId="urn:microsoft.com/office/officeart/2005/8/layout/default"/>
    <dgm:cxn modelId="{05DE387B-5F36-4AF9-9569-1AED1E4D9269}" srcId="{FB6EE393-FE8B-4453-91CC-DFD684046FB8}" destId="{63DE0018-9CAE-4142-B6B4-F3D9712168A1}" srcOrd="1" destOrd="0" parTransId="{A64A6A62-BCE2-4B89-B989-E3EE5C281125}" sibTransId="{7E96DEF0-496E-4AF8-8057-49F84B079ECD}"/>
    <dgm:cxn modelId="{003B9183-18AF-4DA9-B65B-259B01DFFE93}" type="presOf" srcId="{FB6EE393-FE8B-4453-91CC-DFD684046FB8}" destId="{1A9992F1-AB7E-48AF-8169-97B865275BA0}" srcOrd="0" destOrd="0" presId="urn:microsoft.com/office/officeart/2005/8/layout/default"/>
    <dgm:cxn modelId="{5276AACD-8D9F-434E-A34B-29C17F7F9304}" type="presOf" srcId="{6B76732D-B3F1-4059-8CBD-AD0F16F5E41F}" destId="{5E3BC33D-40DF-4ADC-8FC6-676D30F2A8F0}" srcOrd="0" destOrd="0" presId="urn:microsoft.com/office/officeart/2005/8/layout/default"/>
    <dgm:cxn modelId="{557AF593-D70C-42EE-A61F-D16C1C72A723}" type="presParOf" srcId="{1A9992F1-AB7E-48AF-8169-97B865275BA0}" destId="{5E3BC33D-40DF-4ADC-8FC6-676D30F2A8F0}" srcOrd="0" destOrd="0" presId="urn:microsoft.com/office/officeart/2005/8/layout/default"/>
    <dgm:cxn modelId="{BAD9716E-B864-4909-A76A-DBBD9C2DF733}" type="presParOf" srcId="{1A9992F1-AB7E-48AF-8169-97B865275BA0}" destId="{76933BD4-0030-4C9C-8A3B-300BFBF46AAE}" srcOrd="1" destOrd="0" presId="urn:microsoft.com/office/officeart/2005/8/layout/default"/>
    <dgm:cxn modelId="{3A3AC0A6-B624-4432-9748-CC7C6CC98820}" type="presParOf" srcId="{1A9992F1-AB7E-48AF-8169-97B865275BA0}" destId="{7EC93566-E206-4C1D-9138-47B5974F47D0}" srcOrd="2" destOrd="0" presId="urn:microsoft.com/office/officeart/2005/8/layout/default"/>
    <dgm:cxn modelId="{05E863A5-11BD-489B-B466-80AB352797EE}" type="presParOf" srcId="{1A9992F1-AB7E-48AF-8169-97B865275BA0}" destId="{44051B08-DD9A-4265-9327-2B92C37F1795}" srcOrd="3" destOrd="0" presId="urn:microsoft.com/office/officeart/2005/8/layout/default"/>
    <dgm:cxn modelId="{B41F4622-82FA-41A1-BD31-90EA0527EF8B}" type="presParOf" srcId="{1A9992F1-AB7E-48AF-8169-97B865275BA0}" destId="{77746104-DFC1-4D9B-9284-6D57786678C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0F365F7-DAEF-4745-A5DD-E150B39854CA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C6E4A0F9-A880-4A99-8E35-13998082DC1D}">
      <dgm:prSet/>
      <dgm:spPr/>
      <dgm:t>
        <a:bodyPr/>
        <a:lstStyle/>
        <a:p>
          <a:r>
            <a:rPr lang="ru-RU" dirty="0"/>
            <a:t>Содержат </a:t>
          </a:r>
          <a:r>
            <a:rPr lang="ru-RU" b="1" dirty="0"/>
            <a:t>юридически властные предписания</a:t>
          </a:r>
          <a:r>
            <a:rPr lang="ru-RU" dirty="0"/>
            <a:t> </a:t>
          </a:r>
          <a:r>
            <a:rPr lang="ru-RU" b="1" dirty="0"/>
            <a:t>субъектов власти</a:t>
          </a:r>
          <a:r>
            <a:rPr lang="ru-RU" dirty="0"/>
            <a:t>, адресатами которых являются конкретные организации, структурные подразделения, должностные лица или работники. </a:t>
          </a:r>
        </a:p>
      </dgm:t>
    </dgm:pt>
    <dgm:pt modelId="{054CEB1A-CE1E-4D03-999B-1A39F01B9C9C}" type="parTrans" cxnId="{57B3E091-8F8A-4F95-8B0B-13938BC16F94}">
      <dgm:prSet/>
      <dgm:spPr/>
      <dgm:t>
        <a:bodyPr/>
        <a:lstStyle/>
        <a:p>
          <a:endParaRPr lang="ru-RU"/>
        </a:p>
      </dgm:t>
    </dgm:pt>
    <dgm:pt modelId="{803FE58F-B972-483A-9782-962117DA040D}" type="sibTrans" cxnId="{57B3E091-8F8A-4F95-8B0B-13938BC16F94}">
      <dgm:prSet/>
      <dgm:spPr/>
      <dgm:t>
        <a:bodyPr/>
        <a:lstStyle/>
        <a:p>
          <a:endParaRPr lang="ru-RU"/>
        </a:p>
      </dgm:t>
    </dgm:pt>
    <dgm:pt modelId="{10C108D0-CAD4-4D46-98E9-2BD137582859}">
      <dgm:prSet/>
      <dgm:spPr/>
      <dgm:t>
        <a:bodyPr/>
        <a:lstStyle/>
        <a:p>
          <a:r>
            <a:rPr lang="ru-RU" dirty="0"/>
            <a:t>Предписания являются юридическими документами, вызывающими возникновение конкретных </a:t>
          </a:r>
          <a:r>
            <a:rPr lang="ru-RU" b="1" dirty="0"/>
            <a:t>административно-правовых отношений</a:t>
          </a:r>
          <a:r>
            <a:rPr lang="ru-RU" dirty="0"/>
            <a:t>. </a:t>
          </a:r>
        </a:p>
      </dgm:t>
    </dgm:pt>
    <dgm:pt modelId="{65B2F5CA-34CA-4B22-9F2A-C21797650010}" type="parTrans" cxnId="{0CF40FC4-5C17-4263-9E93-CE94EC2B99E2}">
      <dgm:prSet/>
      <dgm:spPr/>
      <dgm:t>
        <a:bodyPr/>
        <a:lstStyle/>
        <a:p>
          <a:endParaRPr lang="ru-RU"/>
        </a:p>
      </dgm:t>
    </dgm:pt>
    <dgm:pt modelId="{EE067009-95E6-4254-BF02-C3FF35621F03}" type="sibTrans" cxnId="{0CF40FC4-5C17-4263-9E93-CE94EC2B99E2}">
      <dgm:prSet/>
      <dgm:spPr/>
      <dgm:t>
        <a:bodyPr/>
        <a:lstStyle/>
        <a:p>
          <a:endParaRPr lang="ru-RU"/>
        </a:p>
      </dgm:t>
    </dgm:pt>
    <dgm:pt modelId="{4ED9B728-1341-4C8E-A87F-EA15F3E57152}">
      <dgm:prSet/>
      <dgm:spPr/>
      <dgm:t>
        <a:bodyPr/>
        <a:lstStyle/>
        <a:p>
          <a:r>
            <a:rPr lang="ru-RU" dirty="0"/>
            <a:t>В юридическом плане распорядительные документы относятся к </a:t>
          </a:r>
          <a:r>
            <a:rPr lang="ru-RU" b="1" dirty="0"/>
            <a:t>нормативным правовым актам</a:t>
          </a:r>
          <a:r>
            <a:rPr lang="ru-RU" dirty="0"/>
            <a:t>.</a:t>
          </a:r>
        </a:p>
      </dgm:t>
    </dgm:pt>
    <dgm:pt modelId="{29614BD6-EF2C-488F-8806-6228D6579CDD}" type="parTrans" cxnId="{2276681B-C564-4F73-B1B6-CD8A05F41BDC}">
      <dgm:prSet/>
      <dgm:spPr/>
      <dgm:t>
        <a:bodyPr/>
        <a:lstStyle/>
        <a:p>
          <a:endParaRPr lang="ru-RU"/>
        </a:p>
      </dgm:t>
    </dgm:pt>
    <dgm:pt modelId="{EA7694E6-910A-4992-A7C2-412DD050E2C6}" type="sibTrans" cxnId="{2276681B-C564-4F73-B1B6-CD8A05F41BDC}">
      <dgm:prSet/>
      <dgm:spPr/>
      <dgm:t>
        <a:bodyPr/>
        <a:lstStyle/>
        <a:p>
          <a:endParaRPr lang="ru-RU"/>
        </a:p>
      </dgm:t>
    </dgm:pt>
    <dgm:pt modelId="{72EB584E-578D-493E-B77A-09E280AC6C8F}" type="pres">
      <dgm:prSet presAssocID="{40F365F7-DAEF-4745-A5DD-E150B39854CA}" presName="linear" presStyleCnt="0">
        <dgm:presLayoutVars>
          <dgm:animLvl val="lvl"/>
          <dgm:resizeHandles val="exact"/>
        </dgm:presLayoutVars>
      </dgm:prSet>
      <dgm:spPr/>
    </dgm:pt>
    <dgm:pt modelId="{818EA515-5480-40E8-ADD3-0F9F0EC4CCCF}" type="pres">
      <dgm:prSet presAssocID="{C6E4A0F9-A880-4A99-8E35-13998082DC1D}" presName="parentText" presStyleLbl="node1" presStyleIdx="0" presStyleCnt="3" custScaleY="75132">
        <dgm:presLayoutVars>
          <dgm:chMax val="0"/>
          <dgm:bulletEnabled val="1"/>
        </dgm:presLayoutVars>
      </dgm:prSet>
      <dgm:spPr/>
    </dgm:pt>
    <dgm:pt modelId="{5C88B864-88CA-43E7-825C-6A9D3888B325}" type="pres">
      <dgm:prSet presAssocID="{803FE58F-B972-483A-9782-962117DA040D}" presName="spacer" presStyleCnt="0"/>
      <dgm:spPr/>
    </dgm:pt>
    <dgm:pt modelId="{F15E9B44-5A20-4DFE-90B2-5F5ADB41D6D5}" type="pres">
      <dgm:prSet presAssocID="{10C108D0-CAD4-4D46-98E9-2BD137582859}" presName="parentText" presStyleLbl="node1" presStyleIdx="1" presStyleCnt="3" custScaleY="75132">
        <dgm:presLayoutVars>
          <dgm:chMax val="0"/>
          <dgm:bulletEnabled val="1"/>
        </dgm:presLayoutVars>
      </dgm:prSet>
      <dgm:spPr/>
    </dgm:pt>
    <dgm:pt modelId="{488A90BA-8D0E-4FB1-9BDF-6E47F86A9DB9}" type="pres">
      <dgm:prSet presAssocID="{EE067009-95E6-4254-BF02-C3FF35621F03}" presName="spacer" presStyleCnt="0"/>
      <dgm:spPr/>
    </dgm:pt>
    <dgm:pt modelId="{EB74BBE9-1F96-494D-9ECC-E4240BF90BB6}" type="pres">
      <dgm:prSet presAssocID="{4ED9B728-1341-4C8E-A87F-EA15F3E57152}" presName="parentText" presStyleLbl="node1" presStyleIdx="2" presStyleCnt="3" custScaleY="56448">
        <dgm:presLayoutVars>
          <dgm:chMax val="0"/>
          <dgm:bulletEnabled val="1"/>
        </dgm:presLayoutVars>
      </dgm:prSet>
      <dgm:spPr/>
    </dgm:pt>
  </dgm:ptLst>
  <dgm:cxnLst>
    <dgm:cxn modelId="{2276681B-C564-4F73-B1B6-CD8A05F41BDC}" srcId="{40F365F7-DAEF-4745-A5DD-E150B39854CA}" destId="{4ED9B728-1341-4C8E-A87F-EA15F3E57152}" srcOrd="2" destOrd="0" parTransId="{29614BD6-EF2C-488F-8806-6228D6579CDD}" sibTransId="{EA7694E6-910A-4992-A7C2-412DD050E2C6}"/>
    <dgm:cxn modelId="{9A073E3F-89F5-4E98-A352-86F020DF2B45}" type="presOf" srcId="{C6E4A0F9-A880-4A99-8E35-13998082DC1D}" destId="{818EA515-5480-40E8-ADD3-0F9F0EC4CCCF}" srcOrd="0" destOrd="0" presId="urn:microsoft.com/office/officeart/2005/8/layout/vList2"/>
    <dgm:cxn modelId="{E9A62144-1A19-4C8C-BEEB-EE23408A7CEB}" type="presOf" srcId="{4ED9B728-1341-4C8E-A87F-EA15F3E57152}" destId="{EB74BBE9-1F96-494D-9ECC-E4240BF90BB6}" srcOrd="0" destOrd="0" presId="urn:microsoft.com/office/officeart/2005/8/layout/vList2"/>
    <dgm:cxn modelId="{BFBEDC64-8931-4C58-9D51-C40BB0079C05}" type="presOf" srcId="{40F365F7-DAEF-4745-A5DD-E150B39854CA}" destId="{72EB584E-578D-493E-B77A-09E280AC6C8F}" srcOrd="0" destOrd="0" presId="urn:microsoft.com/office/officeart/2005/8/layout/vList2"/>
    <dgm:cxn modelId="{57B3E091-8F8A-4F95-8B0B-13938BC16F94}" srcId="{40F365F7-DAEF-4745-A5DD-E150B39854CA}" destId="{C6E4A0F9-A880-4A99-8E35-13998082DC1D}" srcOrd="0" destOrd="0" parTransId="{054CEB1A-CE1E-4D03-999B-1A39F01B9C9C}" sibTransId="{803FE58F-B972-483A-9782-962117DA040D}"/>
    <dgm:cxn modelId="{0CF40FC4-5C17-4263-9E93-CE94EC2B99E2}" srcId="{40F365F7-DAEF-4745-A5DD-E150B39854CA}" destId="{10C108D0-CAD4-4D46-98E9-2BD137582859}" srcOrd="1" destOrd="0" parTransId="{65B2F5CA-34CA-4B22-9F2A-C21797650010}" sibTransId="{EE067009-95E6-4254-BF02-C3FF35621F03}"/>
    <dgm:cxn modelId="{F797AFE5-FB2F-4835-814C-93218809CCF1}" type="presOf" srcId="{10C108D0-CAD4-4D46-98E9-2BD137582859}" destId="{F15E9B44-5A20-4DFE-90B2-5F5ADB41D6D5}" srcOrd="0" destOrd="0" presId="urn:microsoft.com/office/officeart/2005/8/layout/vList2"/>
    <dgm:cxn modelId="{5E84DC41-D937-4870-9CFD-907ECA74887C}" type="presParOf" srcId="{72EB584E-578D-493E-B77A-09E280AC6C8F}" destId="{818EA515-5480-40E8-ADD3-0F9F0EC4CCCF}" srcOrd="0" destOrd="0" presId="urn:microsoft.com/office/officeart/2005/8/layout/vList2"/>
    <dgm:cxn modelId="{2C0453C6-78C3-4069-904D-4B82505B1D72}" type="presParOf" srcId="{72EB584E-578D-493E-B77A-09E280AC6C8F}" destId="{5C88B864-88CA-43E7-825C-6A9D3888B325}" srcOrd="1" destOrd="0" presId="urn:microsoft.com/office/officeart/2005/8/layout/vList2"/>
    <dgm:cxn modelId="{6D329FB8-A9D7-4F26-BA8D-E806A2985E72}" type="presParOf" srcId="{72EB584E-578D-493E-B77A-09E280AC6C8F}" destId="{F15E9B44-5A20-4DFE-90B2-5F5ADB41D6D5}" srcOrd="2" destOrd="0" presId="urn:microsoft.com/office/officeart/2005/8/layout/vList2"/>
    <dgm:cxn modelId="{68AAE7D6-F735-436C-9AB8-26E71F9F11A7}" type="presParOf" srcId="{72EB584E-578D-493E-B77A-09E280AC6C8F}" destId="{488A90BA-8D0E-4FB1-9BDF-6E47F86A9DB9}" srcOrd="3" destOrd="0" presId="urn:microsoft.com/office/officeart/2005/8/layout/vList2"/>
    <dgm:cxn modelId="{8A9D5BCE-3F25-4DE3-A976-6FC41E3EBA46}" type="presParOf" srcId="{72EB584E-578D-493E-B77A-09E280AC6C8F}" destId="{EB74BBE9-1F96-494D-9ECC-E4240BF90B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C47966A-83E7-4269-9756-4B8BAB27997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43FDC2D-874A-4522-AF17-DC49F6B293A9}">
      <dgm:prSet/>
      <dgm:spPr/>
      <dgm:t>
        <a:bodyPr/>
        <a:lstStyle/>
        <a:p>
          <a:r>
            <a:rPr lang="ru-RU" dirty="0"/>
            <a:t>1. Выявление </a:t>
          </a:r>
          <a:r>
            <a:rPr lang="ru-RU" b="1" dirty="0"/>
            <a:t>проблемы</a:t>
          </a:r>
          <a:r>
            <a:rPr lang="ru-RU" dirty="0"/>
            <a:t> и </a:t>
          </a:r>
          <a:r>
            <a:rPr lang="ru-RU" b="1" dirty="0"/>
            <a:t>выбор варианта </a:t>
          </a:r>
          <a:r>
            <a:rPr lang="ru-RU" b="0" dirty="0"/>
            <a:t>её разрешения </a:t>
          </a:r>
          <a:r>
            <a:rPr lang="ru-RU" dirty="0"/>
            <a:t>в виде издания приказа, распоряжения или указа. </a:t>
          </a:r>
        </a:p>
      </dgm:t>
    </dgm:pt>
    <dgm:pt modelId="{56659BB6-A1BE-4221-BE5B-E1D57FBCE6CF}" type="parTrans" cxnId="{0F46AC21-498A-4DC6-AE22-C38A9B3E982C}">
      <dgm:prSet/>
      <dgm:spPr/>
      <dgm:t>
        <a:bodyPr/>
        <a:lstStyle/>
        <a:p>
          <a:endParaRPr lang="ru-RU"/>
        </a:p>
      </dgm:t>
    </dgm:pt>
    <dgm:pt modelId="{8914D941-C4FA-477B-AFDD-6DFCB068EFB4}" type="sibTrans" cxnId="{0F46AC21-498A-4DC6-AE22-C38A9B3E982C}">
      <dgm:prSet/>
      <dgm:spPr/>
      <dgm:t>
        <a:bodyPr/>
        <a:lstStyle/>
        <a:p>
          <a:endParaRPr lang="ru-RU"/>
        </a:p>
      </dgm:t>
    </dgm:pt>
    <dgm:pt modelId="{B843A493-5ABD-452E-BF9E-423E9EA0DF76}">
      <dgm:prSet/>
      <dgm:spPr/>
      <dgm:t>
        <a:bodyPr/>
        <a:lstStyle/>
        <a:p>
          <a:r>
            <a:rPr lang="ru-RU" dirty="0"/>
            <a:t>2. </a:t>
          </a:r>
          <a:r>
            <a:rPr lang="ru-RU" b="1" dirty="0"/>
            <a:t>Сбор и анализ </a:t>
          </a:r>
          <a:r>
            <a:rPr lang="ru-RU" dirty="0"/>
            <a:t>необходимой </a:t>
          </a:r>
          <a:r>
            <a:rPr lang="ru-RU" b="1" dirty="0"/>
            <a:t>информации</a:t>
          </a:r>
          <a:r>
            <a:rPr lang="ru-RU" dirty="0"/>
            <a:t> по возникшей проблеме.</a:t>
          </a:r>
        </a:p>
      </dgm:t>
    </dgm:pt>
    <dgm:pt modelId="{57A47F80-348C-4488-A3CC-A1B5C55B941B}" type="parTrans" cxnId="{A4FABBCC-53B5-421B-B77C-5CB26C075F72}">
      <dgm:prSet/>
      <dgm:spPr/>
      <dgm:t>
        <a:bodyPr/>
        <a:lstStyle/>
        <a:p>
          <a:endParaRPr lang="ru-RU"/>
        </a:p>
      </dgm:t>
    </dgm:pt>
    <dgm:pt modelId="{658173CB-E14A-4006-B6D8-CFEDDADA4634}" type="sibTrans" cxnId="{A4FABBCC-53B5-421B-B77C-5CB26C075F72}">
      <dgm:prSet/>
      <dgm:spPr/>
      <dgm:t>
        <a:bodyPr/>
        <a:lstStyle/>
        <a:p>
          <a:endParaRPr lang="ru-RU"/>
        </a:p>
      </dgm:t>
    </dgm:pt>
    <dgm:pt modelId="{55AFEDE1-A284-47E6-A4B9-7B6BE78D667D}">
      <dgm:prSet/>
      <dgm:spPr/>
      <dgm:t>
        <a:bodyPr/>
        <a:lstStyle/>
        <a:p>
          <a:r>
            <a:rPr lang="ru-RU" dirty="0"/>
            <a:t>3. Подготовка </a:t>
          </a:r>
          <a:r>
            <a:rPr lang="ru-RU" b="1" dirty="0"/>
            <a:t>проекта</a:t>
          </a:r>
          <a:r>
            <a:rPr lang="ru-RU" dirty="0"/>
            <a:t> распорядительного документа.</a:t>
          </a:r>
        </a:p>
      </dgm:t>
    </dgm:pt>
    <dgm:pt modelId="{ADAD2311-6504-476E-A3D1-EED3495BA518}" type="parTrans" cxnId="{30420DAD-E822-46B3-9F3F-D5C97C2C73D5}">
      <dgm:prSet/>
      <dgm:spPr/>
      <dgm:t>
        <a:bodyPr/>
        <a:lstStyle/>
        <a:p>
          <a:endParaRPr lang="ru-RU"/>
        </a:p>
      </dgm:t>
    </dgm:pt>
    <dgm:pt modelId="{56AB94E7-7C2D-4CCD-AF2B-7295D804680F}" type="sibTrans" cxnId="{30420DAD-E822-46B3-9F3F-D5C97C2C73D5}">
      <dgm:prSet/>
      <dgm:spPr/>
      <dgm:t>
        <a:bodyPr/>
        <a:lstStyle/>
        <a:p>
          <a:endParaRPr lang="ru-RU"/>
        </a:p>
      </dgm:t>
    </dgm:pt>
    <dgm:pt modelId="{09B6CC03-16BF-4DAA-BAAD-A3F7B9393841}">
      <dgm:prSet/>
      <dgm:spPr/>
      <dgm:t>
        <a:bodyPr/>
        <a:lstStyle/>
        <a:p>
          <a:r>
            <a:rPr lang="ru-RU" dirty="0"/>
            <a:t>4. </a:t>
          </a:r>
          <a:r>
            <a:rPr lang="ru-RU" b="1" dirty="0"/>
            <a:t>Оформление</a:t>
          </a:r>
          <a:r>
            <a:rPr lang="ru-RU" dirty="0"/>
            <a:t> документа в соответствии с действующими нормами и правилами.</a:t>
          </a:r>
        </a:p>
      </dgm:t>
    </dgm:pt>
    <dgm:pt modelId="{289A723D-8059-45A8-B3F8-E8DEAD0E89C1}" type="parTrans" cxnId="{3DAB1151-457B-4ACD-9B85-15B73C1DB448}">
      <dgm:prSet/>
      <dgm:spPr/>
      <dgm:t>
        <a:bodyPr/>
        <a:lstStyle/>
        <a:p>
          <a:endParaRPr lang="ru-RU"/>
        </a:p>
      </dgm:t>
    </dgm:pt>
    <dgm:pt modelId="{1696BFFA-5046-4DAA-9718-EB2B1932A694}" type="sibTrans" cxnId="{3DAB1151-457B-4ACD-9B85-15B73C1DB448}">
      <dgm:prSet/>
      <dgm:spPr/>
      <dgm:t>
        <a:bodyPr/>
        <a:lstStyle/>
        <a:p>
          <a:endParaRPr lang="ru-RU"/>
        </a:p>
      </dgm:t>
    </dgm:pt>
    <dgm:pt modelId="{18C9B301-132B-4744-B5F9-C461B831352A}">
      <dgm:prSet/>
      <dgm:spPr/>
      <dgm:t>
        <a:bodyPr/>
        <a:lstStyle/>
        <a:p>
          <a:r>
            <a:rPr lang="ru-RU" dirty="0"/>
            <a:t>5. </a:t>
          </a:r>
          <a:r>
            <a:rPr lang="ru-RU" b="1" dirty="0"/>
            <a:t>Согласование</a:t>
          </a:r>
          <a:r>
            <a:rPr lang="ru-RU" dirty="0"/>
            <a:t> текста документа с заинтересованными управленческими структурами и должностными лица­ми.</a:t>
          </a:r>
        </a:p>
      </dgm:t>
    </dgm:pt>
    <dgm:pt modelId="{1A567674-2EBC-4110-9C07-276572D1A8A7}" type="parTrans" cxnId="{98F3BC1A-2869-4C56-9726-E80D7D0A8D4E}">
      <dgm:prSet/>
      <dgm:spPr/>
      <dgm:t>
        <a:bodyPr/>
        <a:lstStyle/>
        <a:p>
          <a:endParaRPr lang="ru-RU"/>
        </a:p>
      </dgm:t>
    </dgm:pt>
    <dgm:pt modelId="{B4DBDCDD-5E36-470A-93D4-D94AF0DE86C1}" type="sibTrans" cxnId="{98F3BC1A-2869-4C56-9726-E80D7D0A8D4E}">
      <dgm:prSet/>
      <dgm:spPr/>
      <dgm:t>
        <a:bodyPr/>
        <a:lstStyle/>
        <a:p>
          <a:endParaRPr lang="ru-RU"/>
        </a:p>
      </dgm:t>
    </dgm:pt>
    <dgm:pt modelId="{E0D06473-8FC1-449C-A97C-70C5DE117F19}">
      <dgm:prSet/>
      <dgm:spPr/>
      <dgm:t>
        <a:bodyPr/>
        <a:lstStyle/>
        <a:p>
          <a:r>
            <a:rPr lang="ru-RU" dirty="0"/>
            <a:t>6. </a:t>
          </a:r>
          <a:r>
            <a:rPr lang="ru-RU" b="1" dirty="0"/>
            <a:t>Подписание</a:t>
          </a:r>
          <a:r>
            <a:rPr lang="ru-RU" dirty="0"/>
            <a:t> документа</a:t>
          </a:r>
        </a:p>
      </dgm:t>
    </dgm:pt>
    <dgm:pt modelId="{C242B05D-A71E-4333-A08A-DB89E6EE994B}" type="parTrans" cxnId="{5DF65335-E2BA-4CC2-994F-C6D0E92A0665}">
      <dgm:prSet/>
      <dgm:spPr/>
      <dgm:t>
        <a:bodyPr/>
        <a:lstStyle/>
        <a:p>
          <a:endParaRPr lang="ru-RU"/>
        </a:p>
      </dgm:t>
    </dgm:pt>
    <dgm:pt modelId="{9C58E3F2-C132-42B3-BF09-7949412D65CC}" type="sibTrans" cxnId="{5DF65335-E2BA-4CC2-994F-C6D0E92A0665}">
      <dgm:prSet/>
      <dgm:spPr/>
      <dgm:t>
        <a:bodyPr/>
        <a:lstStyle/>
        <a:p>
          <a:endParaRPr lang="ru-RU"/>
        </a:p>
      </dgm:t>
    </dgm:pt>
    <dgm:pt modelId="{B950BBE1-5D13-4ADC-9B73-4F02B6E44D87}">
      <dgm:prSet/>
      <dgm:spPr/>
      <dgm:t>
        <a:bodyPr/>
        <a:lstStyle/>
        <a:p>
          <a:r>
            <a:rPr lang="ru-RU" dirty="0"/>
            <a:t>7. </a:t>
          </a:r>
          <a:r>
            <a:rPr lang="ru-RU" b="1" dirty="0"/>
            <a:t>Доведение</a:t>
          </a:r>
          <a:r>
            <a:rPr lang="ru-RU" dirty="0"/>
            <a:t> распорядительного документа до исполнителей.</a:t>
          </a:r>
        </a:p>
      </dgm:t>
    </dgm:pt>
    <dgm:pt modelId="{CD9CD15D-B359-418D-BF4F-E0AD5E8482AD}" type="parTrans" cxnId="{F3FE37D8-8099-469B-B62C-3D833447BE70}">
      <dgm:prSet/>
      <dgm:spPr/>
      <dgm:t>
        <a:bodyPr/>
        <a:lstStyle/>
        <a:p>
          <a:endParaRPr lang="ru-RU"/>
        </a:p>
      </dgm:t>
    </dgm:pt>
    <dgm:pt modelId="{EB7EFC8D-F5FC-4BF5-9EF8-8B6FBD1AE7E9}" type="sibTrans" cxnId="{F3FE37D8-8099-469B-B62C-3D833447BE70}">
      <dgm:prSet/>
      <dgm:spPr/>
      <dgm:t>
        <a:bodyPr/>
        <a:lstStyle/>
        <a:p>
          <a:endParaRPr lang="ru-RU"/>
        </a:p>
      </dgm:t>
    </dgm:pt>
    <dgm:pt modelId="{046CB33D-7343-4EEB-91EE-2F59AD025CF1}" type="pres">
      <dgm:prSet presAssocID="{CC47966A-83E7-4269-9756-4B8BAB279972}" presName="linear" presStyleCnt="0">
        <dgm:presLayoutVars>
          <dgm:animLvl val="lvl"/>
          <dgm:resizeHandles val="exact"/>
        </dgm:presLayoutVars>
      </dgm:prSet>
      <dgm:spPr/>
    </dgm:pt>
    <dgm:pt modelId="{E9B67F6D-2C63-4A16-A1B8-D890A3F2F532}" type="pres">
      <dgm:prSet presAssocID="{243FDC2D-874A-4522-AF17-DC49F6B293A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4E64651-088B-47FD-BB1F-564DD2EE5E7E}" type="pres">
      <dgm:prSet presAssocID="{8914D941-C4FA-477B-AFDD-6DFCB068EFB4}" presName="spacer" presStyleCnt="0"/>
      <dgm:spPr/>
    </dgm:pt>
    <dgm:pt modelId="{AD790A31-6F76-4CF8-AD01-73C7B862C5BD}" type="pres">
      <dgm:prSet presAssocID="{B843A493-5ABD-452E-BF9E-423E9EA0DF7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FB49C2B-85B7-407A-97AE-9F28F763AD93}" type="pres">
      <dgm:prSet presAssocID="{658173CB-E14A-4006-B6D8-CFEDDADA4634}" presName="spacer" presStyleCnt="0"/>
      <dgm:spPr/>
    </dgm:pt>
    <dgm:pt modelId="{0A7AC87B-2B72-4D47-8B80-672993C5CF52}" type="pres">
      <dgm:prSet presAssocID="{55AFEDE1-A284-47E6-A4B9-7B6BE78D667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4C69F6E-523F-40BF-8495-FCB5006ABE0A}" type="pres">
      <dgm:prSet presAssocID="{56AB94E7-7C2D-4CCD-AF2B-7295D804680F}" presName="spacer" presStyleCnt="0"/>
      <dgm:spPr/>
    </dgm:pt>
    <dgm:pt modelId="{33994238-1D49-4EC9-B6FC-A99C4887D3AF}" type="pres">
      <dgm:prSet presAssocID="{09B6CC03-16BF-4DAA-BAAD-A3F7B939384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00211C3-346B-47F4-B6D1-08AD2C27837B}" type="pres">
      <dgm:prSet presAssocID="{1696BFFA-5046-4DAA-9718-EB2B1932A694}" presName="spacer" presStyleCnt="0"/>
      <dgm:spPr/>
    </dgm:pt>
    <dgm:pt modelId="{92BE415E-23F2-4664-B196-13327790FCF1}" type="pres">
      <dgm:prSet presAssocID="{18C9B301-132B-4744-B5F9-C461B831352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96D75E9-F6FC-4C21-AD7C-AB7090D289FD}" type="pres">
      <dgm:prSet presAssocID="{B4DBDCDD-5E36-470A-93D4-D94AF0DE86C1}" presName="spacer" presStyleCnt="0"/>
      <dgm:spPr/>
    </dgm:pt>
    <dgm:pt modelId="{20997B0D-A712-4354-AB36-25B4A38C17F5}" type="pres">
      <dgm:prSet presAssocID="{E0D06473-8FC1-449C-A97C-70C5DE117F1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A37670B-52AB-493D-94F7-8687876CF7B0}" type="pres">
      <dgm:prSet presAssocID="{9C58E3F2-C132-42B3-BF09-7949412D65CC}" presName="spacer" presStyleCnt="0"/>
      <dgm:spPr/>
    </dgm:pt>
    <dgm:pt modelId="{DAE8E8F9-ADE2-4F44-8999-C45648F95C48}" type="pres">
      <dgm:prSet presAssocID="{B950BBE1-5D13-4ADC-9B73-4F02B6E44D8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8F3BC1A-2869-4C56-9726-E80D7D0A8D4E}" srcId="{CC47966A-83E7-4269-9756-4B8BAB279972}" destId="{18C9B301-132B-4744-B5F9-C461B831352A}" srcOrd="4" destOrd="0" parTransId="{1A567674-2EBC-4110-9C07-276572D1A8A7}" sibTransId="{B4DBDCDD-5E36-470A-93D4-D94AF0DE86C1}"/>
    <dgm:cxn modelId="{0F46AC21-498A-4DC6-AE22-C38A9B3E982C}" srcId="{CC47966A-83E7-4269-9756-4B8BAB279972}" destId="{243FDC2D-874A-4522-AF17-DC49F6B293A9}" srcOrd="0" destOrd="0" parTransId="{56659BB6-A1BE-4221-BE5B-E1D57FBCE6CF}" sibTransId="{8914D941-C4FA-477B-AFDD-6DFCB068EFB4}"/>
    <dgm:cxn modelId="{5DF65335-E2BA-4CC2-994F-C6D0E92A0665}" srcId="{CC47966A-83E7-4269-9756-4B8BAB279972}" destId="{E0D06473-8FC1-449C-A97C-70C5DE117F19}" srcOrd="5" destOrd="0" parTransId="{C242B05D-A71E-4333-A08A-DB89E6EE994B}" sibTransId="{9C58E3F2-C132-42B3-BF09-7949412D65CC}"/>
    <dgm:cxn modelId="{1CA7A75C-47A3-4867-B2E6-46410724AAC4}" type="presOf" srcId="{18C9B301-132B-4744-B5F9-C461B831352A}" destId="{92BE415E-23F2-4664-B196-13327790FCF1}" srcOrd="0" destOrd="0" presId="urn:microsoft.com/office/officeart/2005/8/layout/vList2"/>
    <dgm:cxn modelId="{C9A02E61-A8E1-4C35-A8B7-56737774E4AF}" type="presOf" srcId="{B950BBE1-5D13-4ADC-9B73-4F02B6E44D87}" destId="{DAE8E8F9-ADE2-4F44-8999-C45648F95C48}" srcOrd="0" destOrd="0" presId="urn:microsoft.com/office/officeart/2005/8/layout/vList2"/>
    <dgm:cxn modelId="{E4C40446-2191-4BDA-9F6D-BA482DB74660}" type="presOf" srcId="{09B6CC03-16BF-4DAA-BAAD-A3F7B9393841}" destId="{33994238-1D49-4EC9-B6FC-A99C4887D3AF}" srcOrd="0" destOrd="0" presId="urn:microsoft.com/office/officeart/2005/8/layout/vList2"/>
    <dgm:cxn modelId="{3DAB1151-457B-4ACD-9B85-15B73C1DB448}" srcId="{CC47966A-83E7-4269-9756-4B8BAB279972}" destId="{09B6CC03-16BF-4DAA-BAAD-A3F7B9393841}" srcOrd="3" destOrd="0" parTransId="{289A723D-8059-45A8-B3F8-E8DEAD0E89C1}" sibTransId="{1696BFFA-5046-4DAA-9718-EB2B1932A694}"/>
    <dgm:cxn modelId="{492D3184-9A7D-4E9E-B108-4A88E5CC4E63}" type="presOf" srcId="{55AFEDE1-A284-47E6-A4B9-7B6BE78D667D}" destId="{0A7AC87B-2B72-4D47-8B80-672993C5CF52}" srcOrd="0" destOrd="0" presId="urn:microsoft.com/office/officeart/2005/8/layout/vList2"/>
    <dgm:cxn modelId="{DE4BEE9D-D220-4A5A-BD81-FA04281B4818}" type="presOf" srcId="{CC47966A-83E7-4269-9756-4B8BAB279972}" destId="{046CB33D-7343-4EEB-91EE-2F59AD025CF1}" srcOrd="0" destOrd="0" presId="urn:microsoft.com/office/officeart/2005/8/layout/vList2"/>
    <dgm:cxn modelId="{30420DAD-E822-46B3-9F3F-D5C97C2C73D5}" srcId="{CC47966A-83E7-4269-9756-4B8BAB279972}" destId="{55AFEDE1-A284-47E6-A4B9-7B6BE78D667D}" srcOrd="2" destOrd="0" parTransId="{ADAD2311-6504-476E-A3D1-EED3495BA518}" sibTransId="{56AB94E7-7C2D-4CCD-AF2B-7295D804680F}"/>
    <dgm:cxn modelId="{4140CBCA-181B-49BD-88F3-CC4B2AA6BF70}" type="presOf" srcId="{243FDC2D-874A-4522-AF17-DC49F6B293A9}" destId="{E9B67F6D-2C63-4A16-A1B8-D890A3F2F532}" srcOrd="0" destOrd="0" presId="urn:microsoft.com/office/officeart/2005/8/layout/vList2"/>
    <dgm:cxn modelId="{A4FABBCC-53B5-421B-B77C-5CB26C075F72}" srcId="{CC47966A-83E7-4269-9756-4B8BAB279972}" destId="{B843A493-5ABD-452E-BF9E-423E9EA0DF76}" srcOrd="1" destOrd="0" parTransId="{57A47F80-348C-4488-A3CC-A1B5C55B941B}" sibTransId="{658173CB-E14A-4006-B6D8-CFEDDADA4634}"/>
    <dgm:cxn modelId="{F3FE37D8-8099-469B-B62C-3D833447BE70}" srcId="{CC47966A-83E7-4269-9756-4B8BAB279972}" destId="{B950BBE1-5D13-4ADC-9B73-4F02B6E44D87}" srcOrd="6" destOrd="0" parTransId="{CD9CD15D-B359-418D-BF4F-E0AD5E8482AD}" sibTransId="{EB7EFC8D-F5FC-4BF5-9EF8-8B6FBD1AE7E9}"/>
    <dgm:cxn modelId="{7E4618E6-4170-42BB-9E0B-6B62CE001996}" type="presOf" srcId="{E0D06473-8FC1-449C-A97C-70C5DE117F19}" destId="{20997B0D-A712-4354-AB36-25B4A38C17F5}" srcOrd="0" destOrd="0" presId="urn:microsoft.com/office/officeart/2005/8/layout/vList2"/>
    <dgm:cxn modelId="{AEFC7DF6-6ECF-4E5D-A393-19CF49D05FAC}" type="presOf" srcId="{B843A493-5ABD-452E-BF9E-423E9EA0DF76}" destId="{AD790A31-6F76-4CF8-AD01-73C7B862C5BD}" srcOrd="0" destOrd="0" presId="urn:microsoft.com/office/officeart/2005/8/layout/vList2"/>
    <dgm:cxn modelId="{34F19B3D-0A55-4B70-BD74-CC37959EBB88}" type="presParOf" srcId="{046CB33D-7343-4EEB-91EE-2F59AD025CF1}" destId="{E9B67F6D-2C63-4A16-A1B8-D890A3F2F532}" srcOrd="0" destOrd="0" presId="urn:microsoft.com/office/officeart/2005/8/layout/vList2"/>
    <dgm:cxn modelId="{D9B1CCFD-4912-45C8-B34F-68E0801E35A4}" type="presParOf" srcId="{046CB33D-7343-4EEB-91EE-2F59AD025CF1}" destId="{C4E64651-088B-47FD-BB1F-564DD2EE5E7E}" srcOrd="1" destOrd="0" presId="urn:microsoft.com/office/officeart/2005/8/layout/vList2"/>
    <dgm:cxn modelId="{D615E2E6-44B3-4C61-8B5E-A7A74A9B83FB}" type="presParOf" srcId="{046CB33D-7343-4EEB-91EE-2F59AD025CF1}" destId="{AD790A31-6F76-4CF8-AD01-73C7B862C5BD}" srcOrd="2" destOrd="0" presId="urn:microsoft.com/office/officeart/2005/8/layout/vList2"/>
    <dgm:cxn modelId="{19846CE9-6B6A-4E8C-B6A0-5875AC83F9A4}" type="presParOf" srcId="{046CB33D-7343-4EEB-91EE-2F59AD025CF1}" destId="{0FB49C2B-85B7-407A-97AE-9F28F763AD93}" srcOrd="3" destOrd="0" presId="urn:microsoft.com/office/officeart/2005/8/layout/vList2"/>
    <dgm:cxn modelId="{454A890A-17D4-4C02-9CEE-41E341699346}" type="presParOf" srcId="{046CB33D-7343-4EEB-91EE-2F59AD025CF1}" destId="{0A7AC87B-2B72-4D47-8B80-672993C5CF52}" srcOrd="4" destOrd="0" presId="urn:microsoft.com/office/officeart/2005/8/layout/vList2"/>
    <dgm:cxn modelId="{CB2067F8-6945-4235-A10C-34426E45C764}" type="presParOf" srcId="{046CB33D-7343-4EEB-91EE-2F59AD025CF1}" destId="{B4C69F6E-523F-40BF-8495-FCB5006ABE0A}" srcOrd="5" destOrd="0" presId="urn:microsoft.com/office/officeart/2005/8/layout/vList2"/>
    <dgm:cxn modelId="{7EEBDAF4-A272-420E-804E-F3C738516CCD}" type="presParOf" srcId="{046CB33D-7343-4EEB-91EE-2F59AD025CF1}" destId="{33994238-1D49-4EC9-B6FC-A99C4887D3AF}" srcOrd="6" destOrd="0" presId="urn:microsoft.com/office/officeart/2005/8/layout/vList2"/>
    <dgm:cxn modelId="{59DFD88E-7699-464D-A784-6DD5F6D8E8D3}" type="presParOf" srcId="{046CB33D-7343-4EEB-91EE-2F59AD025CF1}" destId="{600211C3-346B-47F4-B6D1-08AD2C27837B}" srcOrd="7" destOrd="0" presId="urn:microsoft.com/office/officeart/2005/8/layout/vList2"/>
    <dgm:cxn modelId="{69BB4821-0CE5-444F-A60F-D6FBFB6190D9}" type="presParOf" srcId="{046CB33D-7343-4EEB-91EE-2F59AD025CF1}" destId="{92BE415E-23F2-4664-B196-13327790FCF1}" srcOrd="8" destOrd="0" presId="urn:microsoft.com/office/officeart/2005/8/layout/vList2"/>
    <dgm:cxn modelId="{E0BA35C8-D1E4-4BF2-BED6-4037F9650E4A}" type="presParOf" srcId="{046CB33D-7343-4EEB-91EE-2F59AD025CF1}" destId="{796D75E9-F6FC-4C21-AD7C-AB7090D289FD}" srcOrd="9" destOrd="0" presId="urn:microsoft.com/office/officeart/2005/8/layout/vList2"/>
    <dgm:cxn modelId="{34ABDBA0-EB89-4DF6-9125-5D96C1617770}" type="presParOf" srcId="{046CB33D-7343-4EEB-91EE-2F59AD025CF1}" destId="{20997B0D-A712-4354-AB36-25B4A38C17F5}" srcOrd="10" destOrd="0" presId="urn:microsoft.com/office/officeart/2005/8/layout/vList2"/>
    <dgm:cxn modelId="{D5D12F68-2FBB-46A9-A47B-FB3DE7C1B5F4}" type="presParOf" srcId="{046CB33D-7343-4EEB-91EE-2F59AD025CF1}" destId="{2A37670B-52AB-493D-94F7-8687876CF7B0}" srcOrd="11" destOrd="0" presId="urn:microsoft.com/office/officeart/2005/8/layout/vList2"/>
    <dgm:cxn modelId="{2EDF460E-9BA4-49F2-8483-9874FC530890}" type="presParOf" srcId="{046CB33D-7343-4EEB-91EE-2F59AD025CF1}" destId="{DAE8E8F9-ADE2-4F44-8999-C45648F95C4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Президент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Государственная Дума и </a:t>
          </a:r>
          <a:r>
            <a:rPr lang="ru-RU" dirty="0"/>
            <a:t>Совет Федерации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субъекта РФ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Правительство субъекта РФ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Законодательный орган </a:t>
          </a:r>
          <a:r>
            <a:rPr lang="ru-RU" dirty="0"/>
            <a:t>субъекта РФ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dirty="0"/>
            <a:t>Органы исполнительной власти субъекта РФ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b="1" dirty="0"/>
            <a:t>Указ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/>
      <dgm:t>
        <a:bodyPr/>
        <a:lstStyle/>
        <a:p>
          <a:r>
            <a:rPr lang="ru-RU" dirty="0"/>
            <a:t>Глава муниципального образования</a:t>
          </a:r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dirty="0"/>
            <a:t>Исполнительные органы муниципального образования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0" i="0" dirty="0"/>
            <a:t>Представительный орган </a:t>
          </a:r>
          <a:r>
            <a:rPr lang="ru-RU" dirty="0"/>
            <a:t>муниципального образования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>
        <a:noFill/>
        <a:ln>
          <a:noFill/>
        </a:ln>
      </dgm:spPr>
      <dgm:t>
        <a:bodyPr/>
        <a:lstStyle/>
        <a:p>
          <a:endParaRPr lang="ru-RU" dirty="0"/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dirty="0"/>
            <a:t>Коллегиальные органы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3A1566E9-D128-4BDE-9EAA-8194A930CBC9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6063FA-8204-4B5E-932B-F3F2672A92AE}">
      <dgm:prSet phldrT="[Текст]"/>
      <dgm:spPr>
        <a:noFill/>
        <a:ln>
          <a:noFill/>
        </a:ln>
      </dgm:spPr>
      <dgm:t>
        <a:bodyPr/>
        <a:lstStyle/>
        <a:p>
          <a:endParaRPr lang="ru-RU" b="1" dirty="0"/>
        </a:p>
      </dgm:t>
    </dgm:pt>
    <dgm:pt modelId="{9DF0A6BE-E391-472F-8A00-533928951873}" type="parTrans" cxnId="{45136025-3F75-4809-BB52-8B62CF5190DC}">
      <dgm:prSet/>
      <dgm:spPr/>
      <dgm:t>
        <a:bodyPr/>
        <a:lstStyle/>
        <a:p>
          <a:endParaRPr lang="ru-RU"/>
        </a:p>
      </dgm:t>
    </dgm:pt>
    <dgm:pt modelId="{DD5881CC-0558-4ECD-B334-C8021152C41E}" type="sibTrans" cxnId="{45136025-3F75-4809-BB52-8B62CF5190DC}">
      <dgm:prSet/>
      <dgm:spPr/>
      <dgm:t>
        <a:bodyPr/>
        <a:lstStyle/>
        <a:p>
          <a:endParaRPr lang="ru-RU"/>
        </a:p>
      </dgm:t>
    </dgm:pt>
    <dgm:pt modelId="{0815D6F9-1C2A-4928-9A99-E7781D754D2F}">
      <dgm:prSet phldrT="[Текст]"/>
      <dgm:spPr/>
      <dgm:t>
        <a:bodyPr/>
        <a:lstStyle/>
        <a:p>
          <a:r>
            <a:rPr lang="ru-RU" b="1" dirty="0"/>
            <a:t>Распоряжение</a:t>
          </a:r>
        </a:p>
      </dgm:t>
    </dgm:pt>
    <dgm:pt modelId="{D4769CF2-A03A-4436-BC76-BF5D6D2C07B5}" type="parTrans" cxnId="{8BDD0332-C2C7-4943-8A74-88612409FAEA}">
      <dgm:prSet/>
      <dgm:spPr/>
      <dgm:t>
        <a:bodyPr/>
        <a:lstStyle/>
        <a:p>
          <a:endParaRPr lang="ru-RU"/>
        </a:p>
      </dgm:t>
    </dgm:pt>
    <dgm:pt modelId="{F0DBD222-E430-40BB-B435-E87810DAB343}" type="sibTrans" cxnId="{8BDD0332-C2C7-4943-8A74-88612409FAEA}">
      <dgm:prSet/>
      <dgm:spPr/>
      <dgm:t>
        <a:bodyPr/>
        <a:lstStyle/>
        <a:p>
          <a:endParaRPr lang="ru-RU"/>
        </a:p>
      </dgm:t>
    </dgm:pt>
    <dgm:pt modelId="{71AD8307-34D9-40FE-81C6-1953DD257CB5}">
      <dgm:prSet phldrT="[Текст]"/>
      <dgm:spPr/>
      <dgm:t>
        <a:bodyPr/>
        <a:lstStyle/>
        <a:p>
          <a:r>
            <a:rPr lang="ru-RU" b="1" dirty="0"/>
            <a:t>Постановление</a:t>
          </a:r>
        </a:p>
      </dgm:t>
    </dgm:pt>
    <dgm:pt modelId="{14A9BCD1-1F8C-4635-B66A-7D641BDF50D2}" type="parTrans" cxnId="{BC3AC497-8D95-4E1E-8783-2B8D89750E7C}">
      <dgm:prSet/>
      <dgm:spPr/>
      <dgm:t>
        <a:bodyPr/>
        <a:lstStyle/>
        <a:p>
          <a:endParaRPr lang="ru-RU"/>
        </a:p>
      </dgm:t>
    </dgm:pt>
    <dgm:pt modelId="{8D9EBEF6-C47C-45E7-863F-C7D6EC682437}" type="sibTrans" cxnId="{BC3AC497-8D95-4E1E-8783-2B8D89750E7C}">
      <dgm:prSet/>
      <dgm:spPr/>
      <dgm:t>
        <a:bodyPr/>
        <a:lstStyle/>
        <a:p>
          <a:endParaRPr lang="ru-RU"/>
        </a:p>
      </dgm:t>
    </dgm:pt>
    <dgm:pt modelId="{6A47DF9B-15CB-493C-A381-48B3180D7D3D}">
      <dgm:prSet phldrT="[Текст]"/>
      <dgm:spPr/>
      <dgm:t>
        <a:bodyPr/>
        <a:lstStyle/>
        <a:p>
          <a:r>
            <a:rPr lang="ru-RU" b="1" dirty="0"/>
            <a:t>Приказ</a:t>
          </a:r>
        </a:p>
      </dgm:t>
    </dgm:pt>
    <dgm:pt modelId="{6F30B57C-44C9-4C54-880C-9C96FA2B6AC5}" type="parTrans" cxnId="{BA594605-5515-4EDA-B805-AD64DA26CE59}">
      <dgm:prSet/>
      <dgm:spPr/>
      <dgm:t>
        <a:bodyPr/>
        <a:lstStyle/>
        <a:p>
          <a:endParaRPr lang="ru-RU"/>
        </a:p>
      </dgm:t>
    </dgm:pt>
    <dgm:pt modelId="{5CD3324B-130C-4D6C-9810-083FE17C74D7}" type="sibTrans" cxnId="{BA594605-5515-4EDA-B805-AD64DA26CE59}">
      <dgm:prSet/>
      <dgm:spPr/>
      <dgm:t>
        <a:bodyPr/>
        <a:lstStyle/>
        <a:p>
          <a:endParaRPr lang="ru-RU"/>
        </a:p>
      </dgm:t>
    </dgm:pt>
    <dgm:pt modelId="{D69ABF15-C131-45E3-852D-238D666F0805}">
      <dgm:prSet phldrT="[Текст]"/>
      <dgm:spPr/>
      <dgm:t>
        <a:bodyPr/>
        <a:lstStyle/>
        <a:p>
          <a:r>
            <a:rPr lang="ru-RU" b="1" dirty="0"/>
            <a:t>Решение</a:t>
          </a:r>
        </a:p>
      </dgm:t>
    </dgm:pt>
    <dgm:pt modelId="{6BA99CB5-ECA3-4AAF-A846-8D72DCF4B9E0}" type="parTrans" cxnId="{7D23287B-C04C-4766-94FC-F30C47649B81}">
      <dgm:prSet/>
      <dgm:spPr/>
      <dgm:t>
        <a:bodyPr/>
        <a:lstStyle/>
        <a:p>
          <a:endParaRPr lang="ru-RU"/>
        </a:p>
      </dgm:t>
    </dgm:pt>
    <dgm:pt modelId="{BA8E17E6-4EB7-4206-9F7F-467F4291F81C}" type="sibTrans" cxnId="{7D23287B-C04C-4766-94FC-F30C47649B81}">
      <dgm:prSet/>
      <dgm:spPr/>
      <dgm:t>
        <a:bodyPr/>
        <a:lstStyle/>
        <a:p>
          <a:endParaRPr lang="ru-RU"/>
        </a:p>
      </dgm:t>
    </dgm:pt>
    <dgm:pt modelId="{4BE6BE00-F147-47D8-BAF0-3323655A184F}" type="pres">
      <dgm:prSet presAssocID="{3A1566E9-D128-4BDE-9EAA-8194A930CBC9}" presName="diagram" presStyleCnt="0">
        <dgm:presLayoutVars>
          <dgm:dir/>
          <dgm:resizeHandles val="exact"/>
        </dgm:presLayoutVars>
      </dgm:prSet>
      <dgm:spPr/>
    </dgm:pt>
    <dgm:pt modelId="{FF2A4947-3C13-4A4B-9ECA-03558621B77F}" type="pres">
      <dgm:prSet presAssocID="{E06063FA-8204-4B5E-932B-F3F2672A92AE}" presName="node" presStyleLbl="node1" presStyleIdx="0" presStyleCnt="5" custScaleX="177156">
        <dgm:presLayoutVars>
          <dgm:bulletEnabled val="1"/>
        </dgm:presLayoutVars>
      </dgm:prSet>
      <dgm:spPr/>
    </dgm:pt>
    <dgm:pt modelId="{D6C50101-A029-409B-9BBD-846A01E5613D}" type="pres">
      <dgm:prSet presAssocID="{DD5881CC-0558-4ECD-B334-C8021152C41E}" presName="sibTrans" presStyleCnt="0"/>
      <dgm:spPr/>
    </dgm:pt>
    <dgm:pt modelId="{FBC7E855-AE7B-48B0-B174-1BA2D1304975}" type="pres">
      <dgm:prSet presAssocID="{0815D6F9-1C2A-4928-9A99-E7781D754D2F}" presName="node" presStyleLbl="node1" presStyleIdx="1" presStyleCnt="5" custScaleX="177156">
        <dgm:presLayoutVars>
          <dgm:bulletEnabled val="1"/>
        </dgm:presLayoutVars>
      </dgm:prSet>
      <dgm:spPr/>
    </dgm:pt>
    <dgm:pt modelId="{1B8CA5B5-D78D-4F83-B999-F2636923335D}" type="pres">
      <dgm:prSet presAssocID="{F0DBD222-E430-40BB-B435-E87810DAB343}" presName="sibTrans" presStyleCnt="0"/>
      <dgm:spPr/>
    </dgm:pt>
    <dgm:pt modelId="{013D4ABD-8851-4A35-A4AC-5F9100535EB7}" type="pres">
      <dgm:prSet presAssocID="{71AD8307-34D9-40FE-81C6-1953DD257CB5}" presName="node" presStyleLbl="node1" presStyleIdx="2" presStyleCnt="5" custScaleX="177156">
        <dgm:presLayoutVars>
          <dgm:bulletEnabled val="1"/>
        </dgm:presLayoutVars>
      </dgm:prSet>
      <dgm:spPr/>
    </dgm:pt>
    <dgm:pt modelId="{194D31F3-CC3A-48B7-99CB-B5A6C5F9972B}" type="pres">
      <dgm:prSet presAssocID="{8D9EBEF6-C47C-45E7-863F-C7D6EC682437}" presName="sibTrans" presStyleCnt="0"/>
      <dgm:spPr/>
    </dgm:pt>
    <dgm:pt modelId="{75217A72-B721-4189-A2A8-48BA40776351}" type="pres">
      <dgm:prSet presAssocID="{6A47DF9B-15CB-493C-A381-48B3180D7D3D}" presName="node" presStyleLbl="node1" presStyleIdx="3" presStyleCnt="5" custScaleX="177156">
        <dgm:presLayoutVars>
          <dgm:bulletEnabled val="1"/>
        </dgm:presLayoutVars>
      </dgm:prSet>
      <dgm:spPr/>
    </dgm:pt>
    <dgm:pt modelId="{43F078D5-A175-47C1-BE8C-E3B504DE0BBB}" type="pres">
      <dgm:prSet presAssocID="{5CD3324B-130C-4D6C-9810-083FE17C74D7}" presName="sibTrans" presStyleCnt="0"/>
      <dgm:spPr/>
    </dgm:pt>
    <dgm:pt modelId="{A17CDA34-31D2-475C-AA6B-1664DA92E056}" type="pres">
      <dgm:prSet presAssocID="{D69ABF15-C131-45E3-852D-238D666F0805}" presName="node" presStyleLbl="node1" presStyleIdx="4" presStyleCnt="5" custScaleX="177156">
        <dgm:presLayoutVars>
          <dgm:bulletEnabled val="1"/>
        </dgm:presLayoutVars>
      </dgm:prSet>
      <dgm:spPr/>
    </dgm:pt>
  </dgm:ptLst>
  <dgm:cxnLst>
    <dgm:cxn modelId="{BA594605-5515-4EDA-B805-AD64DA26CE59}" srcId="{3A1566E9-D128-4BDE-9EAA-8194A930CBC9}" destId="{6A47DF9B-15CB-493C-A381-48B3180D7D3D}" srcOrd="3" destOrd="0" parTransId="{6F30B57C-44C9-4C54-880C-9C96FA2B6AC5}" sibTransId="{5CD3324B-130C-4D6C-9810-083FE17C74D7}"/>
    <dgm:cxn modelId="{C2DFA707-DDB1-44C0-AF60-9007EC334EBB}" type="presOf" srcId="{71AD8307-34D9-40FE-81C6-1953DD257CB5}" destId="{013D4ABD-8851-4A35-A4AC-5F9100535EB7}" srcOrd="0" destOrd="0" presId="urn:microsoft.com/office/officeart/2005/8/layout/default"/>
    <dgm:cxn modelId="{45136025-3F75-4809-BB52-8B62CF5190DC}" srcId="{3A1566E9-D128-4BDE-9EAA-8194A930CBC9}" destId="{E06063FA-8204-4B5E-932B-F3F2672A92AE}" srcOrd="0" destOrd="0" parTransId="{9DF0A6BE-E391-472F-8A00-533928951873}" sibTransId="{DD5881CC-0558-4ECD-B334-C8021152C41E}"/>
    <dgm:cxn modelId="{8BDD0332-C2C7-4943-8A74-88612409FAEA}" srcId="{3A1566E9-D128-4BDE-9EAA-8194A930CBC9}" destId="{0815D6F9-1C2A-4928-9A99-E7781D754D2F}" srcOrd="1" destOrd="0" parTransId="{D4769CF2-A03A-4436-BC76-BF5D6D2C07B5}" sibTransId="{F0DBD222-E430-40BB-B435-E87810DAB343}"/>
    <dgm:cxn modelId="{3363094C-E1FA-40C6-9187-2990A5B7E147}" type="presOf" srcId="{D69ABF15-C131-45E3-852D-238D666F0805}" destId="{A17CDA34-31D2-475C-AA6B-1664DA92E056}" srcOrd="0" destOrd="0" presId="urn:microsoft.com/office/officeart/2005/8/layout/default"/>
    <dgm:cxn modelId="{7D23287B-C04C-4766-94FC-F30C47649B81}" srcId="{3A1566E9-D128-4BDE-9EAA-8194A930CBC9}" destId="{D69ABF15-C131-45E3-852D-238D666F0805}" srcOrd="4" destOrd="0" parTransId="{6BA99CB5-ECA3-4AAF-A846-8D72DCF4B9E0}" sibTransId="{BA8E17E6-4EB7-4206-9F7F-467F4291F81C}"/>
    <dgm:cxn modelId="{333DA197-132B-47C0-B393-6818211E0141}" type="presOf" srcId="{E06063FA-8204-4B5E-932B-F3F2672A92AE}" destId="{FF2A4947-3C13-4A4B-9ECA-03558621B77F}" srcOrd="0" destOrd="0" presId="urn:microsoft.com/office/officeart/2005/8/layout/default"/>
    <dgm:cxn modelId="{BC3AC497-8D95-4E1E-8783-2B8D89750E7C}" srcId="{3A1566E9-D128-4BDE-9EAA-8194A930CBC9}" destId="{71AD8307-34D9-40FE-81C6-1953DD257CB5}" srcOrd="2" destOrd="0" parTransId="{14A9BCD1-1F8C-4635-B66A-7D641BDF50D2}" sibTransId="{8D9EBEF6-C47C-45E7-863F-C7D6EC682437}"/>
    <dgm:cxn modelId="{7BF002A1-EB15-4AD6-BCBB-55C2B4A6A86B}" type="presOf" srcId="{3A1566E9-D128-4BDE-9EAA-8194A930CBC9}" destId="{4BE6BE00-F147-47D8-BAF0-3323655A184F}" srcOrd="0" destOrd="0" presId="urn:microsoft.com/office/officeart/2005/8/layout/default"/>
    <dgm:cxn modelId="{FA1C1AA3-FE36-4595-9196-60B233AE2AE3}" type="presOf" srcId="{6A47DF9B-15CB-493C-A381-48B3180D7D3D}" destId="{75217A72-B721-4189-A2A8-48BA40776351}" srcOrd="0" destOrd="0" presId="urn:microsoft.com/office/officeart/2005/8/layout/default"/>
    <dgm:cxn modelId="{2EF3A4FF-36C8-413C-8A84-E03E5D00F3E2}" type="presOf" srcId="{0815D6F9-1C2A-4928-9A99-E7781D754D2F}" destId="{FBC7E855-AE7B-48B0-B174-1BA2D1304975}" srcOrd="0" destOrd="0" presId="urn:microsoft.com/office/officeart/2005/8/layout/default"/>
    <dgm:cxn modelId="{2AF706E5-9797-4511-BC03-1E481DFC96C4}" type="presParOf" srcId="{4BE6BE00-F147-47D8-BAF0-3323655A184F}" destId="{FF2A4947-3C13-4A4B-9ECA-03558621B77F}" srcOrd="0" destOrd="0" presId="urn:microsoft.com/office/officeart/2005/8/layout/default"/>
    <dgm:cxn modelId="{17FF6F4D-F45D-48EF-8BE5-B00A695457ED}" type="presParOf" srcId="{4BE6BE00-F147-47D8-BAF0-3323655A184F}" destId="{D6C50101-A029-409B-9BBD-846A01E5613D}" srcOrd="1" destOrd="0" presId="urn:microsoft.com/office/officeart/2005/8/layout/default"/>
    <dgm:cxn modelId="{381674EA-2B56-4244-BB39-7A8522847811}" type="presParOf" srcId="{4BE6BE00-F147-47D8-BAF0-3323655A184F}" destId="{FBC7E855-AE7B-48B0-B174-1BA2D1304975}" srcOrd="2" destOrd="0" presId="urn:microsoft.com/office/officeart/2005/8/layout/default"/>
    <dgm:cxn modelId="{6019E9F0-E83D-4856-A7D1-E5644A3689BB}" type="presParOf" srcId="{4BE6BE00-F147-47D8-BAF0-3323655A184F}" destId="{1B8CA5B5-D78D-4F83-B999-F2636923335D}" srcOrd="3" destOrd="0" presId="urn:microsoft.com/office/officeart/2005/8/layout/default"/>
    <dgm:cxn modelId="{D6ACD36C-3FCF-4541-9B14-0F90B0AA1BA7}" type="presParOf" srcId="{4BE6BE00-F147-47D8-BAF0-3323655A184F}" destId="{013D4ABD-8851-4A35-A4AC-5F9100535EB7}" srcOrd="4" destOrd="0" presId="urn:microsoft.com/office/officeart/2005/8/layout/default"/>
    <dgm:cxn modelId="{8C058FD8-B166-440E-8B40-9CB634209949}" type="presParOf" srcId="{4BE6BE00-F147-47D8-BAF0-3323655A184F}" destId="{194D31F3-CC3A-48B7-99CB-B5A6C5F9972B}" srcOrd="5" destOrd="0" presId="urn:microsoft.com/office/officeart/2005/8/layout/default"/>
    <dgm:cxn modelId="{36912277-E45D-4280-A44E-CA704B0B8A23}" type="presParOf" srcId="{4BE6BE00-F147-47D8-BAF0-3323655A184F}" destId="{75217A72-B721-4189-A2A8-48BA40776351}" srcOrd="6" destOrd="0" presId="urn:microsoft.com/office/officeart/2005/8/layout/default"/>
    <dgm:cxn modelId="{DDC2D5C8-F4D5-4CA2-BB25-2D04D17EE107}" type="presParOf" srcId="{4BE6BE00-F147-47D8-BAF0-3323655A184F}" destId="{43F078D5-A175-47C1-BE8C-E3B504DE0BBB}" srcOrd="7" destOrd="0" presId="urn:microsoft.com/office/officeart/2005/8/layout/default"/>
    <dgm:cxn modelId="{F5F2E70B-5B13-432E-8338-C8EDE4410BAA}" type="presParOf" srcId="{4BE6BE00-F147-47D8-BAF0-3323655A184F}" destId="{A17CDA34-31D2-475C-AA6B-1664DA92E0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7CDAF-8567-46E8-9B63-9708D26B2C84}">
      <dsp:nvSpPr>
        <dsp:cNvPr id="0" name=""/>
        <dsp:cNvSpPr/>
      </dsp:nvSpPr>
      <dsp:spPr>
        <a:xfrm>
          <a:off x="3417" y="326954"/>
          <a:ext cx="2711097" cy="16266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 отраслям права</a:t>
          </a:r>
        </a:p>
      </dsp:txBody>
      <dsp:txXfrm>
        <a:off x="3417" y="326954"/>
        <a:ext cx="2711097" cy="1626658"/>
      </dsp:txXfrm>
    </dsp:sp>
    <dsp:sp modelId="{D91CB59D-174E-42BE-A532-EC7846AFD62F}">
      <dsp:nvSpPr>
        <dsp:cNvPr id="0" name=""/>
        <dsp:cNvSpPr/>
      </dsp:nvSpPr>
      <dsp:spPr>
        <a:xfrm>
          <a:off x="2985624" y="326954"/>
          <a:ext cx="2711097" cy="16266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 территории действия</a:t>
          </a:r>
        </a:p>
      </dsp:txBody>
      <dsp:txXfrm>
        <a:off x="2985624" y="326954"/>
        <a:ext cx="2711097" cy="1626658"/>
      </dsp:txXfrm>
    </dsp:sp>
    <dsp:sp modelId="{708A5880-4789-4F06-A548-12E13CDC5AB1}">
      <dsp:nvSpPr>
        <dsp:cNvPr id="0" name=""/>
        <dsp:cNvSpPr/>
      </dsp:nvSpPr>
      <dsp:spPr>
        <a:xfrm>
          <a:off x="5967831" y="326954"/>
          <a:ext cx="2711097" cy="16266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 кругу лиц</a:t>
          </a:r>
        </a:p>
      </dsp:txBody>
      <dsp:txXfrm>
        <a:off x="5967831" y="326954"/>
        <a:ext cx="2711097" cy="1626658"/>
      </dsp:txXfrm>
    </dsp:sp>
    <dsp:sp modelId="{F6F7B153-794C-4FD2-81CB-5860D3A93664}">
      <dsp:nvSpPr>
        <dsp:cNvPr id="0" name=""/>
        <dsp:cNvSpPr/>
      </dsp:nvSpPr>
      <dsp:spPr>
        <a:xfrm>
          <a:off x="8950039" y="326954"/>
          <a:ext cx="2711097" cy="16266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 субъекту правотворчества</a:t>
          </a:r>
        </a:p>
      </dsp:txBody>
      <dsp:txXfrm>
        <a:off x="8950039" y="326954"/>
        <a:ext cx="2711097" cy="1626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B1D1D-6153-4153-B3F3-014B76E536EA}">
      <dsp:nvSpPr>
        <dsp:cNvPr id="0" name=""/>
        <dsp:cNvSpPr/>
      </dsp:nvSpPr>
      <dsp:spPr>
        <a:xfrm>
          <a:off x="0" y="2006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Реквизиты НПА (вид акта, его название, дата и место принятия, регистрационный номер, подпись(-и) уполномоченных лиц и др.)</a:t>
          </a:r>
        </a:p>
      </dsp:txBody>
      <dsp:txXfrm>
        <a:off x="33012" y="53072"/>
        <a:ext cx="11623858" cy="610236"/>
      </dsp:txXfrm>
    </dsp:sp>
    <dsp:sp modelId="{B7AE7AE2-27B0-4C09-8282-0557C1C4AC7B}">
      <dsp:nvSpPr>
        <dsp:cNvPr id="0" name=""/>
        <dsp:cNvSpPr/>
      </dsp:nvSpPr>
      <dsp:spPr>
        <a:xfrm>
          <a:off x="0" y="74528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Преамбула (вступительная часть, как правило, отражающая цели принятия НПА и(или) предмет его регулирования)</a:t>
          </a:r>
        </a:p>
      </dsp:txBody>
      <dsp:txXfrm>
        <a:off x="33012" y="778292"/>
        <a:ext cx="11623858" cy="610236"/>
      </dsp:txXfrm>
    </dsp:sp>
    <dsp:sp modelId="{DF60D611-347B-4F1C-8789-27C51C352DBB}">
      <dsp:nvSpPr>
        <dsp:cNvPr id="0" name=""/>
        <dsp:cNvSpPr/>
      </dsp:nvSpPr>
      <dsp:spPr>
        <a:xfrm>
          <a:off x="0" y="147050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Раздел</a:t>
          </a:r>
        </a:p>
      </dsp:txBody>
      <dsp:txXfrm>
        <a:off x="33012" y="1503512"/>
        <a:ext cx="11623858" cy="610236"/>
      </dsp:txXfrm>
    </dsp:sp>
    <dsp:sp modelId="{D80B249F-AC08-4D62-9E6B-05D091FE6F44}">
      <dsp:nvSpPr>
        <dsp:cNvPr id="0" name=""/>
        <dsp:cNvSpPr/>
      </dsp:nvSpPr>
      <dsp:spPr>
        <a:xfrm>
          <a:off x="0" y="219572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Глава, параграф (как правило, в кодексах)</a:t>
          </a:r>
        </a:p>
      </dsp:txBody>
      <dsp:txXfrm>
        <a:off x="33012" y="2228732"/>
        <a:ext cx="11623858" cy="610236"/>
      </dsp:txXfrm>
    </dsp:sp>
    <dsp:sp modelId="{DEAEC559-9B4B-4BE1-8B7B-0BD71DA04B30}">
      <dsp:nvSpPr>
        <dsp:cNvPr id="0" name=""/>
        <dsp:cNvSpPr/>
      </dsp:nvSpPr>
      <dsp:spPr>
        <a:xfrm>
          <a:off x="0" y="292094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Статья (как правило, в Конституции, кодексах и законах)</a:t>
          </a:r>
        </a:p>
      </dsp:txBody>
      <dsp:txXfrm>
        <a:off x="33012" y="2953952"/>
        <a:ext cx="11623858" cy="610236"/>
      </dsp:txXfrm>
    </dsp:sp>
    <dsp:sp modelId="{8478659B-3568-42B2-A3D9-766716700BE1}">
      <dsp:nvSpPr>
        <dsp:cNvPr id="0" name=""/>
        <dsp:cNvSpPr/>
      </dsp:nvSpPr>
      <dsp:spPr>
        <a:xfrm>
          <a:off x="0" y="364616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Пункт (самостоятельным элементом выступает в подзаконных НПА)</a:t>
          </a:r>
        </a:p>
      </dsp:txBody>
      <dsp:txXfrm>
        <a:off x="33012" y="3679172"/>
        <a:ext cx="11623858" cy="610236"/>
      </dsp:txXfrm>
    </dsp:sp>
    <dsp:sp modelId="{98057D5D-F279-4EC0-9787-DA266B5F982B}">
      <dsp:nvSpPr>
        <dsp:cNvPr id="0" name=""/>
        <dsp:cNvSpPr/>
      </dsp:nvSpPr>
      <dsp:spPr>
        <a:xfrm>
          <a:off x="0" y="4371380"/>
          <a:ext cx="1168988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Подпункт, часть, абзац (зависимые элементы структуры); примечания и приложения</a:t>
          </a:r>
        </a:p>
      </dsp:txBody>
      <dsp:txXfrm>
        <a:off x="33012" y="4404392"/>
        <a:ext cx="11623858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930E5-CC83-434E-B70B-C16D55E54B91}">
      <dsp:nvSpPr>
        <dsp:cNvPr id="0" name=""/>
        <dsp:cNvSpPr/>
      </dsp:nvSpPr>
      <dsp:spPr>
        <a:xfrm>
          <a:off x="0" y="99597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Письменная форма</a:t>
          </a:r>
        </a:p>
      </dsp:txBody>
      <dsp:txXfrm>
        <a:off x="37032" y="136629"/>
        <a:ext cx="11413687" cy="684534"/>
      </dsp:txXfrm>
    </dsp:sp>
    <dsp:sp modelId="{2B49799D-2CC8-49DF-BEBE-7B2B7A24F5FD}">
      <dsp:nvSpPr>
        <dsp:cNvPr id="0" name=""/>
        <dsp:cNvSpPr/>
      </dsp:nvSpPr>
      <dsp:spPr>
        <a:xfrm>
          <a:off x="0" y="912916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Нормативность (содержание = нормы права)</a:t>
          </a:r>
        </a:p>
      </dsp:txBody>
      <dsp:txXfrm>
        <a:off x="37032" y="949948"/>
        <a:ext cx="11413687" cy="684534"/>
      </dsp:txXfrm>
    </dsp:sp>
    <dsp:sp modelId="{F5B2B0DA-690B-4131-A280-A216508E98A0}">
      <dsp:nvSpPr>
        <dsp:cNvPr id="0" name=""/>
        <dsp:cNvSpPr/>
      </dsp:nvSpPr>
      <dsp:spPr>
        <a:xfrm>
          <a:off x="0" y="1726234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Субъектом принятия выступают уполномоченные органы власти и должностные лица </a:t>
          </a:r>
          <a:br>
            <a:rPr lang="ru-RU" sz="1900" kern="1200" dirty="0"/>
          </a:br>
          <a:r>
            <a:rPr lang="ru-RU" sz="1900" kern="1200" dirty="0"/>
            <a:t>(</a:t>
          </a:r>
          <a:r>
            <a:rPr lang="ru-RU" sz="1900" i="1" kern="1200" dirty="0"/>
            <a:t>в исключительных случаях – народ, негосударственные организации</a:t>
          </a:r>
          <a:r>
            <a:rPr lang="ru-RU" sz="1900" kern="1200" dirty="0"/>
            <a:t>)</a:t>
          </a:r>
        </a:p>
      </dsp:txBody>
      <dsp:txXfrm>
        <a:off x="37032" y="1763266"/>
        <a:ext cx="11413687" cy="684534"/>
      </dsp:txXfrm>
    </dsp:sp>
    <dsp:sp modelId="{57BAE34F-3ABA-41BA-8990-D670B4CBE5CA}">
      <dsp:nvSpPr>
        <dsp:cNvPr id="0" name=""/>
        <dsp:cNvSpPr/>
      </dsp:nvSpPr>
      <dsp:spPr>
        <a:xfrm>
          <a:off x="0" y="2539553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Особый порядок принятия</a:t>
          </a:r>
        </a:p>
      </dsp:txBody>
      <dsp:txXfrm>
        <a:off x="37032" y="2576585"/>
        <a:ext cx="11413687" cy="684534"/>
      </dsp:txXfrm>
    </dsp:sp>
    <dsp:sp modelId="{1B0789BF-B5DB-491C-8802-B4F3107F940A}">
      <dsp:nvSpPr>
        <dsp:cNvPr id="0" name=""/>
        <dsp:cNvSpPr/>
      </dsp:nvSpPr>
      <dsp:spPr>
        <a:xfrm>
          <a:off x="0" y="3352872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Юридическая сила</a:t>
          </a:r>
        </a:p>
      </dsp:txBody>
      <dsp:txXfrm>
        <a:off x="37032" y="3389904"/>
        <a:ext cx="11413687" cy="684534"/>
      </dsp:txXfrm>
    </dsp:sp>
    <dsp:sp modelId="{DC88C4CF-8B2D-4B34-A8AF-838CBBB07294}">
      <dsp:nvSpPr>
        <dsp:cNvPr id="0" name=""/>
        <dsp:cNvSpPr/>
      </dsp:nvSpPr>
      <dsp:spPr>
        <a:xfrm>
          <a:off x="0" y="4166190"/>
          <a:ext cx="11487751" cy="758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Иерархия нормативных правовых актов (</a:t>
          </a:r>
          <a:r>
            <a:rPr lang="ru-RU" sz="1900" i="1" kern="1200" dirty="0"/>
            <a:t>соподчиненность</a:t>
          </a:r>
          <a:r>
            <a:rPr lang="ru-RU" sz="1900" kern="1200" dirty="0"/>
            <a:t>)</a:t>
          </a:r>
        </a:p>
      </dsp:txBody>
      <dsp:txXfrm>
        <a:off x="37032" y="4203222"/>
        <a:ext cx="11413687" cy="6845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48501"/>
          <a:ext cx="11480798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/>
            <a:t>Законы федерального и международного уровней</a:t>
          </a:r>
          <a:endParaRPr lang="ru-RU" sz="2800" kern="1200"/>
        </a:p>
      </dsp:txBody>
      <dsp:txXfrm>
        <a:off x="40209" y="88710"/>
        <a:ext cx="11400380" cy="743262"/>
      </dsp:txXfrm>
    </dsp:sp>
    <dsp:sp modelId="{586BCA90-3A27-4243-AE2F-6EE4DA2F49E7}">
      <dsp:nvSpPr>
        <dsp:cNvPr id="0" name=""/>
        <dsp:cNvSpPr/>
      </dsp:nvSpPr>
      <dsp:spPr>
        <a:xfrm>
          <a:off x="0" y="998901"/>
          <a:ext cx="11480798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kern="1200" dirty="0"/>
            <a:t>Подзаконные нормативные правовые акты федерального уровня</a:t>
          </a:r>
          <a:endParaRPr lang="ru-RU" sz="2800" kern="1200" dirty="0"/>
        </a:p>
      </dsp:txBody>
      <dsp:txXfrm>
        <a:off x="40209" y="1039110"/>
        <a:ext cx="11400380" cy="743262"/>
      </dsp:txXfrm>
    </dsp:sp>
    <dsp:sp modelId="{07C2C276-53AA-42AA-8726-F2BE7EA13FF8}">
      <dsp:nvSpPr>
        <dsp:cNvPr id="0" name=""/>
        <dsp:cNvSpPr/>
      </dsp:nvSpPr>
      <dsp:spPr>
        <a:xfrm>
          <a:off x="0" y="1949301"/>
          <a:ext cx="11480798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kern="1200"/>
            <a:t>Законы уровня субъектов РФ</a:t>
          </a:r>
          <a:endParaRPr lang="ru-RU" sz="2800" kern="1200"/>
        </a:p>
      </dsp:txBody>
      <dsp:txXfrm>
        <a:off x="40209" y="1989510"/>
        <a:ext cx="11400380" cy="743262"/>
      </dsp:txXfrm>
    </dsp:sp>
    <dsp:sp modelId="{5A253EE0-4AF1-48EB-B437-92C8C72ABA7B}">
      <dsp:nvSpPr>
        <dsp:cNvPr id="0" name=""/>
        <dsp:cNvSpPr/>
      </dsp:nvSpPr>
      <dsp:spPr>
        <a:xfrm>
          <a:off x="0" y="2899701"/>
          <a:ext cx="11480798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kern="1200"/>
            <a:t>Подзаконные нормативные правовые акты уровня субъектов РФ</a:t>
          </a:r>
          <a:endParaRPr lang="ru-RU" sz="2800" kern="1200"/>
        </a:p>
      </dsp:txBody>
      <dsp:txXfrm>
        <a:off x="40209" y="2939910"/>
        <a:ext cx="11400380" cy="743262"/>
      </dsp:txXfrm>
    </dsp:sp>
    <dsp:sp modelId="{7A287EEC-2CFE-4A46-9C44-F8B0FC859935}">
      <dsp:nvSpPr>
        <dsp:cNvPr id="0" name=""/>
        <dsp:cNvSpPr/>
      </dsp:nvSpPr>
      <dsp:spPr>
        <a:xfrm>
          <a:off x="0" y="3850101"/>
          <a:ext cx="11480798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kern="1200"/>
            <a:t>Муниципальные нормативные правовые акты</a:t>
          </a:r>
          <a:endParaRPr lang="ru-RU" sz="2800" kern="1200"/>
        </a:p>
      </dsp:txBody>
      <dsp:txXfrm>
        <a:off x="40209" y="3890310"/>
        <a:ext cx="11400380" cy="7432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692"/>
          <a:ext cx="1148079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/>
            <a:t>Законы федерального и международного уровней</a:t>
          </a:r>
          <a:endParaRPr lang="ru-RU" sz="2800" kern="1200" dirty="0"/>
        </a:p>
      </dsp:txBody>
      <dsp:txXfrm>
        <a:off x="42950" y="43642"/>
        <a:ext cx="11394898" cy="793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692"/>
          <a:ext cx="1148079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u="none" strike="noStrike" kern="1200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Подзаконные нормативные правовые акты федерального уровня</a:t>
          </a:r>
          <a:endParaRPr lang="ru-RU" sz="2800" kern="1200" dirty="0">
            <a:solidFill>
              <a:schemeClr val="bg1"/>
            </a:solidFill>
          </a:endParaRPr>
        </a:p>
      </dsp:txBody>
      <dsp:txXfrm>
        <a:off x="42950" y="43642"/>
        <a:ext cx="11394898" cy="7939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692"/>
          <a:ext cx="1148079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u="none" strike="noStrike" kern="1200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Законы уровня субъектов РФ</a:t>
          </a:r>
          <a:endParaRPr lang="ru-RU" sz="2800" kern="1200" dirty="0">
            <a:solidFill>
              <a:schemeClr val="bg1"/>
            </a:solidFill>
          </a:endParaRPr>
        </a:p>
      </dsp:txBody>
      <dsp:txXfrm>
        <a:off x="42950" y="43642"/>
        <a:ext cx="11394898" cy="7939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692"/>
          <a:ext cx="1148079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u="none" strike="noStrike" kern="1200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Подзаконные нормативные правовые акты уровня субъектов РФ</a:t>
          </a:r>
          <a:endParaRPr lang="ru-RU" sz="2800" kern="1200" dirty="0">
            <a:solidFill>
              <a:schemeClr val="bg1"/>
            </a:solidFill>
          </a:endParaRPr>
        </a:p>
      </dsp:txBody>
      <dsp:txXfrm>
        <a:off x="42950" y="43642"/>
        <a:ext cx="11394898" cy="7939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F6F14-73AA-40C7-B074-EF15D039785E}">
      <dsp:nvSpPr>
        <dsp:cNvPr id="0" name=""/>
        <dsp:cNvSpPr/>
      </dsp:nvSpPr>
      <dsp:spPr>
        <a:xfrm>
          <a:off x="0" y="692"/>
          <a:ext cx="11480798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i="0" u="none" strike="noStrike" kern="1200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rPr>
            <a:t>Муниципальные нормативные правовые акты</a:t>
          </a:r>
          <a:endParaRPr lang="ru-RU" sz="2800" kern="1200" dirty="0">
            <a:solidFill>
              <a:schemeClr val="bg1"/>
            </a:solidFill>
          </a:endParaRPr>
        </a:p>
      </dsp:txBody>
      <dsp:txXfrm>
        <a:off x="42950" y="43642"/>
        <a:ext cx="11394898" cy="7939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15A7E-AC73-408E-B6F5-BE63581085BD}">
      <dsp:nvSpPr>
        <dsp:cNvPr id="0" name=""/>
        <dsp:cNvSpPr/>
      </dsp:nvSpPr>
      <dsp:spPr>
        <a:xfrm>
          <a:off x="0" y="1142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Основы конституционного строя</a:t>
          </a:r>
        </a:p>
      </dsp:txBody>
      <dsp:txXfrm>
        <a:off x="21589" y="135826"/>
        <a:ext cx="8233108" cy="399082"/>
      </dsp:txXfrm>
    </dsp:sp>
    <dsp:sp modelId="{D712BF2A-A91E-4982-A58F-CF558441F8B9}">
      <dsp:nvSpPr>
        <dsp:cNvPr id="0" name=""/>
        <dsp:cNvSpPr/>
      </dsp:nvSpPr>
      <dsp:spPr>
        <a:xfrm>
          <a:off x="0" y="6083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Права и свободы человека и гражданина</a:t>
          </a:r>
        </a:p>
      </dsp:txBody>
      <dsp:txXfrm>
        <a:off x="21589" y="629926"/>
        <a:ext cx="8233108" cy="399082"/>
      </dsp:txXfrm>
    </dsp:sp>
    <dsp:sp modelId="{DD68880E-4A46-4A8E-9913-0D4DB39AE1D1}">
      <dsp:nvSpPr>
        <dsp:cNvPr id="0" name=""/>
        <dsp:cNvSpPr/>
      </dsp:nvSpPr>
      <dsp:spPr>
        <a:xfrm>
          <a:off x="0" y="11024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Федеративное устройство Российской Федерации</a:t>
          </a:r>
        </a:p>
      </dsp:txBody>
      <dsp:txXfrm>
        <a:off x="21589" y="1124026"/>
        <a:ext cx="8233108" cy="399082"/>
      </dsp:txXfrm>
    </dsp:sp>
    <dsp:sp modelId="{A3979629-40B0-4CA9-BF91-3AC4D88E3D08}">
      <dsp:nvSpPr>
        <dsp:cNvPr id="0" name=""/>
        <dsp:cNvSpPr/>
      </dsp:nvSpPr>
      <dsp:spPr>
        <a:xfrm>
          <a:off x="0" y="15965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Президент Российской Федерации</a:t>
          </a:r>
        </a:p>
      </dsp:txBody>
      <dsp:txXfrm>
        <a:off x="21589" y="1618126"/>
        <a:ext cx="8233108" cy="399082"/>
      </dsp:txXfrm>
    </dsp:sp>
    <dsp:sp modelId="{15A01BEB-DDB5-4A7E-BA58-94B1F85F1BE1}">
      <dsp:nvSpPr>
        <dsp:cNvPr id="0" name=""/>
        <dsp:cNvSpPr/>
      </dsp:nvSpPr>
      <dsp:spPr>
        <a:xfrm>
          <a:off x="0" y="20906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Федеральное Собрание Российской Федерации</a:t>
          </a:r>
        </a:p>
      </dsp:txBody>
      <dsp:txXfrm>
        <a:off x="21589" y="2112226"/>
        <a:ext cx="8233108" cy="399082"/>
      </dsp:txXfrm>
    </dsp:sp>
    <dsp:sp modelId="{D6A977A8-5049-4A16-BD64-51CE16C55E97}">
      <dsp:nvSpPr>
        <dsp:cNvPr id="0" name=""/>
        <dsp:cNvSpPr/>
      </dsp:nvSpPr>
      <dsp:spPr>
        <a:xfrm>
          <a:off x="0" y="2584737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Правительство Российской Федерации</a:t>
          </a:r>
        </a:p>
      </dsp:txBody>
      <dsp:txXfrm>
        <a:off x="21589" y="2606326"/>
        <a:ext cx="8233108" cy="399082"/>
      </dsp:txXfrm>
    </dsp:sp>
    <dsp:sp modelId="{9F2D1642-0802-4EAF-8D60-94FE4A27790A}">
      <dsp:nvSpPr>
        <dsp:cNvPr id="0" name=""/>
        <dsp:cNvSpPr/>
      </dsp:nvSpPr>
      <dsp:spPr>
        <a:xfrm>
          <a:off x="0" y="3078836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Суды и правосудие</a:t>
          </a:r>
        </a:p>
      </dsp:txBody>
      <dsp:txXfrm>
        <a:off x="21589" y="3100425"/>
        <a:ext cx="8233108" cy="399082"/>
      </dsp:txXfrm>
    </dsp:sp>
    <dsp:sp modelId="{B517A23E-90F3-4F00-BAF4-57978ED2B524}">
      <dsp:nvSpPr>
        <dsp:cNvPr id="0" name=""/>
        <dsp:cNvSpPr/>
      </dsp:nvSpPr>
      <dsp:spPr>
        <a:xfrm>
          <a:off x="0" y="3572936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Прокуратура Российской Федерации</a:t>
          </a:r>
        </a:p>
      </dsp:txBody>
      <dsp:txXfrm>
        <a:off x="21589" y="3594525"/>
        <a:ext cx="8233108" cy="399082"/>
      </dsp:txXfrm>
    </dsp:sp>
    <dsp:sp modelId="{16DEC180-8088-48BB-B22D-BA262D694879}">
      <dsp:nvSpPr>
        <dsp:cNvPr id="0" name=""/>
        <dsp:cNvSpPr/>
      </dsp:nvSpPr>
      <dsp:spPr>
        <a:xfrm>
          <a:off x="0" y="4067036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Местное самоуправление</a:t>
          </a:r>
        </a:p>
      </dsp:txBody>
      <dsp:txXfrm>
        <a:off x="21589" y="4088625"/>
        <a:ext cx="8233108" cy="399082"/>
      </dsp:txXfrm>
    </dsp:sp>
    <dsp:sp modelId="{C0B6639F-A861-4A84-A3C9-F994B8655FD3}">
      <dsp:nvSpPr>
        <dsp:cNvPr id="0" name=""/>
        <dsp:cNvSpPr/>
      </dsp:nvSpPr>
      <dsp:spPr>
        <a:xfrm>
          <a:off x="0" y="4561136"/>
          <a:ext cx="827628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Изменение Конституции Российской Федерации</a:t>
          </a:r>
        </a:p>
      </dsp:txBody>
      <dsp:txXfrm>
        <a:off x="21589" y="4582725"/>
        <a:ext cx="8233108" cy="3990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F3908-693F-4640-83CB-BACA498C7CE9}">
      <dsp:nvSpPr>
        <dsp:cNvPr id="0" name=""/>
        <dsp:cNvSpPr/>
      </dsp:nvSpPr>
      <dsp:spPr>
        <a:xfrm>
          <a:off x="51524" y="698"/>
          <a:ext cx="5658981" cy="1439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27 июля 2004 г. № 79-ФЗ «</a:t>
          </a:r>
          <a:r>
            <a:rPr lang="ru-RU" sz="2100" b="1" kern="1200" dirty="0"/>
            <a:t>О государственной гражданской службе Российской Федерации</a:t>
          </a:r>
          <a:r>
            <a:rPr lang="ru-RU" sz="2100" kern="1200" dirty="0"/>
            <a:t>»</a:t>
          </a:r>
        </a:p>
      </dsp:txBody>
      <dsp:txXfrm>
        <a:off x="51524" y="698"/>
        <a:ext cx="5658981" cy="1439974"/>
      </dsp:txXfrm>
    </dsp:sp>
    <dsp:sp modelId="{BDEB2A9C-EC72-4C69-9B94-3B5D316355B5}">
      <dsp:nvSpPr>
        <dsp:cNvPr id="0" name=""/>
        <dsp:cNvSpPr/>
      </dsp:nvSpPr>
      <dsp:spPr>
        <a:xfrm>
          <a:off x="5950501" y="698"/>
          <a:ext cx="5658981" cy="1439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27 мая 2003 г. № 58-ФЗ «</a:t>
          </a:r>
          <a:r>
            <a:rPr lang="ru-RU" sz="2100" b="1" kern="1200" dirty="0"/>
            <a:t>О системе государственной службы Российской Федерации</a:t>
          </a:r>
          <a:r>
            <a:rPr lang="ru-RU" sz="2100" kern="1200" dirty="0"/>
            <a:t>»</a:t>
          </a:r>
        </a:p>
      </dsp:txBody>
      <dsp:txXfrm>
        <a:off x="5950501" y="698"/>
        <a:ext cx="5658981" cy="1439974"/>
      </dsp:txXfrm>
    </dsp:sp>
    <dsp:sp modelId="{C989510F-EDA6-422B-921E-53FF91100453}">
      <dsp:nvSpPr>
        <dsp:cNvPr id="0" name=""/>
        <dsp:cNvSpPr/>
      </dsp:nvSpPr>
      <dsp:spPr>
        <a:xfrm>
          <a:off x="51524" y="1680669"/>
          <a:ext cx="5658981" cy="143997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02.03.2007 № 25-ФЗ «</a:t>
          </a:r>
          <a:r>
            <a:rPr lang="ru-RU" sz="2100" b="1" kern="1200" dirty="0"/>
            <a:t>О муниципальной службе в Российской Федерации</a:t>
          </a:r>
          <a:r>
            <a:rPr lang="ru-RU" sz="2100" kern="1200" dirty="0"/>
            <a:t>» </a:t>
          </a:r>
        </a:p>
      </dsp:txBody>
      <dsp:txXfrm>
        <a:off x="51524" y="1680669"/>
        <a:ext cx="5658981" cy="1439974"/>
      </dsp:txXfrm>
    </dsp:sp>
    <dsp:sp modelId="{1BBA65DA-CCF7-404F-96E9-571B42A6BF7D}">
      <dsp:nvSpPr>
        <dsp:cNvPr id="0" name=""/>
        <dsp:cNvSpPr/>
      </dsp:nvSpPr>
      <dsp:spPr>
        <a:xfrm>
          <a:off x="5950501" y="1680669"/>
          <a:ext cx="5658981" cy="143997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06.10.2003 № 131-ФЗ «</a:t>
          </a:r>
          <a:r>
            <a:rPr lang="ru-RU" sz="2100" b="1" kern="1200" dirty="0"/>
            <a:t>Об общих принципах организации местного самоуправления в Российской Федерации</a:t>
          </a:r>
          <a:r>
            <a:rPr lang="ru-RU" sz="2100" kern="1200" dirty="0"/>
            <a:t>»</a:t>
          </a:r>
        </a:p>
      </dsp:txBody>
      <dsp:txXfrm>
        <a:off x="5950501" y="1680669"/>
        <a:ext cx="5658981" cy="1439974"/>
      </dsp:txXfrm>
    </dsp:sp>
    <dsp:sp modelId="{5414E2E8-D1FB-4579-9E06-02B4C0FD3503}">
      <dsp:nvSpPr>
        <dsp:cNvPr id="0" name=""/>
        <dsp:cNvSpPr/>
      </dsp:nvSpPr>
      <dsp:spPr>
        <a:xfrm>
          <a:off x="51524" y="3360640"/>
          <a:ext cx="5658981" cy="1439974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05.04.2013 № 44-ФЗ  «</a:t>
          </a:r>
          <a:r>
            <a:rPr lang="ru-RU" sz="2100" b="1" kern="1200" dirty="0"/>
            <a:t>О контрактной системе в сфере закупок товаров, работ, услуг для обеспечения государственных и муниципальных нужд</a:t>
          </a:r>
          <a:r>
            <a:rPr lang="ru-RU" sz="2100" kern="1200" dirty="0"/>
            <a:t>» </a:t>
          </a:r>
        </a:p>
      </dsp:txBody>
      <dsp:txXfrm>
        <a:off x="51524" y="3360640"/>
        <a:ext cx="5658981" cy="1439974"/>
      </dsp:txXfrm>
    </dsp:sp>
    <dsp:sp modelId="{6AE3C883-1F73-4FD7-BBA1-8D44C5DE1F17}">
      <dsp:nvSpPr>
        <dsp:cNvPr id="0" name=""/>
        <dsp:cNvSpPr/>
      </dsp:nvSpPr>
      <dsp:spPr>
        <a:xfrm>
          <a:off x="5950501" y="3360640"/>
          <a:ext cx="5658981" cy="1439974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25 декабря 2008 г. № 273-ФЗ «</a:t>
          </a:r>
          <a:r>
            <a:rPr lang="ru-RU" sz="2100" b="1" kern="1200" dirty="0"/>
            <a:t>О противодействии коррупции</a:t>
          </a:r>
          <a:r>
            <a:rPr lang="ru-RU" sz="2100" kern="1200" dirty="0"/>
            <a:t>»</a:t>
          </a:r>
        </a:p>
      </dsp:txBody>
      <dsp:txXfrm>
        <a:off x="5950501" y="3360640"/>
        <a:ext cx="5658981" cy="14399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B3ED9-120E-4054-9095-8E98116C6841}">
      <dsp:nvSpPr>
        <dsp:cNvPr id="0" name=""/>
        <dsp:cNvSpPr/>
      </dsp:nvSpPr>
      <dsp:spPr>
        <a:xfrm>
          <a:off x="357" y="95718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Гражданский кодекс </a:t>
          </a:r>
        </a:p>
      </dsp:txBody>
      <dsp:txXfrm>
        <a:off x="357" y="95718"/>
        <a:ext cx="2195036" cy="1088447"/>
      </dsp:txXfrm>
    </dsp:sp>
    <dsp:sp modelId="{D79F5463-5212-4623-8186-782BAB657D0F}">
      <dsp:nvSpPr>
        <dsp:cNvPr id="0" name=""/>
        <dsp:cNvSpPr/>
      </dsp:nvSpPr>
      <dsp:spPr>
        <a:xfrm>
          <a:off x="2376801" y="95718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Налоговый кодекс</a:t>
          </a:r>
        </a:p>
      </dsp:txBody>
      <dsp:txXfrm>
        <a:off x="2376801" y="95718"/>
        <a:ext cx="2195036" cy="1088447"/>
      </dsp:txXfrm>
    </dsp:sp>
    <dsp:sp modelId="{3952D11B-F1AF-473A-B03B-6B2215E6C825}">
      <dsp:nvSpPr>
        <dsp:cNvPr id="0" name=""/>
        <dsp:cNvSpPr/>
      </dsp:nvSpPr>
      <dsp:spPr>
        <a:xfrm>
          <a:off x="4753245" y="95718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Трудовой кодекс </a:t>
          </a:r>
        </a:p>
      </dsp:txBody>
      <dsp:txXfrm>
        <a:off x="4753245" y="95718"/>
        <a:ext cx="2195036" cy="1088447"/>
      </dsp:txXfrm>
    </dsp:sp>
    <dsp:sp modelId="{669FC454-0FA8-4F0D-94F2-5A407C485EA8}">
      <dsp:nvSpPr>
        <dsp:cNvPr id="0" name=""/>
        <dsp:cNvSpPr/>
      </dsp:nvSpPr>
      <dsp:spPr>
        <a:xfrm>
          <a:off x="7129689" y="95718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Кодекс об административных правонарушениях (КоАП РФ)</a:t>
          </a:r>
        </a:p>
      </dsp:txBody>
      <dsp:txXfrm>
        <a:off x="7129689" y="95718"/>
        <a:ext cx="2195036" cy="1088447"/>
      </dsp:txXfrm>
    </dsp:sp>
    <dsp:sp modelId="{2FBCEFB6-29EB-4D39-AAD3-C47006C0A919}">
      <dsp:nvSpPr>
        <dsp:cNvPr id="0" name=""/>
        <dsp:cNvSpPr/>
      </dsp:nvSpPr>
      <dsp:spPr>
        <a:xfrm>
          <a:off x="9506133" y="95718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Кодекс административного судопроизводства (КАС РФ)</a:t>
          </a:r>
        </a:p>
      </dsp:txBody>
      <dsp:txXfrm>
        <a:off x="9506133" y="95718"/>
        <a:ext cx="2195036" cy="1088447"/>
      </dsp:txXfrm>
    </dsp:sp>
    <dsp:sp modelId="{49013F23-7C6B-40D8-8C37-69DE5F069267}">
      <dsp:nvSpPr>
        <dsp:cNvPr id="0" name=""/>
        <dsp:cNvSpPr/>
      </dsp:nvSpPr>
      <dsp:spPr>
        <a:xfrm>
          <a:off x="357" y="1365574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Градостроительный кодекс </a:t>
          </a:r>
        </a:p>
      </dsp:txBody>
      <dsp:txXfrm>
        <a:off x="357" y="1365574"/>
        <a:ext cx="2195036" cy="1088447"/>
      </dsp:txXfrm>
    </dsp:sp>
    <dsp:sp modelId="{D08E26CE-23CA-4E7A-9451-19C64F03307A}">
      <dsp:nvSpPr>
        <dsp:cNvPr id="0" name=""/>
        <dsp:cNvSpPr/>
      </dsp:nvSpPr>
      <dsp:spPr>
        <a:xfrm>
          <a:off x="2376801" y="1365574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Гражданский процессуальный кодекс (ГПК РФ)</a:t>
          </a:r>
        </a:p>
      </dsp:txBody>
      <dsp:txXfrm>
        <a:off x="2376801" y="1365574"/>
        <a:ext cx="2195036" cy="1088447"/>
      </dsp:txXfrm>
    </dsp:sp>
    <dsp:sp modelId="{0F58797D-AA87-4E0D-9CB9-B65BBF71DF6A}">
      <dsp:nvSpPr>
        <dsp:cNvPr id="0" name=""/>
        <dsp:cNvSpPr/>
      </dsp:nvSpPr>
      <dsp:spPr>
        <a:xfrm>
          <a:off x="4753245" y="1365574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Арбитражный процессуальный кодекс (АПК РФ)</a:t>
          </a:r>
        </a:p>
      </dsp:txBody>
      <dsp:txXfrm>
        <a:off x="4753245" y="1365574"/>
        <a:ext cx="2195036" cy="1088447"/>
      </dsp:txXfrm>
    </dsp:sp>
    <dsp:sp modelId="{8018D40C-4E74-4E9E-B300-48F4B6DFD167}">
      <dsp:nvSpPr>
        <dsp:cNvPr id="0" name=""/>
        <dsp:cNvSpPr/>
      </dsp:nvSpPr>
      <dsp:spPr>
        <a:xfrm>
          <a:off x="7129689" y="1365574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Уголовный кодекс (УК РФ)</a:t>
          </a:r>
        </a:p>
      </dsp:txBody>
      <dsp:txXfrm>
        <a:off x="7129689" y="1365574"/>
        <a:ext cx="2195036" cy="1088447"/>
      </dsp:txXfrm>
    </dsp:sp>
    <dsp:sp modelId="{FA437C57-776A-4AFA-ABCD-57884F64A34D}">
      <dsp:nvSpPr>
        <dsp:cNvPr id="0" name=""/>
        <dsp:cNvSpPr/>
      </dsp:nvSpPr>
      <dsp:spPr>
        <a:xfrm>
          <a:off x="9506133" y="1365574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Уголовно-процессуальный кодекс (УПК РФ)</a:t>
          </a:r>
        </a:p>
      </dsp:txBody>
      <dsp:txXfrm>
        <a:off x="9506133" y="1365574"/>
        <a:ext cx="2195036" cy="1088447"/>
      </dsp:txXfrm>
    </dsp:sp>
    <dsp:sp modelId="{77AA0762-FC7C-400E-9AD6-E4F2DE6DDFE9}">
      <dsp:nvSpPr>
        <dsp:cNvPr id="0" name=""/>
        <dsp:cNvSpPr/>
      </dsp:nvSpPr>
      <dsp:spPr>
        <a:xfrm>
          <a:off x="357" y="2635429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Уголовно-исполнительный кодекс (УИК РФ)</a:t>
          </a:r>
        </a:p>
      </dsp:txBody>
      <dsp:txXfrm>
        <a:off x="357" y="2635429"/>
        <a:ext cx="2195036" cy="1088447"/>
      </dsp:txXfrm>
    </dsp:sp>
    <dsp:sp modelId="{0251AE3A-4508-4D52-B9C7-14C878ABAA64}">
      <dsp:nvSpPr>
        <dsp:cNvPr id="0" name=""/>
        <dsp:cNvSpPr/>
      </dsp:nvSpPr>
      <dsp:spPr>
        <a:xfrm>
          <a:off x="2376801" y="2635429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Земельный кодекс</a:t>
          </a:r>
        </a:p>
      </dsp:txBody>
      <dsp:txXfrm>
        <a:off x="2376801" y="2635429"/>
        <a:ext cx="2195036" cy="1088447"/>
      </dsp:txXfrm>
    </dsp:sp>
    <dsp:sp modelId="{27BFD58A-0C43-42AE-8078-D8EA7BCAC93A}">
      <dsp:nvSpPr>
        <dsp:cNvPr id="0" name=""/>
        <dsp:cNvSpPr/>
      </dsp:nvSpPr>
      <dsp:spPr>
        <a:xfrm>
          <a:off x="4753245" y="2635429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Жилищный кодекс (ЖК РФ)</a:t>
          </a:r>
        </a:p>
      </dsp:txBody>
      <dsp:txXfrm>
        <a:off x="4753245" y="2635429"/>
        <a:ext cx="2195036" cy="1088447"/>
      </dsp:txXfrm>
    </dsp:sp>
    <dsp:sp modelId="{E9C185A6-4F97-48F6-BF85-4998035E3A17}">
      <dsp:nvSpPr>
        <dsp:cNvPr id="0" name=""/>
        <dsp:cNvSpPr/>
      </dsp:nvSpPr>
      <dsp:spPr>
        <a:xfrm>
          <a:off x="7129689" y="2635429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Семейный кодекс (СК РФ)</a:t>
          </a:r>
        </a:p>
      </dsp:txBody>
      <dsp:txXfrm>
        <a:off x="7129689" y="2635429"/>
        <a:ext cx="2195036" cy="1088447"/>
      </dsp:txXfrm>
    </dsp:sp>
    <dsp:sp modelId="{83DE4474-9809-442F-B699-8470E834F599}">
      <dsp:nvSpPr>
        <dsp:cNvPr id="0" name=""/>
        <dsp:cNvSpPr/>
      </dsp:nvSpPr>
      <dsp:spPr>
        <a:xfrm>
          <a:off x="9506133" y="2635429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Водный кодекс</a:t>
          </a:r>
        </a:p>
      </dsp:txBody>
      <dsp:txXfrm>
        <a:off x="9506133" y="2635429"/>
        <a:ext cx="2195036" cy="1088447"/>
      </dsp:txXfrm>
    </dsp:sp>
    <dsp:sp modelId="{E245F61B-C205-4F0A-9A3A-DB05BB37FE2D}">
      <dsp:nvSpPr>
        <dsp:cNvPr id="0" name=""/>
        <dsp:cNvSpPr/>
      </dsp:nvSpPr>
      <dsp:spPr>
        <a:xfrm>
          <a:off x="357" y="3905285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Лесной кодекс</a:t>
          </a:r>
        </a:p>
      </dsp:txBody>
      <dsp:txXfrm>
        <a:off x="357" y="3905285"/>
        <a:ext cx="2195036" cy="1088447"/>
      </dsp:txXfrm>
    </dsp:sp>
    <dsp:sp modelId="{9E0C265A-0E76-4426-BF43-E9406369EBE3}">
      <dsp:nvSpPr>
        <dsp:cNvPr id="0" name=""/>
        <dsp:cNvSpPr/>
      </dsp:nvSpPr>
      <dsp:spPr>
        <a:xfrm>
          <a:off x="2376801" y="3905285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Воздушный кодекс</a:t>
          </a:r>
        </a:p>
      </dsp:txBody>
      <dsp:txXfrm>
        <a:off x="2376801" y="3905285"/>
        <a:ext cx="2195036" cy="1088447"/>
      </dsp:txXfrm>
    </dsp:sp>
    <dsp:sp modelId="{3A85C085-5E09-42B1-B3CF-364CFB235C31}">
      <dsp:nvSpPr>
        <dsp:cNvPr id="0" name=""/>
        <dsp:cNvSpPr/>
      </dsp:nvSpPr>
      <dsp:spPr>
        <a:xfrm>
          <a:off x="4753245" y="3905285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Бюджетный кодекс</a:t>
          </a:r>
        </a:p>
      </dsp:txBody>
      <dsp:txXfrm>
        <a:off x="4753245" y="3905285"/>
        <a:ext cx="2195036" cy="1088447"/>
      </dsp:txXfrm>
    </dsp:sp>
    <dsp:sp modelId="{3FDB66E7-9307-4D5C-9BF8-43BFF96782C8}">
      <dsp:nvSpPr>
        <dsp:cNvPr id="0" name=""/>
        <dsp:cNvSpPr/>
      </dsp:nvSpPr>
      <dsp:spPr>
        <a:xfrm>
          <a:off x="7129689" y="3905285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Кодекс внутреннего водного транспорта</a:t>
          </a:r>
        </a:p>
      </dsp:txBody>
      <dsp:txXfrm>
        <a:off x="7129689" y="3905285"/>
        <a:ext cx="2195036" cy="1088447"/>
      </dsp:txXfrm>
    </dsp:sp>
    <dsp:sp modelId="{0EE0FDAC-F332-4B32-843C-B981E24B6B5C}">
      <dsp:nvSpPr>
        <dsp:cNvPr id="0" name=""/>
        <dsp:cNvSpPr/>
      </dsp:nvSpPr>
      <dsp:spPr>
        <a:xfrm>
          <a:off x="9506133" y="3905285"/>
          <a:ext cx="2195036" cy="1088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Кодекс торгового мореплавания</a:t>
          </a:r>
        </a:p>
      </dsp:txBody>
      <dsp:txXfrm>
        <a:off x="9506133" y="3905285"/>
        <a:ext cx="2195036" cy="108844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339B9-9DFD-4237-8BB4-EDF3CC90605B}">
      <dsp:nvSpPr>
        <dsp:cNvPr id="0" name=""/>
        <dsp:cNvSpPr/>
      </dsp:nvSpPr>
      <dsp:spPr>
        <a:xfrm>
          <a:off x="3720" y="84612"/>
          <a:ext cx="3627767" cy="7634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Организационные</a:t>
          </a:r>
          <a:endParaRPr lang="ru-RU" sz="2100" kern="1200" dirty="0"/>
        </a:p>
      </dsp:txBody>
      <dsp:txXfrm>
        <a:off x="3720" y="84612"/>
        <a:ext cx="3627767" cy="763482"/>
      </dsp:txXfrm>
    </dsp:sp>
    <dsp:sp modelId="{46E2EBA7-9C38-4D03-A9CD-1F4613B29167}">
      <dsp:nvSpPr>
        <dsp:cNvPr id="0" name=""/>
        <dsp:cNvSpPr/>
      </dsp:nvSpPr>
      <dsp:spPr>
        <a:xfrm>
          <a:off x="3720" y="848095"/>
          <a:ext cx="3627767" cy="42657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Устав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Положение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Правила (</a:t>
          </a:r>
          <a:r>
            <a:rPr lang="ru-RU" sz="2100" i="1" kern="1200" dirty="0"/>
            <a:t>служебного поведения, трудового распорядка</a:t>
          </a:r>
          <a:r>
            <a:rPr lang="ru-RU" sz="2100" kern="1200" dirty="0"/>
            <a:t>)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Инструкции (</a:t>
          </a:r>
          <a:r>
            <a:rPr lang="ru-RU" sz="2100" i="1" kern="1200" dirty="0"/>
            <a:t>делопроизводства</a:t>
          </a:r>
          <a:r>
            <a:rPr lang="ru-RU" sz="2100" kern="1200" dirty="0"/>
            <a:t>)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Регламент (</a:t>
          </a:r>
          <a:r>
            <a:rPr lang="ru-RU" sz="2100" i="1" kern="1200" dirty="0"/>
            <a:t>должностной</a:t>
          </a:r>
          <a:r>
            <a:rPr lang="ru-RU" sz="2100" kern="1200" dirty="0"/>
            <a:t>) 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Штатное расписание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И другие… (</a:t>
          </a:r>
          <a:r>
            <a:rPr lang="ru-RU" sz="2100" i="1" kern="1200" dirty="0"/>
            <a:t>договор</a:t>
          </a:r>
          <a:r>
            <a:rPr lang="ru-RU" sz="2100" kern="1200" dirty="0"/>
            <a:t>)</a:t>
          </a:r>
        </a:p>
      </dsp:txBody>
      <dsp:txXfrm>
        <a:off x="3720" y="848095"/>
        <a:ext cx="3627767" cy="4265730"/>
      </dsp:txXfrm>
    </dsp:sp>
    <dsp:sp modelId="{303F6974-C797-4953-884D-74A66DA74E05}">
      <dsp:nvSpPr>
        <dsp:cNvPr id="0" name=""/>
        <dsp:cNvSpPr/>
      </dsp:nvSpPr>
      <dsp:spPr>
        <a:xfrm>
          <a:off x="4139375" y="84612"/>
          <a:ext cx="3627767" cy="7634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kern="1200"/>
            <a:t>Распорядительные</a:t>
          </a:r>
          <a:endParaRPr lang="ru-RU" sz="2100" b="1" kern="1200" dirty="0"/>
        </a:p>
      </dsp:txBody>
      <dsp:txXfrm>
        <a:off x="4139375" y="84612"/>
        <a:ext cx="3627767" cy="763482"/>
      </dsp:txXfrm>
    </dsp:sp>
    <dsp:sp modelId="{BCAAE8D3-5C1A-4E3D-A2F6-8509C9B86A29}">
      <dsp:nvSpPr>
        <dsp:cNvPr id="0" name=""/>
        <dsp:cNvSpPr/>
      </dsp:nvSpPr>
      <dsp:spPr>
        <a:xfrm>
          <a:off x="4139375" y="848095"/>
          <a:ext cx="3627767" cy="42657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Указ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Постановление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Распоряжение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Приказ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Решение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2100" kern="1200" dirty="0"/>
        </a:p>
      </dsp:txBody>
      <dsp:txXfrm>
        <a:off x="4139375" y="848095"/>
        <a:ext cx="3627767" cy="4265730"/>
      </dsp:txXfrm>
    </dsp:sp>
    <dsp:sp modelId="{2CFDB0C8-6D80-4B5A-A178-584D8BBEBCB3}">
      <dsp:nvSpPr>
        <dsp:cNvPr id="0" name=""/>
        <dsp:cNvSpPr/>
      </dsp:nvSpPr>
      <dsp:spPr>
        <a:xfrm>
          <a:off x="8275030" y="84612"/>
          <a:ext cx="3627767" cy="7634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Информационно-справочные</a:t>
          </a:r>
          <a:endParaRPr lang="ru-RU" sz="2100" kern="1200" dirty="0"/>
        </a:p>
      </dsp:txBody>
      <dsp:txXfrm>
        <a:off x="8275030" y="84612"/>
        <a:ext cx="3627767" cy="763482"/>
      </dsp:txXfrm>
    </dsp:sp>
    <dsp:sp modelId="{DE76321F-4F0A-49DF-947D-E3AC9B7F6BE4}">
      <dsp:nvSpPr>
        <dsp:cNvPr id="0" name=""/>
        <dsp:cNvSpPr/>
      </dsp:nvSpPr>
      <dsp:spPr>
        <a:xfrm>
          <a:off x="8275030" y="848095"/>
          <a:ext cx="3627767" cy="42657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Служебная записка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Протокол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Справка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Акт</a:t>
          </a:r>
        </a:p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И другие… </a:t>
          </a:r>
          <a:br>
            <a:rPr lang="ru-RU" sz="2100" kern="1200" dirty="0"/>
          </a:br>
          <a:r>
            <a:rPr lang="ru-RU" sz="2100" kern="1200" dirty="0"/>
            <a:t>(</a:t>
          </a:r>
          <a:r>
            <a:rPr lang="ru-RU" sz="2100" i="1" kern="1200" dirty="0"/>
            <a:t>докладная записка, служебное письмо</a:t>
          </a:r>
          <a:r>
            <a:rPr lang="ru-RU" sz="2100" kern="1200" dirty="0"/>
            <a:t>)</a:t>
          </a:r>
        </a:p>
      </dsp:txBody>
      <dsp:txXfrm>
        <a:off x="8275030" y="848095"/>
        <a:ext cx="3627767" cy="42657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7CF63-1BB5-4E67-A31C-853FBE9B7CE6}">
      <dsp:nvSpPr>
        <dsp:cNvPr id="0" name=""/>
        <dsp:cNvSpPr/>
      </dsp:nvSpPr>
      <dsp:spPr>
        <a:xfrm>
          <a:off x="5522" y="631223"/>
          <a:ext cx="2116985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Указ</a:t>
          </a:r>
        </a:p>
      </dsp:txBody>
      <dsp:txXfrm>
        <a:off x="5522" y="631223"/>
        <a:ext cx="2116985" cy="518400"/>
      </dsp:txXfrm>
    </dsp:sp>
    <dsp:sp modelId="{65DC86B9-97C2-46A9-9E21-C22D50592900}">
      <dsp:nvSpPr>
        <dsp:cNvPr id="0" name=""/>
        <dsp:cNvSpPr/>
      </dsp:nvSpPr>
      <dsp:spPr>
        <a:xfrm>
          <a:off x="5522" y="1149623"/>
          <a:ext cx="2116985" cy="35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800" kern="1200" dirty="0"/>
            <a:t>вид и название нормативного или индивидуального правового акта, изданного, как правило, главой государства (Президентом РФ)</a:t>
          </a:r>
        </a:p>
      </dsp:txBody>
      <dsp:txXfrm>
        <a:off x="5522" y="1149623"/>
        <a:ext cx="2116985" cy="3551005"/>
      </dsp:txXfrm>
    </dsp:sp>
    <dsp:sp modelId="{38A90581-C05E-44CF-8ACA-AECF8377089C}">
      <dsp:nvSpPr>
        <dsp:cNvPr id="0" name=""/>
        <dsp:cNvSpPr/>
      </dsp:nvSpPr>
      <dsp:spPr>
        <a:xfrm>
          <a:off x="2418886" y="631223"/>
          <a:ext cx="2116985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1800" b="1" kern="1200" dirty="0"/>
            <a:t>Постановление</a:t>
          </a:r>
          <a:endParaRPr lang="ru-RU" sz="1800" kern="1200" dirty="0"/>
        </a:p>
      </dsp:txBody>
      <dsp:txXfrm>
        <a:off x="2418886" y="631223"/>
        <a:ext cx="2116985" cy="518400"/>
      </dsp:txXfrm>
    </dsp:sp>
    <dsp:sp modelId="{9421B5B0-6615-450C-B673-0F467B484BE4}">
      <dsp:nvSpPr>
        <dsp:cNvPr id="0" name=""/>
        <dsp:cNvSpPr/>
      </dsp:nvSpPr>
      <dsp:spPr>
        <a:xfrm>
          <a:off x="2418886" y="1149623"/>
          <a:ext cx="2116985" cy="35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altLang="ru-RU" sz="1800" kern="1200" dirty="0"/>
            <a:t>является актом, принимаемым в целях разрешения наиболее</a:t>
          </a:r>
          <a:br>
            <a:rPr lang="ru-RU" altLang="ru-RU" sz="1800" kern="1200" dirty="0"/>
          </a:br>
          <a:r>
            <a:rPr lang="ru-RU" altLang="ru-RU" sz="1800" kern="1200" dirty="0"/>
            <a:t>важных и принципиальных задач, стоящих перед данными руководящими структурами</a:t>
          </a:r>
          <a:endParaRPr lang="ru-RU" sz="1800" kern="1200" dirty="0"/>
        </a:p>
      </dsp:txBody>
      <dsp:txXfrm>
        <a:off x="2418886" y="1149623"/>
        <a:ext cx="2116985" cy="3551005"/>
      </dsp:txXfrm>
    </dsp:sp>
    <dsp:sp modelId="{0B983AC2-ED37-4CEA-B066-F01802C2A0F1}">
      <dsp:nvSpPr>
        <dsp:cNvPr id="0" name=""/>
        <dsp:cNvSpPr/>
      </dsp:nvSpPr>
      <dsp:spPr>
        <a:xfrm>
          <a:off x="4832250" y="631223"/>
          <a:ext cx="2116985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Распоряжение</a:t>
          </a:r>
        </a:p>
      </dsp:txBody>
      <dsp:txXfrm>
        <a:off x="4832250" y="631223"/>
        <a:ext cx="2116985" cy="518400"/>
      </dsp:txXfrm>
    </dsp:sp>
    <dsp:sp modelId="{1BF9925E-146A-4E52-A090-4F1D35FD53A5}">
      <dsp:nvSpPr>
        <dsp:cNvPr id="0" name=""/>
        <dsp:cNvSpPr/>
      </dsp:nvSpPr>
      <dsp:spPr>
        <a:xfrm>
          <a:off x="4832250" y="1149623"/>
          <a:ext cx="2116985" cy="35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altLang="ru-RU" sz="1800" kern="1200" dirty="0"/>
            <a:t>правовой акт, издаваемый руководителем для разрешения оперативных вопросов</a:t>
          </a:r>
          <a:endParaRPr lang="ru-RU" sz="1800" kern="1200" dirty="0"/>
        </a:p>
      </dsp:txBody>
      <dsp:txXfrm>
        <a:off x="4832250" y="1149623"/>
        <a:ext cx="2116985" cy="3551005"/>
      </dsp:txXfrm>
    </dsp:sp>
    <dsp:sp modelId="{EDB59D08-96E6-4AED-A4C3-9EDC7B57E3D4}">
      <dsp:nvSpPr>
        <dsp:cNvPr id="0" name=""/>
        <dsp:cNvSpPr/>
      </dsp:nvSpPr>
      <dsp:spPr>
        <a:xfrm>
          <a:off x="7245614" y="631223"/>
          <a:ext cx="2116985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Приказ</a:t>
          </a:r>
        </a:p>
      </dsp:txBody>
      <dsp:txXfrm>
        <a:off x="7245614" y="631223"/>
        <a:ext cx="2116985" cy="518400"/>
      </dsp:txXfrm>
    </dsp:sp>
    <dsp:sp modelId="{EAE5BA8A-03AC-40E6-BA1A-20FCCAECBD90}">
      <dsp:nvSpPr>
        <dsp:cNvPr id="0" name=""/>
        <dsp:cNvSpPr/>
      </dsp:nvSpPr>
      <dsp:spPr>
        <a:xfrm>
          <a:off x="7245614" y="1149623"/>
          <a:ext cx="2116985" cy="35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800" kern="1200" dirty="0"/>
            <a:t>акт, издаваемый на основе единоначалия руководителем организации для решения основных и оперативных задач, стоящих перед данной организацией</a:t>
          </a:r>
        </a:p>
      </dsp:txBody>
      <dsp:txXfrm>
        <a:off x="7245614" y="1149623"/>
        <a:ext cx="2116985" cy="3551005"/>
      </dsp:txXfrm>
    </dsp:sp>
    <dsp:sp modelId="{BAB99BD6-36CC-41A3-B445-1897B5494207}">
      <dsp:nvSpPr>
        <dsp:cNvPr id="0" name=""/>
        <dsp:cNvSpPr/>
      </dsp:nvSpPr>
      <dsp:spPr>
        <a:xfrm>
          <a:off x="9658978" y="631223"/>
          <a:ext cx="2116985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solidFill>
                <a:schemeClr val="bg1"/>
              </a:solidFill>
            </a:rPr>
            <a:t>Решение</a:t>
          </a:r>
          <a:endParaRPr lang="ru-RU" sz="1800" kern="1200" dirty="0">
            <a:solidFill>
              <a:schemeClr val="bg1"/>
            </a:solidFill>
          </a:endParaRPr>
        </a:p>
      </dsp:txBody>
      <dsp:txXfrm>
        <a:off x="9658978" y="631223"/>
        <a:ext cx="2116985" cy="518400"/>
      </dsp:txXfrm>
    </dsp:sp>
    <dsp:sp modelId="{7C342DC6-44AA-406F-B2B2-4B21E9B985C1}">
      <dsp:nvSpPr>
        <dsp:cNvPr id="0" name=""/>
        <dsp:cNvSpPr/>
      </dsp:nvSpPr>
      <dsp:spPr>
        <a:xfrm>
          <a:off x="9658978" y="1149623"/>
          <a:ext cx="2116985" cy="35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 2"/>
            <a:buNone/>
          </a:pPr>
          <a:r>
            <a:rPr lang="ru-RU" sz="1800" kern="1200" dirty="0"/>
            <a:t>акт коллективных руководящих и совещательных органов учреждений, предприятий, фирм, издаваемый в целях разрешения наиболее важных вопросов их деятельности.</a:t>
          </a:r>
        </a:p>
      </dsp:txBody>
      <dsp:txXfrm>
        <a:off x="9658978" y="1149623"/>
        <a:ext cx="2116985" cy="355100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BC33D-40DF-4ADC-8FC6-676D30F2A8F0}">
      <dsp:nvSpPr>
        <dsp:cNvPr id="0" name=""/>
        <dsp:cNvSpPr/>
      </dsp:nvSpPr>
      <dsp:spPr>
        <a:xfrm>
          <a:off x="54408" y="953"/>
          <a:ext cx="3593216" cy="2155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Унифицированная система организационно-распорядительной документации </a:t>
          </a:r>
          <a:r>
            <a:rPr lang="ru-RU" sz="2300" kern="1200" dirty="0"/>
            <a:t>(УСОРД) </a:t>
          </a:r>
        </a:p>
      </dsp:txBody>
      <dsp:txXfrm>
        <a:off x="54408" y="953"/>
        <a:ext cx="3593216" cy="2155930"/>
      </dsp:txXfrm>
    </dsp:sp>
    <dsp:sp modelId="{7EC93566-E206-4C1D-9138-47B5974F47D0}">
      <dsp:nvSpPr>
        <dsp:cNvPr id="0" name=""/>
        <dsp:cNvSpPr/>
      </dsp:nvSpPr>
      <dsp:spPr>
        <a:xfrm>
          <a:off x="4006947" y="953"/>
          <a:ext cx="3593216" cy="2155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ОК 011-93 «</a:t>
          </a:r>
          <a:r>
            <a:rPr lang="ru-RU" sz="2300" b="1" kern="1200" dirty="0"/>
            <a:t>Общероссийский классификатор управленческой документации</a:t>
          </a:r>
          <a:r>
            <a:rPr lang="ru-RU" sz="2300" kern="1200" dirty="0"/>
            <a:t>» (ОКУД, класс 0200000), </a:t>
          </a:r>
        </a:p>
      </dsp:txBody>
      <dsp:txXfrm>
        <a:off x="4006947" y="953"/>
        <a:ext cx="3593216" cy="2155930"/>
      </dsp:txXfrm>
    </dsp:sp>
    <dsp:sp modelId="{77746104-DFC1-4D9B-9284-6D57786678C0}">
      <dsp:nvSpPr>
        <dsp:cNvPr id="0" name=""/>
        <dsp:cNvSpPr/>
      </dsp:nvSpPr>
      <dsp:spPr>
        <a:xfrm>
          <a:off x="7959485" y="953"/>
          <a:ext cx="3593216" cy="2155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оформляются в соответствии с </a:t>
          </a:r>
          <a:br>
            <a:rPr lang="ru-RU" sz="2300" kern="1200" dirty="0"/>
          </a:br>
          <a:r>
            <a:rPr lang="ru-RU" sz="2300" b="1" kern="1200" dirty="0"/>
            <a:t>ГОСТ </a:t>
          </a:r>
          <a:r>
            <a:rPr lang="ru-RU" sz="2300" b="1" i="0" kern="1200" dirty="0"/>
            <a:t>Р 7.0.97-2016</a:t>
          </a:r>
          <a:endParaRPr lang="ru-RU" sz="2300" kern="1200" dirty="0"/>
        </a:p>
      </dsp:txBody>
      <dsp:txXfrm>
        <a:off x="7959485" y="953"/>
        <a:ext cx="3593216" cy="215593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EA515-5480-40E8-ADD3-0F9F0EC4CCCF}">
      <dsp:nvSpPr>
        <dsp:cNvPr id="0" name=""/>
        <dsp:cNvSpPr/>
      </dsp:nvSpPr>
      <dsp:spPr>
        <a:xfrm>
          <a:off x="0" y="17763"/>
          <a:ext cx="11607111" cy="8676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Содержат </a:t>
          </a:r>
          <a:r>
            <a:rPr lang="ru-RU" sz="1900" b="1" kern="1200" dirty="0"/>
            <a:t>юридически властные предписания</a:t>
          </a:r>
          <a:r>
            <a:rPr lang="ru-RU" sz="1900" kern="1200" dirty="0"/>
            <a:t> </a:t>
          </a:r>
          <a:r>
            <a:rPr lang="ru-RU" sz="1900" b="1" kern="1200" dirty="0"/>
            <a:t>субъектов власти</a:t>
          </a:r>
          <a:r>
            <a:rPr lang="ru-RU" sz="1900" kern="1200" dirty="0"/>
            <a:t>, адресатами которых являются конкретные организации, структурные подразделения, должностные лица или работники. </a:t>
          </a:r>
        </a:p>
      </dsp:txBody>
      <dsp:txXfrm>
        <a:off x="42354" y="60117"/>
        <a:ext cx="11522403" cy="782908"/>
      </dsp:txXfrm>
    </dsp:sp>
    <dsp:sp modelId="{F15E9B44-5A20-4DFE-90B2-5F5ADB41D6D5}">
      <dsp:nvSpPr>
        <dsp:cNvPr id="0" name=""/>
        <dsp:cNvSpPr/>
      </dsp:nvSpPr>
      <dsp:spPr>
        <a:xfrm>
          <a:off x="0" y="945860"/>
          <a:ext cx="11607111" cy="8676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Предписания являются юридическими документами, вызывающими возникновение конкретных </a:t>
          </a:r>
          <a:r>
            <a:rPr lang="ru-RU" sz="1900" b="1" kern="1200" dirty="0"/>
            <a:t>административно-правовых отношений</a:t>
          </a:r>
          <a:r>
            <a:rPr lang="ru-RU" sz="1900" kern="1200" dirty="0"/>
            <a:t>. </a:t>
          </a:r>
        </a:p>
      </dsp:txBody>
      <dsp:txXfrm>
        <a:off x="42354" y="988214"/>
        <a:ext cx="11522403" cy="782908"/>
      </dsp:txXfrm>
    </dsp:sp>
    <dsp:sp modelId="{EB74BBE9-1F96-494D-9ECC-E4240BF90BB6}">
      <dsp:nvSpPr>
        <dsp:cNvPr id="0" name=""/>
        <dsp:cNvSpPr/>
      </dsp:nvSpPr>
      <dsp:spPr>
        <a:xfrm>
          <a:off x="0" y="1873956"/>
          <a:ext cx="11607111" cy="651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 юридическом плане распорядительные документы относятся к </a:t>
          </a:r>
          <a:r>
            <a:rPr lang="ru-RU" sz="1900" b="1" kern="1200" dirty="0"/>
            <a:t>нормативным правовым актам</a:t>
          </a:r>
          <a:r>
            <a:rPr lang="ru-RU" sz="1900" kern="1200" dirty="0"/>
            <a:t>.</a:t>
          </a:r>
        </a:p>
      </dsp:txBody>
      <dsp:txXfrm>
        <a:off x="31821" y="1905777"/>
        <a:ext cx="11543469" cy="58821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67F6D-2C63-4A16-A1B8-D890A3F2F532}">
      <dsp:nvSpPr>
        <dsp:cNvPr id="0" name=""/>
        <dsp:cNvSpPr/>
      </dsp:nvSpPr>
      <dsp:spPr>
        <a:xfrm>
          <a:off x="0" y="9319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1. Выявление </a:t>
          </a:r>
          <a:r>
            <a:rPr lang="ru-RU" sz="1800" b="1" kern="1200" dirty="0"/>
            <a:t>проблемы</a:t>
          </a:r>
          <a:r>
            <a:rPr lang="ru-RU" sz="1800" kern="1200" dirty="0"/>
            <a:t> и </a:t>
          </a:r>
          <a:r>
            <a:rPr lang="ru-RU" sz="1800" b="1" kern="1200" dirty="0"/>
            <a:t>выбор варианта </a:t>
          </a:r>
          <a:r>
            <a:rPr lang="ru-RU" sz="1800" b="0" kern="1200" dirty="0"/>
            <a:t>её разрешения </a:t>
          </a:r>
          <a:r>
            <a:rPr lang="ru-RU" sz="1800" kern="1200" dirty="0"/>
            <a:t>в виде издания приказа, распоряжения или указа. </a:t>
          </a:r>
        </a:p>
      </dsp:txBody>
      <dsp:txXfrm>
        <a:off x="35083" y="44402"/>
        <a:ext cx="11778004" cy="648506"/>
      </dsp:txXfrm>
    </dsp:sp>
    <dsp:sp modelId="{AD790A31-6F76-4CF8-AD01-73C7B862C5BD}">
      <dsp:nvSpPr>
        <dsp:cNvPr id="0" name=""/>
        <dsp:cNvSpPr/>
      </dsp:nvSpPr>
      <dsp:spPr>
        <a:xfrm>
          <a:off x="0" y="779831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2. </a:t>
          </a:r>
          <a:r>
            <a:rPr lang="ru-RU" sz="1800" b="1" kern="1200" dirty="0"/>
            <a:t>Сбор и анализ </a:t>
          </a:r>
          <a:r>
            <a:rPr lang="ru-RU" sz="1800" kern="1200" dirty="0"/>
            <a:t>необходимой </a:t>
          </a:r>
          <a:r>
            <a:rPr lang="ru-RU" sz="1800" b="1" kern="1200" dirty="0"/>
            <a:t>информации</a:t>
          </a:r>
          <a:r>
            <a:rPr lang="ru-RU" sz="1800" kern="1200" dirty="0"/>
            <a:t> по возникшей проблеме.</a:t>
          </a:r>
        </a:p>
      </dsp:txBody>
      <dsp:txXfrm>
        <a:off x="35083" y="814914"/>
        <a:ext cx="11778004" cy="648506"/>
      </dsp:txXfrm>
    </dsp:sp>
    <dsp:sp modelId="{0A7AC87B-2B72-4D47-8B80-672993C5CF52}">
      <dsp:nvSpPr>
        <dsp:cNvPr id="0" name=""/>
        <dsp:cNvSpPr/>
      </dsp:nvSpPr>
      <dsp:spPr>
        <a:xfrm>
          <a:off x="0" y="1550344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3. Подготовка </a:t>
          </a:r>
          <a:r>
            <a:rPr lang="ru-RU" sz="1800" b="1" kern="1200" dirty="0"/>
            <a:t>проекта</a:t>
          </a:r>
          <a:r>
            <a:rPr lang="ru-RU" sz="1800" kern="1200" dirty="0"/>
            <a:t> распорядительного документа.</a:t>
          </a:r>
        </a:p>
      </dsp:txBody>
      <dsp:txXfrm>
        <a:off x="35083" y="1585427"/>
        <a:ext cx="11778004" cy="648506"/>
      </dsp:txXfrm>
    </dsp:sp>
    <dsp:sp modelId="{33994238-1D49-4EC9-B6FC-A99C4887D3AF}">
      <dsp:nvSpPr>
        <dsp:cNvPr id="0" name=""/>
        <dsp:cNvSpPr/>
      </dsp:nvSpPr>
      <dsp:spPr>
        <a:xfrm>
          <a:off x="0" y="2320856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4. </a:t>
          </a:r>
          <a:r>
            <a:rPr lang="ru-RU" sz="1800" b="1" kern="1200" dirty="0"/>
            <a:t>Оформление</a:t>
          </a:r>
          <a:r>
            <a:rPr lang="ru-RU" sz="1800" kern="1200" dirty="0"/>
            <a:t> документа в соответствии с действующими нормами и правилами.</a:t>
          </a:r>
        </a:p>
      </dsp:txBody>
      <dsp:txXfrm>
        <a:off x="35083" y="2355939"/>
        <a:ext cx="11778004" cy="648506"/>
      </dsp:txXfrm>
    </dsp:sp>
    <dsp:sp modelId="{92BE415E-23F2-4664-B196-13327790FCF1}">
      <dsp:nvSpPr>
        <dsp:cNvPr id="0" name=""/>
        <dsp:cNvSpPr/>
      </dsp:nvSpPr>
      <dsp:spPr>
        <a:xfrm>
          <a:off x="0" y="3091369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5. </a:t>
          </a:r>
          <a:r>
            <a:rPr lang="ru-RU" sz="1800" b="1" kern="1200" dirty="0"/>
            <a:t>Согласование</a:t>
          </a:r>
          <a:r>
            <a:rPr lang="ru-RU" sz="1800" kern="1200" dirty="0"/>
            <a:t> текста документа с заинтересованными управленческими структурами и должностными лица­ми.</a:t>
          </a:r>
        </a:p>
      </dsp:txBody>
      <dsp:txXfrm>
        <a:off x="35083" y="3126452"/>
        <a:ext cx="11778004" cy="648506"/>
      </dsp:txXfrm>
    </dsp:sp>
    <dsp:sp modelId="{20997B0D-A712-4354-AB36-25B4A38C17F5}">
      <dsp:nvSpPr>
        <dsp:cNvPr id="0" name=""/>
        <dsp:cNvSpPr/>
      </dsp:nvSpPr>
      <dsp:spPr>
        <a:xfrm>
          <a:off x="0" y="3861881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6. </a:t>
          </a:r>
          <a:r>
            <a:rPr lang="ru-RU" sz="1800" b="1" kern="1200" dirty="0"/>
            <a:t>Подписание</a:t>
          </a:r>
          <a:r>
            <a:rPr lang="ru-RU" sz="1800" kern="1200" dirty="0"/>
            <a:t> документа</a:t>
          </a:r>
        </a:p>
      </dsp:txBody>
      <dsp:txXfrm>
        <a:off x="35083" y="3896964"/>
        <a:ext cx="11778004" cy="648506"/>
      </dsp:txXfrm>
    </dsp:sp>
    <dsp:sp modelId="{DAE8E8F9-ADE2-4F44-8999-C45648F95C48}">
      <dsp:nvSpPr>
        <dsp:cNvPr id="0" name=""/>
        <dsp:cNvSpPr/>
      </dsp:nvSpPr>
      <dsp:spPr>
        <a:xfrm>
          <a:off x="0" y="4632394"/>
          <a:ext cx="11848170" cy="7186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7. </a:t>
          </a:r>
          <a:r>
            <a:rPr lang="ru-RU" sz="1800" b="1" kern="1200" dirty="0"/>
            <a:t>Доведение</a:t>
          </a:r>
          <a:r>
            <a:rPr lang="ru-RU" sz="1800" kern="1200" dirty="0"/>
            <a:t> распорядительного документа до исполнителей.</a:t>
          </a:r>
        </a:p>
      </dsp:txBody>
      <dsp:txXfrm>
        <a:off x="35083" y="4667477"/>
        <a:ext cx="11778004" cy="64850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Президент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Правительство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Государственная Дума и </a:t>
          </a:r>
          <a:r>
            <a:rPr lang="ru-RU" sz="1700" kern="1200" dirty="0"/>
            <a:t>Совет Федерации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Органы исполнительной власти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субъекта РФ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Правительство субъекта РФ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Законодательный орган </a:t>
          </a:r>
          <a:r>
            <a:rPr lang="ru-RU" sz="1600" kern="1200" dirty="0"/>
            <a:t>субъекта РФ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Органы исполнительной власти субъекта РФ</a:t>
          </a:r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Указ</a:t>
          </a:r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1078600" y="3045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Глава муниципального образования</a:t>
          </a:r>
        </a:p>
      </dsp:txBody>
      <dsp:txXfrm>
        <a:off x="1078600" y="3045"/>
        <a:ext cx="2469176" cy="836271"/>
      </dsp:txXfrm>
    </dsp:sp>
    <dsp:sp modelId="{FBC7E855-AE7B-48B0-B174-1BA2D1304975}">
      <dsp:nvSpPr>
        <dsp:cNvPr id="0" name=""/>
        <dsp:cNvSpPr/>
      </dsp:nvSpPr>
      <dsp:spPr>
        <a:xfrm>
          <a:off x="1078600" y="97869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Исполнительные органы муниципального образования</a:t>
          </a:r>
        </a:p>
      </dsp:txBody>
      <dsp:txXfrm>
        <a:off x="1078600" y="978696"/>
        <a:ext cx="2469176" cy="836271"/>
      </dsp:txXfrm>
    </dsp:sp>
    <dsp:sp modelId="{013D4ABD-8851-4A35-A4AC-5F9100535EB7}">
      <dsp:nvSpPr>
        <dsp:cNvPr id="0" name=""/>
        <dsp:cNvSpPr/>
      </dsp:nvSpPr>
      <dsp:spPr>
        <a:xfrm>
          <a:off x="1078600" y="1954346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Представительный орган </a:t>
          </a:r>
          <a:r>
            <a:rPr lang="ru-RU" sz="1600" kern="1200" dirty="0"/>
            <a:t>муниципального образования</a:t>
          </a:r>
        </a:p>
      </dsp:txBody>
      <dsp:txXfrm>
        <a:off x="1078600" y="1954346"/>
        <a:ext cx="2469176" cy="836271"/>
      </dsp:txXfrm>
    </dsp:sp>
    <dsp:sp modelId="{75217A72-B721-4189-A2A8-48BA40776351}">
      <dsp:nvSpPr>
        <dsp:cNvPr id="0" name=""/>
        <dsp:cNvSpPr/>
      </dsp:nvSpPr>
      <dsp:spPr>
        <a:xfrm>
          <a:off x="1078600" y="2929997"/>
          <a:ext cx="2469176" cy="83627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 dirty="0"/>
        </a:p>
      </dsp:txBody>
      <dsp:txXfrm>
        <a:off x="1078600" y="2929997"/>
        <a:ext cx="2469176" cy="836271"/>
      </dsp:txXfrm>
    </dsp:sp>
    <dsp:sp modelId="{A17CDA34-31D2-475C-AA6B-1664DA92E056}">
      <dsp:nvSpPr>
        <dsp:cNvPr id="0" name=""/>
        <dsp:cNvSpPr/>
      </dsp:nvSpPr>
      <dsp:spPr>
        <a:xfrm>
          <a:off x="1078600" y="3905647"/>
          <a:ext cx="2469176" cy="836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Коллегиальные органы</a:t>
          </a:r>
        </a:p>
      </dsp:txBody>
      <dsp:txXfrm>
        <a:off x="1078600" y="3905647"/>
        <a:ext cx="2469176" cy="836271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A4947-3C13-4A4B-9ECA-03558621B77F}">
      <dsp:nvSpPr>
        <dsp:cNvPr id="0" name=""/>
        <dsp:cNvSpPr/>
      </dsp:nvSpPr>
      <dsp:spPr>
        <a:xfrm>
          <a:off x="493411" y="2519"/>
          <a:ext cx="2469724" cy="83645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b="1" kern="1200" dirty="0"/>
        </a:p>
      </dsp:txBody>
      <dsp:txXfrm>
        <a:off x="493411" y="2519"/>
        <a:ext cx="2469724" cy="836457"/>
      </dsp:txXfrm>
    </dsp:sp>
    <dsp:sp modelId="{FBC7E855-AE7B-48B0-B174-1BA2D1304975}">
      <dsp:nvSpPr>
        <dsp:cNvPr id="0" name=""/>
        <dsp:cNvSpPr/>
      </dsp:nvSpPr>
      <dsp:spPr>
        <a:xfrm>
          <a:off x="493411" y="978386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Распоряжение</a:t>
          </a:r>
        </a:p>
      </dsp:txBody>
      <dsp:txXfrm>
        <a:off x="493411" y="978386"/>
        <a:ext cx="2469724" cy="836457"/>
      </dsp:txXfrm>
    </dsp:sp>
    <dsp:sp modelId="{013D4ABD-8851-4A35-A4AC-5F9100535EB7}">
      <dsp:nvSpPr>
        <dsp:cNvPr id="0" name=""/>
        <dsp:cNvSpPr/>
      </dsp:nvSpPr>
      <dsp:spPr>
        <a:xfrm>
          <a:off x="493411" y="1954253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Постановление</a:t>
          </a:r>
        </a:p>
      </dsp:txBody>
      <dsp:txXfrm>
        <a:off x="493411" y="1954253"/>
        <a:ext cx="2469724" cy="836457"/>
      </dsp:txXfrm>
    </dsp:sp>
    <dsp:sp modelId="{75217A72-B721-4189-A2A8-48BA40776351}">
      <dsp:nvSpPr>
        <dsp:cNvPr id="0" name=""/>
        <dsp:cNvSpPr/>
      </dsp:nvSpPr>
      <dsp:spPr>
        <a:xfrm>
          <a:off x="493411" y="2930120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Приказ</a:t>
          </a:r>
        </a:p>
      </dsp:txBody>
      <dsp:txXfrm>
        <a:off x="493411" y="2930120"/>
        <a:ext cx="2469724" cy="836457"/>
      </dsp:txXfrm>
    </dsp:sp>
    <dsp:sp modelId="{A17CDA34-31D2-475C-AA6B-1664DA92E056}">
      <dsp:nvSpPr>
        <dsp:cNvPr id="0" name=""/>
        <dsp:cNvSpPr/>
      </dsp:nvSpPr>
      <dsp:spPr>
        <a:xfrm>
          <a:off x="493411" y="3905987"/>
          <a:ext cx="2469724" cy="836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Решение</a:t>
          </a:r>
        </a:p>
      </dsp:txBody>
      <dsp:txXfrm>
        <a:off x="493411" y="3905987"/>
        <a:ext cx="2469724" cy="8364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b="1" dirty="0"/>
              <a:t>По отраслям права</a:t>
            </a:r>
          </a:p>
          <a:p>
            <a:pPr lvl="1"/>
            <a:r>
              <a:rPr lang="ru-RU" dirty="0"/>
              <a:t>Конституционные</a:t>
            </a:r>
          </a:p>
          <a:p>
            <a:pPr lvl="1"/>
            <a:r>
              <a:rPr lang="ru-RU" dirty="0"/>
              <a:t>Административные</a:t>
            </a:r>
          </a:p>
          <a:p>
            <a:pPr lvl="1"/>
            <a:r>
              <a:rPr lang="ru-RU" dirty="0"/>
              <a:t>Гражданские</a:t>
            </a:r>
          </a:p>
          <a:p>
            <a:pPr lvl="1"/>
            <a:r>
              <a:rPr lang="ru-RU" dirty="0"/>
              <a:t>Трудовые и т.д.</a:t>
            </a:r>
          </a:p>
          <a:p>
            <a:pPr lvl="0"/>
            <a:r>
              <a:rPr lang="ru-RU" b="1" dirty="0"/>
              <a:t>По территории действия</a:t>
            </a:r>
          </a:p>
          <a:p>
            <a:pPr lvl="1"/>
            <a:r>
              <a:rPr lang="ru-RU" dirty="0"/>
              <a:t>Действующие на всей территории РФ</a:t>
            </a:r>
          </a:p>
          <a:p>
            <a:pPr lvl="1"/>
            <a:r>
              <a:rPr lang="ru-RU" dirty="0"/>
              <a:t>Действующие на определенной части территории РФ (в районе Крайнего Севера, Дальнего Востока, Сибири, федерального округа, зоне контртеррористической операции, ликвидации последствий стихийного бедствия, военных действий и т.д.)</a:t>
            </a:r>
          </a:p>
          <a:p>
            <a:pPr lvl="1"/>
            <a:r>
              <a:rPr lang="ru-RU" dirty="0"/>
              <a:t>Действующие на территории конкретного субъекта РФ</a:t>
            </a:r>
          </a:p>
          <a:p>
            <a:pPr lvl="1"/>
            <a:r>
              <a:rPr lang="ru-RU" dirty="0"/>
              <a:t>Действующие на территории муниципальных образований (муниципальные правовые акты)</a:t>
            </a:r>
          </a:p>
          <a:p>
            <a:pPr lvl="0"/>
            <a:r>
              <a:rPr lang="ru-RU" b="1" dirty="0"/>
              <a:t>По кругу лиц</a:t>
            </a:r>
          </a:p>
          <a:p>
            <a:pPr lvl="1"/>
            <a:r>
              <a:rPr lang="ru-RU" dirty="0"/>
              <a:t>Общие (действуют в отношении неопределённого круга лиц)</a:t>
            </a:r>
          </a:p>
          <a:p>
            <a:pPr lvl="1"/>
            <a:r>
              <a:rPr lang="ru-RU" dirty="0"/>
              <a:t>Специальные (действуют в отношении определённого круга лиц - категории, например, учащиеся, военнослужащие, пенсионеры, инвалиды, индивидуальные предприниматели, некоммерческие организации и т.д.)</a:t>
            </a:r>
          </a:p>
          <a:p>
            <a:pPr lvl="0"/>
            <a:r>
              <a:rPr lang="ru-RU" b="1" dirty="0"/>
              <a:t>По субъекту правотворчества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Акты, принимаемые палатами Федерального Собрания РФ (законы, постановления)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Указы Президента РФ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Постановления Правительства РФ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Акты федеральных органов исполнительной власти (межведомственные, внутриведомственные акты)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Акты органов государственной власти субъектов РФ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Муниципальные правовые акты, принимаемые органами местного самоуправления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70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Гражданский кодекс Российской Федерации (ГК РФ)</a:t>
            </a:r>
            <a:r>
              <a:rPr lang="ru-RU" dirty="0"/>
              <a:t>: Основной акт гражданского законодательства. ГК РФ регулирует имущественные и связанные с ними личные неимущественные отношения между физическими и юридическими лицами, основы оборота имущества, обязательственные и договорные отношения, а также защиту гражданских прав.</a:t>
            </a:r>
          </a:p>
          <a:p>
            <a:r>
              <a:rPr lang="ru-RU" b="1" dirty="0"/>
              <a:t>Кодекс Российской Федерации об административных правонарушениях (КоАП РФ)</a:t>
            </a:r>
            <a:r>
              <a:rPr lang="ru-RU" dirty="0"/>
              <a:t>: Устанавливает порядок привлечения к ответственности за административные правонарушения. КоАП РФ включает перечень правонарушений, административные наказания за них и процессуальные правила их рассмотрения.</a:t>
            </a:r>
          </a:p>
          <a:p>
            <a:r>
              <a:rPr lang="ru-RU" b="1" dirty="0"/>
              <a:t>Уголовный кодекс Российской Федерации (УК РФ)</a:t>
            </a:r>
            <a:r>
              <a:rPr lang="ru-RU" dirty="0"/>
              <a:t>: Регулирует вопросы уголовной ответственности. УК РФ определяет, какие деяния являются преступлениями, устанавливает виды наказаний и условия освобождения от ответственности.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06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Гражданский процессуальный кодекс Российской Федерации (ГПК РФ)</a:t>
            </a:r>
            <a:r>
              <a:rPr lang="ru-RU" dirty="0"/>
              <a:t>: Определяет порядок рассмотрения гражданских дел в судах общей юрисдикции. ГПК РФ включает правила подачи исков, рассмотрения дел, вынесения судебных решений и их исполнения.</a:t>
            </a:r>
          </a:p>
          <a:p>
            <a:r>
              <a:rPr lang="ru-RU" b="1" dirty="0"/>
              <a:t>Кодекс административного судопроизводства Российской Федерации (КАС РФ)</a:t>
            </a:r>
            <a:r>
              <a:rPr lang="ru-RU" dirty="0"/>
              <a:t>: Регулирует порядок рассмотрения административных дел. КАС РФ устанавливает правила подачи жалоб на действия органов власти и порядок их рассмотрения в судах.</a:t>
            </a:r>
          </a:p>
          <a:p>
            <a:r>
              <a:rPr lang="ru-RU" b="1" dirty="0"/>
              <a:t>Уголовно-процессуальный кодекс Российской Федерации (УПК РФ)</a:t>
            </a:r>
            <a:r>
              <a:rPr lang="ru-RU" dirty="0"/>
              <a:t>: Определяет порядок расследования и рассмотрения уголовных дел. УПК РФ включает правила возбуждения уголовных дел, проведения следственных действий, судебного разбирательства и вынесения приговоров.</a:t>
            </a:r>
          </a:p>
          <a:p>
            <a:r>
              <a:rPr lang="ru-RU" b="1" dirty="0"/>
              <a:t>Уголовно-исполнительный кодекс Российской Федерации (УИК РФ)</a:t>
            </a:r>
            <a:r>
              <a:rPr lang="ru-RU" dirty="0"/>
              <a:t>: Регулирует порядок исполнения уголовных наказаний. УИК РФ определяет условия содержания осужденных, порядок их трудовой деятельности, медицинского обслуживания и социального обеспечения.</a:t>
            </a:r>
          </a:p>
          <a:p>
            <a:r>
              <a:rPr lang="ru-RU" b="1" dirty="0"/>
              <a:t>Арбитражный процессуальный кодекс Российской Федерации (АПК РФ)</a:t>
            </a:r>
            <a:r>
              <a:rPr lang="ru-RU" dirty="0"/>
              <a:t>: Устанавливает порядок рассмотрения экономических споров в арбитражных судах. АПК РФ включает правила подачи исков, рассмотрения дел, вынесения решений и их исполнения.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493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Трудовой кодекс Российской Федерации (ТК РФ)</a:t>
            </a:r>
            <a:r>
              <a:rPr lang="ru-RU" dirty="0"/>
              <a:t>: Регулирует трудовые отношения между работниками и работодателями. ТК РФ включает нормы, касающиеся заключения трудовых договоров, режима рабочего времени, оплаты труда, охраны труда и разрешения трудовых споров.</a:t>
            </a:r>
          </a:p>
          <a:p>
            <a:r>
              <a:rPr lang="ru-RU" b="1" dirty="0"/>
              <a:t>Семейный кодекс Российской Федерации (СК РФ)</a:t>
            </a:r>
            <a:r>
              <a:rPr lang="ru-RU" dirty="0"/>
              <a:t>: Определяет правовые основы семейных отношений. СК РФ регулирует брачные отношения, права и обязанности супругов, родителей и детей, порядок усыновления, опеки и попечительства.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5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Налоговый кодекс Российской Федерации (НК РФ)</a:t>
            </a:r>
            <a:r>
              <a:rPr lang="ru-RU" dirty="0"/>
              <a:t>: Устанавливает порядок установления, введения и взимания налогов и сборов. НК РФ включает правила исчисления и уплаты налогов, налоговые льготы и ответственность за налоговые правонарушения.</a:t>
            </a:r>
          </a:p>
          <a:p>
            <a:r>
              <a:rPr lang="ru-RU" b="1" dirty="0"/>
              <a:t>Бюджетный кодекс Российской Федерации (БК РФ)</a:t>
            </a:r>
            <a:r>
              <a:rPr lang="ru-RU" dirty="0"/>
              <a:t>: Определяет основные принципы и порядок формирования, утверждения и исполнения бюджетов. БК РФ регулирует бюджетный процесс, межбюджетные отношения и контроль за исполнением бюджетов.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81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Жилищный кодекс Российской Федерации (ЖК РФ)</a:t>
            </a:r>
            <a:r>
              <a:rPr lang="ru-RU" dirty="0"/>
              <a:t>: Регулирует жилищные отношения. ЖК РФ включает нормы, касающиеся прав и обязанностей собственников и нанимателей жилья, порядка предоставления жилищных субсидий и разрешения жилищных споров.</a:t>
            </a:r>
          </a:p>
          <a:p>
            <a:r>
              <a:rPr lang="ru-RU" b="1" dirty="0"/>
              <a:t>Градостроительный кодекс Российской Федерации (</a:t>
            </a:r>
            <a:r>
              <a:rPr lang="ru-RU" b="1" dirty="0" err="1"/>
              <a:t>ГрК</a:t>
            </a:r>
            <a:r>
              <a:rPr lang="ru-RU" b="1" dirty="0"/>
              <a:t> РФ)</a:t>
            </a:r>
            <a:r>
              <a:rPr lang="ru-RU" dirty="0"/>
              <a:t>: Определяет правовые основы градостроительной деятельности. </a:t>
            </a:r>
            <a:r>
              <a:rPr lang="ru-RU" dirty="0" err="1"/>
              <a:t>ГрК</a:t>
            </a:r>
            <a:r>
              <a:rPr lang="ru-RU" dirty="0"/>
              <a:t> РФ включает правила разработки и утверждения градостроительной документации, проектирования и строительства объектов недвижимости.</a:t>
            </a:r>
          </a:p>
          <a:p>
            <a:r>
              <a:rPr lang="ru-RU" b="1" dirty="0"/>
              <a:t>Земельный кодекс Российской Федерации (ЗК РФ)</a:t>
            </a:r>
            <a:r>
              <a:rPr lang="ru-RU" dirty="0"/>
              <a:t>: Регулирует порядок использования и охраны земельных ресурсов. ЗК РФ включает нормы, касающиеся права собственности на землю, порядка предоставления земельных участков и разрешения земельных споров.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86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Лесной кодекс Российской Федерации (ЛК РФ)</a:t>
            </a:r>
            <a:r>
              <a:rPr lang="ru-RU" dirty="0"/>
              <a:t>: Устанавливает правовые основы использования, охраны и воспроизводства лесов. ЛК РФ регулирует вопросы аренды и использования лесных участков, лесовосстановления и охраны лесов от пожаров и вредителей.</a:t>
            </a:r>
          </a:p>
          <a:p>
            <a:r>
              <a:rPr lang="ru-RU" b="1" dirty="0"/>
              <a:t>Воздушный кодекс Российской Федерации (ВК РФ)</a:t>
            </a:r>
            <a:r>
              <a:rPr lang="ru-RU" dirty="0"/>
              <a:t>: Регулирует деятельность в сфере гражданской авиации. ВК РФ включает нормы, касающиеся сертификации воздушных судов, порядка выполнения полетов, правил перевозки пассажиров и грузов.</a:t>
            </a:r>
          </a:p>
          <a:p>
            <a:r>
              <a:rPr lang="ru-RU" b="1" dirty="0"/>
              <a:t>Водный кодекс Российской Федерации (ВК РФ)</a:t>
            </a:r>
            <a:r>
              <a:rPr lang="ru-RU" dirty="0"/>
              <a:t>: Определяет порядок использования и охраны водных ресурсов. ВК РФ регулирует вопросы права собственности на водные объекты, порядка водопользования и охраны водных ресурсов от загрязнения.</a:t>
            </a:r>
          </a:p>
          <a:p>
            <a:r>
              <a:rPr lang="ru-RU" b="1" dirty="0"/>
              <a:t>Кодекс внутреннего водного транспорта Российской Федерации (КВВТ РФ)</a:t>
            </a:r>
            <a:r>
              <a:rPr lang="ru-RU" dirty="0"/>
              <a:t>: Регулирует правовые вопросы внутреннего водного транспорта. КВВТ РФ включает нормы, касающиеся порядка судоходства по внутренним водным путям, правил эксплуатации судов и перевозки грузов и пассажиров.</a:t>
            </a:r>
          </a:p>
          <a:p>
            <a:r>
              <a:rPr lang="ru-RU" b="1" dirty="0"/>
              <a:t>Кодекс торгового мореплавания Российской Федерации (КТМ РФ)</a:t>
            </a:r>
            <a:r>
              <a:rPr lang="ru-RU" dirty="0"/>
              <a:t>: Устанавливает правовые нормы мореплавания и коммерческой эксплуатации морских судов. КТМ РФ регулирует вопросы регистрации судов, статуса экипажа, морских перевозок и разрешения морских споров.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820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D381-A326-CBF8-F6D1-C450DDD0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AA6139F-33D3-09C9-6FC7-CD00EBBD5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7DE10AA-0808-167D-843A-898DC0F75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691D41-E440-2AFD-790F-356A794A4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124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B21D-53DA-B7A2-238A-5D0DFE0D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F43885-19C9-DBE5-52DC-80E1210DA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A7BC28-1C0E-5DA8-FB04-A8AA55753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1B57A4-FA86-07B5-C4EB-DB6ADA8D3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594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2E244-7C44-9658-A273-54C17F38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37059A-7BB8-067C-9663-BD83117C0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7AB0084-5980-876B-8E4D-C6248F6C9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6DA0C6-2EA1-2AD4-C471-538CDE9C1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33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0836-5EB6-0845-7D99-D60638AD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6DC6D9-3642-B571-46B7-704D5DE83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CA34D1-F13F-B91A-8437-10546412C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3ECA27-C426-0642-8C7D-67278063D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051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E0D1-001C-A8CB-581F-16EC3915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560C69-13BC-D75E-BC8D-F789FE44F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B7EBE8-6BDD-AB62-53F6-C481A5541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67F53E-36CA-34B6-D407-2F03D2DBD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702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8E77-2667-7F06-5924-01E66752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A7B561-9F32-4071-8CD7-9B930B218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A602380-6B70-7269-BD90-1ECF43999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F5109-4AB4-2AA9-04C3-69BA03AAA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027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164-E4F0-735E-3379-1358DB74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7DDDD0-FC8A-B032-DAF7-C6B5D3006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65C218-9939-D560-9054-642B16BD5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767BCF-66D6-FF47-2853-F4093BDF8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273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821E-99A2-FF57-A391-7F2DCF74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A48C78-8A3F-5D23-C1E4-CC3CE9C19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D7FF47-F847-A727-8D30-784F944EC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B74E97-5487-62AB-4079-88A7AC16A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53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761A-6187-0D20-B4F4-9265ABE3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66E379-1E4E-4101-2837-0AAED8D66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8DF3C7-101C-631D-C300-B180B34CE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D685C1-46B7-938B-8A7C-D83B558CE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61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5163A-9F8B-4868-B45B-39CFA6C7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15CF36E-8703-13BA-5B97-1A24B77E5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AFC463-5820-4732-7BD2-042F729C4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0B46E2-3E70-634B-B945-893F0EC92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334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3B973-E45E-34EC-97AC-68659EF0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39655E-2012-1B1E-B4E8-DBE0BA2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4C6693-E73F-4BD4-B892-2DC62373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71E5DE-B5A0-9221-41BD-7933AE469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090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BBA8-9040-0169-AFE2-BE487FD7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3807F4D-383A-9ACC-64CD-34552A767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BB5B19-0B03-EFD1-4A64-4E1D62669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9DE8AE-58ED-9F5F-BE07-0A27A34C0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534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9CB4-7231-6059-8245-E33E8652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8C1C2A-C3AC-16D2-1AE0-A1DDD3E00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9AB50C-BC81-0EB1-4046-FE72097B8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FCE02F-52C5-FF04-25FE-E71C135D7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9560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081A-36A1-CC31-9D1F-84770AEC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7A1179-FB00-4093-303E-105304490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8EAA8DB-3355-4EA4-8B54-D153BA221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A4F2EB-3BDD-4A91-0926-2547E2E3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953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D6D1-4D95-311E-103D-8CB00177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36C02E-B93E-4BC9-C9F6-F3C9CD8A7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BECCB6-A82E-5955-65FA-DAE9EC089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C50970-97AB-E852-E157-6D4527316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334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1DF3-2F7A-2872-B201-CA42A2DB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C490D8-2B4C-591C-9258-09A27C33A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857571-A29F-34D1-6D09-07BA0BB2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A74C94-14B5-66FE-1035-F15446204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798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E870-D1A7-31BA-E7E2-14162CCF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EC3D7B-043E-C6B2-1DC0-02C73C08B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ADF795-C310-97FA-525E-FE56EF19B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A32628-510E-AC26-8542-B8688FF45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15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80EC-B1BC-596B-5569-8B4F944E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1C26B6-7277-4B67-EB2C-694C7296B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543CE7-AD88-4412-D69A-EC07C981B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DF6039-DCAB-3AC3-E7B4-FEBB90D73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7062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741F7-92F8-577A-5D2D-E62ECE18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8A43C7-34D6-2065-3EB5-7B6E50E02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161CE6-6F5B-A748-F6D3-803A0B3B8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7804-D61A-A8DA-2198-5B4052570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164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F67E-087C-9DBB-458B-2D344B9F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5B1FC0-B280-5CAC-962C-8585424F6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5558D7-4529-C37C-0170-51D8CDBC2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5AD47-9EC2-E1F2-7222-B5FA4538D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7975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F186-C304-B803-0F0B-CEF84C02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702CD8-2D18-FFDF-F1AA-944BA982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AA8944-25E3-2237-76C0-A1198D444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7ED511-4B54-87C4-2C7A-7E73DC07B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434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DF60-AFE2-81B5-13DA-01F9B365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9B5EB9-9C55-CDAA-F6A1-06EC16395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D8FFBF-EFE7-6C5E-0277-E0A4B651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459B99-D09A-4F31-F197-D42329AE4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1739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A152-BD0C-41DA-BAFF-72E34675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7F78B19-492D-679A-B2EF-B8542BDFA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0690B75-989B-AAC2-B13C-43824FD6B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079C8D-9446-1CC0-E04C-ABE9D14F0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7629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4DD5-E42E-7648-F4DF-0429ED54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9EDA52A-ACE8-3C77-86DD-6D170253C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D2649A-0C5C-A394-18A8-190EE3C72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CEF083-9F45-7A87-68B5-295555FF0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3883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4480-D57F-998C-698E-6C21F9CE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FBF5EE-4570-9C16-45CE-C8474369E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280729-2C89-C0A9-5588-A45531B66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E268B0-AFBF-9259-B7AE-5BE921F6C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785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5998-0CCD-89C0-9BCB-7BE6BCD5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438B09-3D2A-F8E6-6BEB-AD861883A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126EF8-7C6E-5A19-A88A-806610ED0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33E2E3-8D64-24EF-C533-B371DA5D2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8869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5288-A8E9-5DBB-4B24-948FD88E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00F5BCD-B6A1-57AD-0190-852236F6B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03C43A-FF47-080C-5765-E8DE0D43F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6A7C34-232C-17D3-A5BD-D35E7A756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119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7CB3-8EA0-8B92-8554-E4FA7FD4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1878FD-37B4-A300-BDE4-A52C7AEC0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741D0B-0269-0AEA-E97E-520F0125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DC5676-3592-0305-3A04-C71E5DE82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5769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E63B-AA6A-D1EB-E369-DE07805B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2CE5C4-A2E6-4865-4EE8-F0E6C25BF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203384F-B296-8C0B-8973-D9BAB8281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74FB9D-9649-5941-C5A0-92D140655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6324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E7A2-0D25-1E53-6835-31471F7B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F4DFE6-3B9D-2322-BEA3-C55D873FB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BD3306-D251-E5F0-0913-0333ACDD5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7D60D4-A280-3121-127A-0495239D3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3940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2720-1A25-D419-8962-A5354B36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F8483B-12C2-2934-B2F9-4D1AD9404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A50759-4935-A858-3219-D4EED5FAD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2074DC-E972-3868-7BAD-A8C04E7C0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6774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0B41-5DB3-BE50-945B-CF2976BE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406988-C6B2-969E-5369-0FFD3F15D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481A2B1-DB91-7255-C3C2-A82AE948E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A9B03F-DB96-5224-5399-FADD4A5FF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1695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358D-5CED-9880-2E0B-1220919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1DF6C3-6D6D-0569-3599-8465A7A99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979C56-2AB0-5CE1-49DE-A021312FC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3968AA-5DE0-F14A-C265-9B5415694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563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1E8E-F0F6-C485-2B59-454D2A1B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55EE43-44F0-51A6-161E-7D9349466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FA9873-C77B-8047-F460-C528D8DAE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3AA768-81F1-CCD9-F332-9A8308F86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2506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9F97-7069-DBA0-AF91-C55BA8D7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539BF0A-2F0F-2240-50CD-112E9AC6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15689C7-2694-D846-CE3C-626AF8707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A07722-114A-8AA6-4720-E41E10C9C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6515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0052-E3D5-0BF3-8B79-96023B6A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505872-0295-E5FA-5751-4D6657F5D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1C2F31-81C6-2439-24F6-C137878C1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B8FEE4-A13D-2D45-FB93-A8032F040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112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9012-7F80-7532-77EB-433757DB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3D609DB-76EE-CFD8-5BAA-BB3AB9F90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4BF352-54C9-1492-16FC-FE4A7E381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80D451-2B92-2C37-10C9-08FBE1636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1684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9D28-47B6-A536-889C-AD0575C4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8A9F4F-D70F-E3D7-DF74-08A6637C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9ACCD6-8337-D6A2-C325-79C8B6ADE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B1F803-8259-CD1C-036A-8D201CE42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158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22.11.2024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22.11.2024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22.11.2024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3.xml"/><Relationship Id="rId10" Type="http://schemas.openxmlformats.org/officeDocument/2006/relationships/image" Target="../media/image29.png"/><Relationship Id="rId4" Type="http://schemas.openxmlformats.org/officeDocument/2006/relationships/diagramLayout" Target="../diagrams/layout13.xml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13" Type="http://schemas.microsoft.com/office/2007/relationships/diagramDrawing" Target="../diagrams/drawing1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4.xml"/><Relationship Id="rId12" Type="http://schemas.openxmlformats.org/officeDocument/2006/relationships/diagramColors" Target="../diagrams/colors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11" Type="http://schemas.openxmlformats.org/officeDocument/2006/relationships/diagramQuickStyle" Target="../diagrams/quickStyle15.xml"/><Relationship Id="rId5" Type="http://schemas.openxmlformats.org/officeDocument/2006/relationships/diagramLayout" Target="../diagrams/layout14.xml"/><Relationship Id="rId10" Type="http://schemas.openxmlformats.org/officeDocument/2006/relationships/diagramLayout" Target="../diagrams/layout15.xml"/><Relationship Id="rId4" Type="http://schemas.openxmlformats.org/officeDocument/2006/relationships/diagramData" Target="../diagrams/data14.xml"/><Relationship Id="rId9" Type="http://schemas.openxmlformats.org/officeDocument/2006/relationships/diagramData" Target="../diagrams/data15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13" Type="http://schemas.microsoft.com/office/2007/relationships/diagramDrawing" Target="../diagrams/drawing1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6.xml"/><Relationship Id="rId12" Type="http://schemas.openxmlformats.org/officeDocument/2006/relationships/diagramColors" Target="../diagrams/colors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11" Type="http://schemas.openxmlformats.org/officeDocument/2006/relationships/diagramQuickStyle" Target="../diagrams/quickStyle17.xml"/><Relationship Id="rId5" Type="http://schemas.openxmlformats.org/officeDocument/2006/relationships/diagramLayout" Target="../diagrams/layout16.xml"/><Relationship Id="rId10" Type="http://schemas.openxmlformats.org/officeDocument/2006/relationships/diagramLayout" Target="../diagrams/layout17.xml"/><Relationship Id="rId4" Type="http://schemas.openxmlformats.org/officeDocument/2006/relationships/diagramData" Target="../diagrams/data16.xml"/><Relationship Id="rId9" Type="http://schemas.openxmlformats.org/officeDocument/2006/relationships/diagramData" Target="../diagrams/data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13" Type="http://schemas.microsoft.com/office/2007/relationships/diagramDrawing" Target="../diagrams/drawing2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9.xml"/><Relationship Id="rId12" Type="http://schemas.openxmlformats.org/officeDocument/2006/relationships/diagramColors" Target="../diagrams/colors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11" Type="http://schemas.openxmlformats.org/officeDocument/2006/relationships/diagramQuickStyle" Target="../diagrams/quickStyle20.xml"/><Relationship Id="rId5" Type="http://schemas.openxmlformats.org/officeDocument/2006/relationships/diagramLayout" Target="../diagrams/layout19.xml"/><Relationship Id="rId10" Type="http://schemas.openxmlformats.org/officeDocument/2006/relationships/diagramLayout" Target="../diagrams/layout20.xml"/><Relationship Id="rId4" Type="http://schemas.openxmlformats.org/officeDocument/2006/relationships/diagramData" Target="../diagrams/data19.xml"/><Relationship Id="rId9" Type="http://schemas.openxmlformats.org/officeDocument/2006/relationships/diagramData" Target="../diagrams/data20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13" Type="http://schemas.microsoft.com/office/2007/relationships/diagramDrawing" Target="../diagrams/drawing2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1.xml"/><Relationship Id="rId12" Type="http://schemas.openxmlformats.org/officeDocument/2006/relationships/diagramColors" Target="../diagrams/colors2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11" Type="http://schemas.openxmlformats.org/officeDocument/2006/relationships/diagramQuickStyle" Target="../diagrams/quickStyle22.xml"/><Relationship Id="rId5" Type="http://schemas.openxmlformats.org/officeDocument/2006/relationships/diagramLayout" Target="../diagrams/layout21.xml"/><Relationship Id="rId10" Type="http://schemas.openxmlformats.org/officeDocument/2006/relationships/diagramLayout" Target="../diagrams/layout22.xml"/><Relationship Id="rId4" Type="http://schemas.openxmlformats.org/officeDocument/2006/relationships/diagramData" Target="../diagrams/data21.xml"/><Relationship Id="rId9" Type="http://schemas.openxmlformats.org/officeDocument/2006/relationships/diagramData" Target="../diagrams/data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13" Type="http://schemas.microsoft.com/office/2007/relationships/diagramDrawing" Target="../diagrams/drawing2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3.xml"/><Relationship Id="rId12" Type="http://schemas.openxmlformats.org/officeDocument/2006/relationships/diagramColors" Target="../diagrams/colors2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11" Type="http://schemas.openxmlformats.org/officeDocument/2006/relationships/diagramQuickStyle" Target="../diagrams/quickStyle24.xml"/><Relationship Id="rId5" Type="http://schemas.openxmlformats.org/officeDocument/2006/relationships/diagramLayout" Target="../diagrams/layout23.xml"/><Relationship Id="rId10" Type="http://schemas.openxmlformats.org/officeDocument/2006/relationships/diagramLayout" Target="../diagrams/layout24.xml"/><Relationship Id="rId4" Type="http://schemas.openxmlformats.org/officeDocument/2006/relationships/diagramData" Target="../diagrams/data23.xml"/><Relationship Id="rId9" Type="http://schemas.openxmlformats.org/officeDocument/2006/relationships/diagramData" Target="../diagrams/data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13" Type="http://schemas.microsoft.com/office/2007/relationships/diagramDrawing" Target="../diagrams/drawing2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5.xml"/><Relationship Id="rId12" Type="http://schemas.openxmlformats.org/officeDocument/2006/relationships/diagramColors" Target="../diagrams/colors2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5.xml"/><Relationship Id="rId11" Type="http://schemas.openxmlformats.org/officeDocument/2006/relationships/diagramQuickStyle" Target="../diagrams/quickStyle26.xml"/><Relationship Id="rId5" Type="http://schemas.openxmlformats.org/officeDocument/2006/relationships/diagramLayout" Target="../diagrams/layout25.xml"/><Relationship Id="rId10" Type="http://schemas.openxmlformats.org/officeDocument/2006/relationships/diagramLayout" Target="../diagrams/layout26.xml"/><Relationship Id="rId4" Type="http://schemas.openxmlformats.org/officeDocument/2006/relationships/diagramData" Target="../diagrams/data25.xml"/><Relationship Id="rId9" Type="http://schemas.openxmlformats.org/officeDocument/2006/relationships/diagramData" Target="../diagrams/data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13" Type="http://schemas.microsoft.com/office/2007/relationships/diagramDrawing" Target="../diagrams/drawing2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7.xml"/><Relationship Id="rId12" Type="http://schemas.openxmlformats.org/officeDocument/2006/relationships/diagramColors" Target="../diagrams/colors2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7.xml"/><Relationship Id="rId11" Type="http://schemas.openxmlformats.org/officeDocument/2006/relationships/diagramQuickStyle" Target="../diagrams/quickStyle28.xml"/><Relationship Id="rId5" Type="http://schemas.openxmlformats.org/officeDocument/2006/relationships/diagramLayout" Target="../diagrams/layout27.xml"/><Relationship Id="rId10" Type="http://schemas.openxmlformats.org/officeDocument/2006/relationships/diagramLayout" Target="../diagrams/layout28.xml"/><Relationship Id="rId4" Type="http://schemas.openxmlformats.org/officeDocument/2006/relationships/diagramData" Target="../diagrams/data27.xml"/><Relationship Id="rId9" Type="http://schemas.openxmlformats.org/officeDocument/2006/relationships/diagramData" Target="../diagrams/data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9.xml"/><Relationship Id="rId13" Type="http://schemas.microsoft.com/office/2007/relationships/diagramDrawing" Target="../diagrams/drawing3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9.xml"/><Relationship Id="rId12" Type="http://schemas.openxmlformats.org/officeDocument/2006/relationships/diagramColors" Target="../diagrams/colors3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9.xml"/><Relationship Id="rId11" Type="http://schemas.openxmlformats.org/officeDocument/2006/relationships/diagramQuickStyle" Target="../diagrams/quickStyle30.xml"/><Relationship Id="rId5" Type="http://schemas.openxmlformats.org/officeDocument/2006/relationships/diagramLayout" Target="../diagrams/layout29.xml"/><Relationship Id="rId10" Type="http://schemas.openxmlformats.org/officeDocument/2006/relationships/diagramLayout" Target="../diagrams/layout30.xml"/><Relationship Id="rId4" Type="http://schemas.openxmlformats.org/officeDocument/2006/relationships/diagramData" Target="../diagrams/data29.xml"/><Relationship Id="rId9" Type="http://schemas.openxmlformats.org/officeDocument/2006/relationships/diagramData" Target="../diagrams/data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1.xml"/><Relationship Id="rId13" Type="http://schemas.microsoft.com/office/2007/relationships/diagramDrawing" Target="../diagrams/drawing3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1.xml"/><Relationship Id="rId12" Type="http://schemas.openxmlformats.org/officeDocument/2006/relationships/diagramColors" Target="../diagrams/colors3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1.xml"/><Relationship Id="rId11" Type="http://schemas.openxmlformats.org/officeDocument/2006/relationships/diagramQuickStyle" Target="../diagrams/quickStyle32.xml"/><Relationship Id="rId5" Type="http://schemas.openxmlformats.org/officeDocument/2006/relationships/diagramLayout" Target="../diagrams/layout31.xml"/><Relationship Id="rId10" Type="http://schemas.openxmlformats.org/officeDocument/2006/relationships/diagramLayout" Target="../diagrams/layout32.xml"/><Relationship Id="rId4" Type="http://schemas.openxmlformats.org/officeDocument/2006/relationships/diagramData" Target="../diagrams/data31.xml"/><Relationship Id="rId9" Type="http://schemas.openxmlformats.org/officeDocument/2006/relationships/diagramData" Target="../diagrams/data32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13" Type="http://schemas.microsoft.com/office/2007/relationships/diagramDrawing" Target="../diagrams/drawing3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3.xml"/><Relationship Id="rId12" Type="http://schemas.openxmlformats.org/officeDocument/2006/relationships/diagramColors" Target="../diagrams/colors3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3.xml"/><Relationship Id="rId11" Type="http://schemas.openxmlformats.org/officeDocument/2006/relationships/diagramQuickStyle" Target="../diagrams/quickStyle34.xml"/><Relationship Id="rId5" Type="http://schemas.openxmlformats.org/officeDocument/2006/relationships/diagramLayout" Target="../diagrams/layout33.xml"/><Relationship Id="rId10" Type="http://schemas.openxmlformats.org/officeDocument/2006/relationships/diagramLayout" Target="../diagrams/layout34.xml"/><Relationship Id="rId4" Type="http://schemas.openxmlformats.org/officeDocument/2006/relationships/diagramData" Target="../diagrams/data33.xml"/><Relationship Id="rId9" Type="http://schemas.openxmlformats.org/officeDocument/2006/relationships/diagramData" Target="../diagrams/data34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13" Type="http://schemas.microsoft.com/office/2007/relationships/diagramDrawing" Target="../diagrams/drawing3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5.xml"/><Relationship Id="rId12" Type="http://schemas.openxmlformats.org/officeDocument/2006/relationships/diagramColors" Target="../diagrams/colors3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11" Type="http://schemas.openxmlformats.org/officeDocument/2006/relationships/diagramQuickStyle" Target="../diagrams/quickStyle36.xml"/><Relationship Id="rId5" Type="http://schemas.openxmlformats.org/officeDocument/2006/relationships/diagramLayout" Target="../diagrams/layout35.xml"/><Relationship Id="rId10" Type="http://schemas.openxmlformats.org/officeDocument/2006/relationships/diagramLayout" Target="../diagrams/layout36.xml"/><Relationship Id="rId4" Type="http://schemas.openxmlformats.org/officeDocument/2006/relationships/diagramData" Target="../diagrams/data35.xml"/><Relationship Id="rId9" Type="http://schemas.openxmlformats.org/officeDocument/2006/relationships/diagramData" Target="../diagrams/data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13" Type="http://schemas.microsoft.com/office/2007/relationships/diagramDrawing" Target="../diagrams/drawing3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7.xml"/><Relationship Id="rId12" Type="http://schemas.openxmlformats.org/officeDocument/2006/relationships/diagramColors" Target="../diagrams/colors3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11" Type="http://schemas.openxmlformats.org/officeDocument/2006/relationships/diagramQuickStyle" Target="../diagrams/quickStyle38.xml"/><Relationship Id="rId5" Type="http://schemas.openxmlformats.org/officeDocument/2006/relationships/diagramLayout" Target="../diagrams/layout37.xml"/><Relationship Id="rId10" Type="http://schemas.openxmlformats.org/officeDocument/2006/relationships/diagramLayout" Target="../diagrams/layout38.xml"/><Relationship Id="rId4" Type="http://schemas.openxmlformats.org/officeDocument/2006/relationships/diagramData" Target="../diagrams/data37.xml"/><Relationship Id="rId9" Type="http://schemas.openxmlformats.org/officeDocument/2006/relationships/diagramData" Target="../diagrams/data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9.xml"/><Relationship Id="rId13" Type="http://schemas.microsoft.com/office/2007/relationships/diagramDrawing" Target="../diagrams/drawing4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9.xml"/><Relationship Id="rId12" Type="http://schemas.openxmlformats.org/officeDocument/2006/relationships/diagramColors" Target="../diagrams/colors4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9.xml"/><Relationship Id="rId11" Type="http://schemas.openxmlformats.org/officeDocument/2006/relationships/diagramQuickStyle" Target="../diagrams/quickStyle40.xml"/><Relationship Id="rId5" Type="http://schemas.openxmlformats.org/officeDocument/2006/relationships/diagramLayout" Target="../diagrams/layout39.xml"/><Relationship Id="rId10" Type="http://schemas.openxmlformats.org/officeDocument/2006/relationships/diagramLayout" Target="../diagrams/layout40.xml"/><Relationship Id="rId4" Type="http://schemas.openxmlformats.org/officeDocument/2006/relationships/diagramData" Target="../diagrams/data39.xml"/><Relationship Id="rId9" Type="http://schemas.openxmlformats.org/officeDocument/2006/relationships/diagramData" Target="../diagrams/data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1.xml"/><Relationship Id="rId13" Type="http://schemas.microsoft.com/office/2007/relationships/diagramDrawing" Target="../diagrams/drawing4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1.xml"/><Relationship Id="rId12" Type="http://schemas.openxmlformats.org/officeDocument/2006/relationships/diagramColors" Target="../diagrams/colors4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1.xml"/><Relationship Id="rId11" Type="http://schemas.openxmlformats.org/officeDocument/2006/relationships/diagramQuickStyle" Target="../diagrams/quickStyle42.xml"/><Relationship Id="rId5" Type="http://schemas.openxmlformats.org/officeDocument/2006/relationships/diagramLayout" Target="../diagrams/layout41.xml"/><Relationship Id="rId10" Type="http://schemas.openxmlformats.org/officeDocument/2006/relationships/diagramLayout" Target="../diagrams/layout42.xml"/><Relationship Id="rId4" Type="http://schemas.openxmlformats.org/officeDocument/2006/relationships/diagramData" Target="../diagrams/data41.xml"/><Relationship Id="rId9" Type="http://schemas.openxmlformats.org/officeDocument/2006/relationships/diagramData" Target="../diagrams/data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13" Type="http://schemas.microsoft.com/office/2007/relationships/diagramDrawing" Target="../diagrams/drawing4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3.xml"/><Relationship Id="rId12" Type="http://schemas.openxmlformats.org/officeDocument/2006/relationships/diagramColors" Target="../diagrams/colors4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3.xml"/><Relationship Id="rId11" Type="http://schemas.openxmlformats.org/officeDocument/2006/relationships/diagramQuickStyle" Target="../diagrams/quickStyle44.xml"/><Relationship Id="rId5" Type="http://schemas.openxmlformats.org/officeDocument/2006/relationships/diagramLayout" Target="../diagrams/layout43.xml"/><Relationship Id="rId10" Type="http://schemas.openxmlformats.org/officeDocument/2006/relationships/diagramLayout" Target="../diagrams/layout44.xml"/><Relationship Id="rId4" Type="http://schemas.openxmlformats.org/officeDocument/2006/relationships/diagramData" Target="../diagrams/data43.xml"/><Relationship Id="rId9" Type="http://schemas.openxmlformats.org/officeDocument/2006/relationships/diagramData" Target="../diagrams/data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5.xml"/><Relationship Id="rId13" Type="http://schemas.microsoft.com/office/2007/relationships/diagramDrawing" Target="../diagrams/drawing4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5.xml"/><Relationship Id="rId12" Type="http://schemas.openxmlformats.org/officeDocument/2006/relationships/diagramColors" Target="../diagrams/colors4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5.xml"/><Relationship Id="rId11" Type="http://schemas.openxmlformats.org/officeDocument/2006/relationships/diagramQuickStyle" Target="../diagrams/quickStyle46.xml"/><Relationship Id="rId5" Type="http://schemas.openxmlformats.org/officeDocument/2006/relationships/diagramLayout" Target="../diagrams/layout45.xml"/><Relationship Id="rId10" Type="http://schemas.openxmlformats.org/officeDocument/2006/relationships/diagramLayout" Target="../diagrams/layout46.xml"/><Relationship Id="rId4" Type="http://schemas.openxmlformats.org/officeDocument/2006/relationships/diagramData" Target="../diagrams/data45.xml"/><Relationship Id="rId9" Type="http://schemas.openxmlformats.org/officeDocument/2006/relationships/diagramData" Target="../diagrams/data46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7.xml"/><Relationship Id="rId13" Type="http://schemas.microsoft.com/office/2007/relationships/diagramDrawing" Target="../diagrams/drawing4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7.xml"/><Relationship Id="rId12" Type="http://schemas.openxmlformats.org/officeDocument/2006/relationships/diagramColors" Target="../diagrams/colors48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7.xml"/><Relationship Id="rId11" Type="http://schemas.openxmlformats.org/officeDocument/2006/relationships/diagramQuickStyle" Target="../diagrams/quickStyle48.xml"/><Relationship Id="rId5" Type="http://schemas.openxmlformats.org/officeDocument/2006/relationships/diagramLayout" Target="../diagrams/layout47.xml"/><Relationship Id="rId10" Type="http://schemas.openxmlformats.org/officeDocument/2006/relationships/diagramLayout" Target="../diagrams/layout48.xml"/><Relationship Id="rId4" Type="http://schemas.openxmlformats.org/officeDocument/2006/relationships/diagramData" Target="../diagrams/data47.xml"/><Relationship Id="rId9" Type="http://schemas.openxmlformats.org/officeDocument/2006/relationships/diagramData" Target="../diagrams/data48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9.xml"/><Relationship Id="rId13" Type="http://schemas.microsoft.com/office/2007/relationships/diagramDrawing" Target="../diagrams/drawing5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9.xml"/><Relationship Id="rId12" Type="http://schemas.openxmlformats.org/officeDocument/2006/relationships/diagramColors" Target="../diagrams/colors5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9.xml"/><Relationship Id="rId11" Type="http://schemas.openxmlformats.org/officeDocument/2006/relationships/diagramQuickStyle" Target="../diagrams/quickStyle50.xml"/><Relationship Id="rId5" Type="http://schemas.openxmlformats.org/officeDocument/2006/relationships/diagramLayout" Target="../diagrams/layout49.xml"/><Relationship Id="rId10" Type="http://schemas.openxmlformats.org/officeDocument/2006/relationships/diagramLayout" Target="../diagrams/layout50.xml"/><Relationship Id="rId4" Type="http://schemas.openxmlformats.org/officeDocument/2006/relationships/diagramData" Target="../diagrams/data49.xml"/><Relationship Id="rId9" Type="http://schemas.openxmlformats.org/officeDocument/2006/relationships/diagramData" Target="../diagrams/data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5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1.xml"/><Relationship Id="rId13" Type="http://schemas.microsoft.com/office/2007/relationships/diagramDrawing" Target="../diagrams/drawing5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1.xml"/><Relationship Id="rId12" Type="http://schemas.openxmlformats.org/officeDocument/2006/relationships/diagramColors" Target="../diagrams/colors5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1.xml"/><Relationship Id="rId11" Type="http://schemas.openxmlformats.org/officeDocument/2006/relationships/diagramQuickStyle" Target="../diagrams/quickStyle52.xml"/><Relationship Id="rId5" Type="http://schemas.openxmlformats.org/officeDocument/2006/relationships/diagramLayout" Target="../diagrams/layout51.xml"/><Relationship Id="rId10" Type="http://schemas.openxmlformats.org/officeDocument/2006/relationships/diagramLayout" Target="../diagrams/layout52.xml"/><Relationship Id="rId4" Type="http://schemas.openxmlformats.org/officeDocument/2006/relationships/diagramData" Target="../diagrams/data51.xml"/><Relationship Id="rId9" Type="http://schemas.openxmlformats.org/officeDocument/2006/relationships/diagramData" Target="../diagrams/data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3.xml"/><Relationship Id="rId13" Type="http://schemas.microsoft.com/office/2007/relationships/diagramDrawing" Target="../diagrams/drawing5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3.xml"/><Relationship Id="rId12" Type="http://schemas.openxmlformats.org/officeDocument/2006/relationships/diagramColors" Target="../diagrams/colors5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3.xml"/><Relationship Id="rId11" Type="http://schemas.openxmlformats.org/officeDocument/2006/relationships/diagramQuickStyle" Target="../diagrams/quickStyle54.xml"/><Relationship Id="rId5" Type="http://schemas.openxmlformats.org/officeDocument/2006/relationships/diagramLayout" Target="../diagrams/layout53.xml"/><Relationship Id="rId10" Type="http://schemas.openxmlformats.org/officeDocument/2006/relationships/diagramLayout" Target="../diagrams/layout54.xml"/><Relationship Id="rId4" Type="http://schemas.openxmlformats.org/officeDocument/2006/relationships/diagramData" Target="../diagrams/data53.xml"/><Relationship Id="rId9" Type="http://schemas.openxmlformats.org/officeDocument/2006/relationships/diagramData" Target="../diagrams/data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jpeg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5.xml"/><Relationship Id="rId13" Type="http://schemas.microsoft.com/office/2007/relationships/diagramDrawing" Target="../diagrams/drawing5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5.xml"/><Relationship Id="rId12" Type="http://schemas.openxmlformats.org/officeDocument/2006/relationships/diagramColors" Target="../diagrams/colors56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5.xml"/><Relationship Id="rId11" Type="http://schemas.openxmlformats.org/officeDocument/2006/relationships/diagramQuickStyle" Target="../diagrams/quickStyle56.xml"/><Relationship Id="rId5" Type="http://schemas.openxmlformats.org/officeDocument/2006/relationships/diagramLayout" Target="../diagrams/layout55.xml"/><Relationship Id="rId10" Type="http://schemas.openxmlformats.org/officeDocument/2006/relationships/diagramLayout" Target="../diagrams/layout56.xml"/><Relationship Id="rId4" Type="http://schemas.openxmlformats.org/officeDocument/2006/relationships/diagramData" Target="../diagrams/data55.xml"/><Relationship Id="rId9" Type="http://schemas.openxmlformats.org/officeDocument/2006/relationships/diagramData" Target="../diagrams/data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2.png"/><Relationship Id="rId4" Type="http://schemas.openxmlformats.org/officeDocument/2006/relationships/image" Target="../media/image63.jpeg"/></Relationships>
</file>

<file path=ppt/slides/_rels/slide5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7.xml"/><Relationship Id="rId13" Type="http://schemas.microsoft.com/office/2007/relationships/diagramDrawing" Target="../diagrams/drawing5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7.xml"/><Relationship Id="rId12" Type="http://schemas.openxmlformats.org/officeDocument/2006/relationships/diagramColors" Target="../diagrams/colors58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7.xml"/><Relationship Id="rId11" Type="http://schemas.openxmlformats.org/officeDocument/2006/relationships/diagramQuickStyle" Target="../diagrams/quickStyle58.xml"/><Relationship Id="rId5" Type="http://schemas.openxmlformats.org/officeDocument/2006/relationships/diagramLayout" Target="../diagrams/layout57.xml"/><Relationship Id="rId10" Type="http://schemas.openxmlformats.org/officeDocument/2006/relationships/diagramLayout" Target="../diagrams/layout58.xml"/><Relationship Id="rId4" Type="http://schemas.openxmlformats.org/officeDocument/2006/relationships/diagramData" Target="../diagrams/data57.xml"/><Relationship Id="rId9" Type="http://schemas.openxmlformats.org/officeDocument/2006/relationships/diagramData" Target="../diagrams/data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62A3-1FBF-7863-AC84-C603EA0A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1EDBA996-81C4-306D-9BE1-FF987BC9C9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"/>
          <a:stretch/>
        </p:blipFill>
        <p:spPr bwMode="auto">
          <a:xfrm>
            <a:off x="1" y="-7012"/>
            <a:ext cx="12192000" cy="692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CCFCF2-2847-FEA3-8BF3-2F26051E01E4}"/>
              </a:ext>
            </a:extLst>
          </p:cNvPr>
          <p:cNvSpPr/>
          <p:nvPr/>
        </p:nvSpPr>
        <p:spPr>
          <a:xfrm>
            <a:off x="0" y="-18256"/>
            <a:ext cx="6096000" cy="6914356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4</a:t>
            </a:r>
          </a:p>
        </p:txBody>
      </p:sp>
      <p:sp>
        <p:nvSpPr>
          <p:cNvPr id="8" name="Объект 11">
            <a:extLst>
              <a:ext uri="{FF2B5EF4-FFF2-40B4-BE49-F238E27FC236}">
                <a16:creationId xmlns:a16="http://schemas.microsoft.com/office/drawing/2014/main" id="{FB358D05-6D58-8514-7699-A2A6CAED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Нормативные правовые и распорядительные документы РФ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Нормативные правовые акты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Конституция РФ, Кодексы РФ, Федеральные законы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Указы, Распоряжения, Постановления, Приказы и Решения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69403A0-F699-7EC0-DDB2-A3D1ABCAD2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C74DEA-3A4B-D06C-DF4E-EA2F452E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985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6E4F82-E04D-AA3D-E216-950B7330CFA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5DC0174-671B-A202-2E6B-18E009E6F3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Нормативный правовой акт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7D7A8DE-2928-391C-5327-3721FAB487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EC2F79-A8D0-E032-FB1B-BC58B4DB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60D59-FDA3-D37D-1D47-D9627CFB0639}"/>
              </a:ext>
            </a:extLst>
          </p:cNvPr>
          <p:cNvSpPr txBox="1"/>
          <p:nvPr/>
        </p:nvSpPr>
        <p:spPr>
          <a:xfrm>
            <a:off x="213120" y="1765737"/>
            <a:ext cx="11664555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ru-RU" sz="2400" dirty="0"/>
              <a:t>– это акт правотворческих органов, должностных лиц, осуществляющих полномочия в сфере государственного, муниципального управления, который содержит нормы права, принимается в особом порядке, включая письменную форму, и находится в отношениях соподчинения с другими актами.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D4871A5-FF55-3C8F-1721-4B38F558E0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9798992"/>
              </p:ext>
            </p:extLst>
          </p:nvPr>
        </p:nvGraphicFramePr>
        <p:xfrm>
          <a:off x="213121" y="3429000"/>
          <a:ext cx="11664554" cy="2280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1935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615EE33-7895-79FB-2EA3-88A2DBBE973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351CF11-188D-1414-0D40-70102E72E2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B21F69C-4CA5-A39D-185B-E3268814FB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2FAA3C-8D2B-F2FD-19CB-B1DA622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3</a:t>
            </a:fld>
            <a:endParaRPr lang="ru-RU" dirty="0"/>
          </a:p>
        </p:txBody>
      </p:sp>
      <p:graphicFrame>
        <p:nvGraphicFramePr>
          <p:cNvPr id="3" name="Объект 3">
            <a:extLst>
              <a:ext uri="{FF2B5EF4-FFF2-40B4-BE49-F238E27FC236}">
                <a16:creationId xmlns:a16="http://schemas.microsoft.com/office/drawing/2014/main" id="{DD4AD022-D985-E97F-ABE7-16DD5D1E25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4653500"/>
              </p:ext>
            </p:extLst>
          </p:nvPr>
        </p:nvGraphicFramePr>
        <p:xfrm>
          <a:off x="231006" y="1400476"/>
          <a:ext cx="11689882" cy="5067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932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862DB9-FE1C-2558-6D99-7D44897D536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ABCF167-5E6A-B327-4325-D9BCA774379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F9FE2B5-7B61-4032-3A0A-85A7065814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79F39CF-3BC7-F79E-E2FB-5BD16880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79B1708-DA99-1C79-FAC2-4CFF92C8C5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523117"/>
              </p:ext>
            </p:extLst>
          </p:nvPr>
        </p:nvGraphicFramePr>
        <p:xfrm>
          <a:off x="352124" y="1453415"/>
          <a:ext cx="11487751" cy="5024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616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25707B6-2BE6-4EB3-45A3-0FFB29885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063209"/>
              </p:ext>
            </p:extLst>
          </p:nvPr>
        </p:nvGraphicFramePr>
        <p:xfrm>
          <a:off x="347135" y="1634066"/>
          <a:ext cx="11480798" cy="4722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A2D41A-E3A2-FEC3-DEA3-1B85B10E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5200D8B-1D46-8E76-57C8-C62928DB400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70CC1CF-C0C3-42B7-5DF3-4F502B0F8C4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2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AA75-AEBA-FC9B-829F-73C3C95A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97CDF62-C617-8AF7-33D7-50821032E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549502"/>
              </p:ext>
            </p:extLst>
          </p:nvPr>
        </p:nvGraphicFramePr>
        <p:xfrm>
          <a:off x="347135" y="1634067"/>
          <a:ext cx="11480798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EA7834-0A07-D89D-500D-C8F453D7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FA5EC55-04BB-41DA-4EAA-036D1B7E4E4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EB288DB-2742-7124-F5B6-EF0CAE6C9BD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DAA334-A813-A309-9384-C2E18395D43E}"/>
              </a:ext>
            </a:extLst>
          </p:cNvPr>
          <p:cNvSpPr txBox="1"/>
          <p:nvPr/>
        </p:nvSpPr>
        <p:spPr>
          <a:xfrm>
            <a:off x="632883" y="2883689"/>
            <a:ext cx="10720917" cy="2545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Конституция Российской Федерации 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Законы Российской Федерации о поправке Конституции Российской Федерации</a:t>
            </a:r>
            <a:endParaRPr lang="ru-RU" sz="2800" dirty="0"/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Федеральные конституционные законы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Федеральные законы</a:t>
            </a:r>
          </a:p>
        </p:txBody>
      </p:sp>
    </p:spTree>
    <p:extLst>
      <p:ext uri="{BB962C8B-B14F-4D97-AF65-F5344CB8AC3E}">
        <p14:creationId xmlns:p14="http://schemas.microsoft.com/office/powerpoint/2010/main" val="122004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297-F1EC-E222-CEC6-99D15565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FC1588B-FBE1-F401-3DBB-1D1A49EA3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532309"/>
              </p:ext>
            </p:extLst>
          </p:nvPr>
        </p:nvGraphicFramePr>
        <p:xfrm>
          <a:off x="347135" y="1634067"/>
          <a:ext cx="11480798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6AE7E5-9507-0CEF-8426-F765DC4E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7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6E9722E-78AF-6B37-E96F-BB1BF2C0459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8CB30F3-0E40-6ED2-3C76-DD4ECD8CE52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9D61BC-82DE-D640-C8AF-2367DFA2FC9C}"/>
              </a:ext>
            </a:extLst>
          </p:cNvPr>
          <p:cNvSpPr txBox="1"/>
          <p:nvPr/>
        </p:nvSpPr>
        <p:spPr>
          <a:xfrm>
            <a:off x="632883" y="2883689"/>
            <a:ext cx="10720917" cy="2545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Указы и распоряжения Президента РФ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Постановления и распоряжения Правительства РФ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Приказы федеральных органов исполнительной власти  (</a:t>
            </a:r>
            <a:r>
              <a:rPr lang="ru-RU" sz="2800" b="0" i="1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по общему правилу издают в основном федеральные министерства</a:t>
            </a: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95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AE01-969D-85F8-3A65-8D503C80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859ED6A-BDA9-C55B-8990-845F688F6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349337"/>
              </p:ext>
            </p:extLst>
          </p:nvPr>
        </p:nvGraphicFramePr>
        <p:xfrm>
          <a:off x="347135" y="1634067"/>
          <a:ext cx="11480798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B5CBCF-35B9-85F6-E05D-1A4CBB7C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8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360DC68-D958-796D-B5CE-AC2655F1301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61FD425-A312-8679-88F8-476495F260E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EF7806-6C14-3466-98EA-B25A7E566C67}"/>
              </a:ext>
            </a:extLst>
          </p:cNvPr>
          <p:cNvSpPr txBox="1"/>
          <p:nvPr/>
        </p:nvSpPr>
        <p:spPr>
          <a:xfrm>
            <a:off x="632883" y="2883689"/>
            <a:ext cx="10720917" cy="1058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Конституции и уставы субъектов Российской Федерации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Законы субъектов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3928557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F59D-0761-C169-26F0-C1E52786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90D39689-F4A4-1030-1813-312452249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710614"/>
              </p:ext>
            </p:extLst>
          </p:nvPr>
        </p:nvGraphicFramePr>
        <p:xfrm>
          <a:off x="347135" y="1634067"/>
          <a:ext cx="11480798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43EE59-B29E-4349-5961-26D05EFC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9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C4A68F7-9150-8369-B752-C9D83C1EC81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2887939-F47A-E1DA-E8BA-73DBD1861F5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24271-08E0-CA80-0E41-2A69B252CBA2}"/>
              </a:ext>
            </a:extLst>
          </p:cNvPr>
          <p:cNvSpPr txBox="1"/>
          <p:nvPr/>
        </p:nvSpPr>
        <p:spPr>
          <a:xfrm>
            <a:off x="632883" y="2883689"/>
            <a:ext cx="10720917" cy="2545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Нормативные правовые акты высшего должностного лица субъекта РФ  (</a:t>
            </a:r>
            <a:r>
              <a:rPr lang="ru-RU" sz="2800" b="0" i="1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Например, указы Мэра г. Москвы</a:t>
            </a: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Нормативные правовые акты Правительств субъектов РФ (например, постановления Правительства г. Москвы)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Приказ иных органов исполнительной власти субъектов РФ</a:t>
            </a:r>
          </a:p>
        </p:txBody>
      </p:sp>
    </p:spTree>
    <p:extLst>
      <p:ext uri="{BB962C8B-B14F-4D97-AF65-F5344CB8AC3E}">
        <p14:creationId xmlns:p14="http://schemas.microsoft.com/office/powerpoint/2010/main" val="296579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5271-206D-4785-D29E-2A1A98A6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4CEB559-5613-DA73-7CF4-41F2D3418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619038"/>
              </p:ext>
            </p:extLst>
          </p:nvPr>
        </p:nvGraphicFramePr>
        <p:xfrm>
          <a:off x="347135" y="1634067"/>
          <a:ext cx="11480798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62E4B-8585-5F87-3CB1-854550D4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D9FF655-4E08-0F3D-03E5-35FB892A5E4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нормативных правовых актов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BFD0F56-B4BC-9AA7-11BA-20FB7EDF9E2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C6834B-B8D5-E4E5-861C-64377F8AA38C}"/>
              </a:ext>
            </a:extLst>
          </p:cNvPr>
          <p:cNvSpPr txBox="1"/>
          <p:nvPr/>
        </p:nvSpPr>
        <p:spPr>
          <a:xfrm>
            <a:off x="632883" y="2883689"/>
            <a:ext cx="10720917" cy="304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Уставы муниципальных образований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Нормативные правовые акты представительного органа местного самоуправления (</a:t>
            </a:r>
            <a:r>
              <a:rPr lang="ru-RU" sz="2800" b="0" i="1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Решения</a:t>
            </a: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ingdings" panose="05000000000000000000" pitchFamily="2" charset="2"/>
              <a:buChar char="§"/>
            </a:pP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Правовые акты главы муниципального образования, местной администрации  и иных органов местного самоуправления (</a:t>
            </a:r>
            <a:r>
              <a:rPr lang="ru-RU" sz="2800" b="0" i="1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Постановления и распоряжения</a:t>
            </a:r>
            <a:r>
              <a:rPr lang="ru-RU" sz="2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7874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24F4D2-6C2E-9480-B5AB-C1C7EA87CBF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CEF356B8-F2F7-408F-6341-ADA19A37F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0292"/>
              </p:ext>
            </p:extLst>
          </p:nvPr>
        </p:nvGraphicFramePr>
        <p:xfrm>
          <a:off x="6510810" y="5615036"/>
          <a:ext cx="5261913" cy="107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1913">
                  <a:extLst>
                    <a:ext uri="{9D8B030D-6E8A-4147-A177-3AD203B41FA5}">
                      <a16:colId xmlns:a16="http://schemas.microsoft.com/office/drawing/2014/main" val="3652196436"/>
                    </a:ext>
                  </a:extLst>
                </a:gridCol>
              </a:tblGrid>
              <a:tr h="404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Гарант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2545"/>
                  </a:ext>
                </a:extLst>
              </a:tr>
              <a:tr h="55275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https://www.garant.ru/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92561"/>
                  </a:ext>
                </a:extLst>
              </a:tr>
            </a:tbl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87E290-935D-920A-F0A7-34F67DEF5D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Справочные правовые системы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B1FA69E-B1DE-ADCA-5213-88E9E32EF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BE3DCFB-63AF-6652-8EA4-9C4171CD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B6492B19-ABE1-ADF0-0BF3-3D4C2A27C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997156"/>
              </p:ext>
            </p:extLst>
          </p:nvPr>
        </p:nvGraphicFramePr>
        <p:xfrm>
          <a:off x="6482722" y="2918446"/>
          <a:ext cx="5276401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401">
                  <a:extLst>
                    <a:ext uri="{9D8B030D-6E8A-4147-A177-3AD203B41FA5}">
                      <a16:colId xmlns:a16="http://schemas.microsoft.com/office/drawing/2014/main" val="3652196436"/>
                    </a:ext>
                  </a:extLst>
                </a:gridCol>
              </a:tblGrid>
              <a:tr h="4578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КонсультантПлюс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2545"/>
                  </a:ext>
                </a:extLst>
              </a:tr>
              <a:tr h="45781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https://www.consultant.ru/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92561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C903401-1E2B-D260-ABE9-59C917717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73416"/>
              </p:ext>
            </p:extLst>
          </p:nvPr>
        </p:nvGraphicFramePr>
        <p:xfrm>
          <a:off x="356495" y="2887630"/>
          <a:ext cx="5324697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4697">
                  <a:extLst>
                    <a:ext uri="{9D8B030D-6E8A-4147-A177-3AD203B41FA5}">
                      <a16:colId xmlns:a16="http://schemas.microsoft.com/office/drawing/2014/main" val="365219643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Право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254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http://pravo.gov.ru/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92561"/>
                  </a:ext>
                </a:extLst>
              </a:tr>
            </a:tbl>
          </a:graphicData>
        </a:graphic>
      </p:graphicFrame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5983EA34-B44C-9C28-8DE1-382B3B704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0" b="41956"/>
          <a:stretch/>
        </p:blipFill>
        <p:spPr bwMode="auto">
          <a:xfrm>
            <a:off x="7443902" y="4391805"/>
            <a:ext cx="3460568" cy="108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1E5CB1A0-5335-D903-BE41-8ECB592BAB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3" b="13947"/>
          <a:stretch/>
        </p:blipFill>
        <p:spPr bwMode="auto">
          <a:xfrm>
            <a:off x="7140979" y="1392007"/>
            <a:ext cx="3673338" cy="145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367381D-4DBC-3119-33A5-CAE26CA6A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95" y="1617821"/>
            <a:ext cx="5314502" cy="1141161"/>
          </a:xfrm>
          <a:prstGeom prst="rect">
            <a:avLst/>
          </a:prstGeom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BBD4DC4C-B63F-807A-6357-A56002987A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3" t="21370" r="10539" b="39188"/>
          <a:stretch/>
        </p:blipFill>
        <p:spPr bwMode="auto">
          <a:xfrm>
            <a:off x="1074578" y="4317245"/>
            <a:ext cx="3630234" cy="116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6363C69C-B94F-5432-9BE8-518329A6B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36525"/>
              </p:ext>
            </p:extLst>
          </p:nvPr>
        </p:nvGraphicFramePr>
        <p:xfrm>
          <a:off x="356495" y="5649628"/>
          <a:ext cx="5324697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4697">
                  <a:extLst>
                    <a:ext uri="{9D8B030D-6E8A-4147-A177-3AD203B41FA5}">
                      <a16:colId xmlns:a16="http://schemas.microsoft.com/office/drawing/2014/main" val="3652196436"/>
                    </a:ext>
                  </a:extLst>
                </a:gridCol>
              </a:tblGrid>
              <a:tr h="495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Кодекс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2545"/>
                  </a:ext>
                </a:extLst>
              </a:tr>
              <a:tr h="49501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https://kodeks.ru/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92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83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023E04-F1BC-56E9-6818-6EF75C94071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E2D5AFB-0446-9EDC-E3ED-92C5CF86D9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Конституция РФ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699482F-12FB-9FC3-3760-BCBA53CCE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A96A43-090D-DC3C-757B-F8EBDC13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12</a:t>
            </a:fld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7FF256-29C7-0B9A-E9DA-E823BE647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1" r="18451"/>
          <a:stretch/>
        </p:blipFill>
        <p:spPr bwMode="auto">
          <a:xfrm>
            <a:off x="139908" y="1477416"/>
            <a:ext cx="3283038" cy="5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991394A7-18A9-9C79-5551-E483AAE20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166691"/>
              </p:ext>
            </p:extLst>
          </p:nvPr>
        </p:nvGraphicFramePr>
        <p:xfrm>
          <a:off x="3598035" y="1405515"/>
          <a:ext cx="8276286" cy="5117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53062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ED15765-D11B-89F3-76FE-AA39FB174DC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A29D3D4-B3F1-395F-851E-0C4BCB610E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068317"/>
              </p:ext>
            </p:extLst>
          </p:nvPr>
        </p:nvGraphicFramePr>
        <p:xfrm>
          <a:off x="231006" y="1600548"/>
          <a:ext cx="11661007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31DC9D0-613D-C982-DAC5-1F36B5A592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Федеральные законы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519E97B-50C1-2F9A-B4D6-14C7BF0E204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1A42B0-E802-A2BC-FA29-DBA25AB09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85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72A0-674B-2862-CA0C-93038E84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2087E50-484E-FBDF-A4B6-3FCD27DBA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446617"/>
              </p:ext>
            </p:extLst>
          </p:nvPr>
        </p:nvGraphicFramePr>
        <p:xfrm>
          <a:off x="253999" y="1497615"/>
          <a:ext cx="11701527" cy="5089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07F9C1-0C97-9AB4-217B-46F6C7EE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14</a:t>
            </a:fld>
            <a:endParaRPr lang="ru-RU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B406D47-A094-7B57-462A-2179524BB29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5EA7D78-18B9-B6A4-9565-DB371ECB7C1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93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44B77-CFFA-B2D8-999C-4748A17F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7065DC4E-24F2-509C-E4B1-2120563CD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433" y="1536360"/>
            <a:ext cx="3325770" cy="50025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5F3B02-A3BF-F828-22B3-57FCF0A0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15</a:t>
            </a:fld>
            <a:endParaRPr lang="ru-RU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F9AF50D-45BA-5062-655E-E2F3231CDD3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85D72DB-1851-5BEF-05C7-BA28A97440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650DAD4-7DE4-34B4-052A-6025EDE41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1536358"/>
            <a:ext cx="3291031" cy="50025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2FC7E9B7-809F-2383-5911-36E65A512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5" r="18765"/>
          <a:stretch/>
        </p:blipFill>
        <p:spPr bwMode="auto">
          <a:xfrm>
            <a:off x="4467954" y="1536360"/>
            <a:ext cx="3143579" cy="50025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18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E09A6-E3DB-CF87-90C9-265674E9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13F3C-84F8-295D-7B6A-AB259CAD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16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43CA3781-CFF8-521F-F302-552241421A3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A2844F4-41EC-64B3-7B44-9879C40EDE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D9B61270-B2F6-C64B-74E4-F52B29880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254" y="2159002"/>
            <a:ext cx="2330789" cy="341206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C76C698-3260-7DEC-BD95-2ABD07EF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956" y="2095922"/>
            <a:ext cx="2194612" cy="34412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4BB5B5DE-A9D0-1E40-B75C-95C334A20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518" y="2125135"/>
            <a:ext cx="2112963" cy="3429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ED4DFAC1-C4E4-29B0-79DE-26B7F3D38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57" y="2125135"/>
            <a:ext cx="2126222" cy="34120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4E2B3324-FACF-AF3F-8D6A-66EBF5B72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043" y="2095922"/>
            <a:ext cx="2155875" cy="34920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14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63BC-A2F9-6D8A-EAAC-EA83E0AE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DE6B4E-D8EC-C639-360F-BC556D75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17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3B74192-9B97-69B5-1B19-E03A8EE37A2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96ABF3A-3660-7862-17CF-DC35FCB7AE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7C7F4AD3-FFB9-3DB5-678B-615AA0DB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554" y="1489804"/>
            <a:ext cx="3382420" cy="52316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BD7F7EF6-4300-9B0F-806B-A6EB955DE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026" y="1513171"/>
            <a:ext cx="3296181" cy="520830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29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16CE-B6C0-502F-1664-59BC9FB3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ACFB1C-0EFB-BE24-3942-F4A160C9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18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93599C1-2369-B1D8-0805-74ED22748F8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019A758-63F9-3BC3-B909-0777A619DE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8194" name="Picture 2" descr="Книга Налоговый кодекс Российской Федерации по состоянию на 20.10.17 г. Части 1 и 2 / 2017 г.">
            <a:extLst>
              <a:ext uri="{FF2B5EF4-FFF2-40B4-BE49-F238E27FC236}">
                <a16:creationId xmlns:a16="http://schemas.microsoft.com/office/drawing/2014/main" id="{07AACB19-7E3D-6F08-7246-598CB5752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554" y="1359253"/>
            <a:ext cx="3382420" cy="536222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3CE6DDC8-93B3-AF18-24D1-717FA7A63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9" r="19221"/>
          <a:stretch/>
        </p:blipFill>
        <p:spPr bwMode="auto">
          <a:xfrm>
            <a:off x="7110027" y="1359252"/>
            <a:ext cx="3296181" cy="53622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107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2803-32C6-1FAC-CB83-4316ED0C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Picture background">
            <a:extLst>
              <a:ext uri="{FF2B5EF4-FFF2-40B4-BE49-F238E27FC236}">
                <a16:creationId xmlns:a16="http://schemas.microsoft.com/office/drawing/2014/main" id="{E147210D-162D-AEF9-7910-3AEA09EB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879" y="1474169"/>
            <a:ext cx="3568242" cy="51560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30D040-ACC3-3CFC-7BA1-948258B4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19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8CF61429-5A80-FF37-3207-B640D952EFC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69520BA-1B2C-0C74-DD22-F7A81AC335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C7BCA686-1CC5-7912-8044-916D232B2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021" y="1474168"/>
            <a:ext cx="3304868" cy="515602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11DE678-309C-2CF3-1663-B63A675E4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5" y="1474169"/>
            <a:ext cx="3659344" cy="5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11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2696-311B-4D72-73FF-B6C0D794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D09AA7-0326-95D9-31E4-F116AE0E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20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65C5102-4A54-1BF7-C84D-3965C22BF6A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Кодексы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D7AF34E-0606-76AF-7EA4-AA2F798012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33A1AFB8-676E-A9E6-BE76-314E896F9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" t="20082" r="57460" b="11358"/>
          <a:stretch/>
        </p:blipFill>
        <p:spPr bwMode="auto">
          <a:xfrm>
            <a:off x="2441180" y="2528133"/>
            <a:ext cx="2352295" cy="31401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669936D8-31CB-239B-9E6F-6266E28B5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44" y="2534356"/>
            <a:ext cx="2314511" cy="31277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Picture background">
            <a:extLst>
              <a:ext uri="{FF2B5EF4-FFF2-40B4-BE49-F238E27FC236}">
                <a16:creationId xmlns:a16="http://schemas.microsoft.com/office/drawing/2014/main" id="{1B9568F9-6279-6512-FB7C-0EAE398AA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9" y="2525287"/>
            <a:ext cx="2200574" cy="31220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7992909C-DF20-7F63-49F8-EBC5D7830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524" y="2519088"/>
            <a:ext cx="2269454" cy="313729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Picture background">
            <a:extLst>
              <a:ext uri="{FF2B5EF4-FFF2-40B4-BE49-F238E27FC236}">
                <a16:creationId xmlns:a16="http://schemas.microsoft.com/office/drawing/2014/main" id="{606B459F-54FE-9F7C-48FF-A4123C4D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695" y="2510019"/>
            <a:ext cx="2148832" cy="313729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28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37DF-0E6E-65FD-67F9-7EBD095E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5831B8EB-E183-144D-9560-0F68588AF2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7453501"/>
              </p:ext>
            </p:extLst>
          </p:nvPr>
        </p:nvGraphicFramePr>
        <p:xfrm>
          <a:off x="142741" y="1423116"/>
          <a:ext cx="11906518" cy="5198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83F1DB-1F49-DA4E-0C91-21F6D601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21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3DFDF03D-9A87-3F29-2BA2-0FFC7F9E8F4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документов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D49E3BD-DF01-B1F7-3100-969494D3679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D19E7B4-54FF-5CCF-F0F2-51D4CF538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2" y="2516043"/>
            <a:ext cx="3281965" cy="32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FB04311-89F6-50BC-744D-79E95FCCE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  <a:alphaModFix amt="28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1196" y1="55978" x2="41196" y2="55978"/>
                        <a14:foregroundMark x1="34674" y1="16196" x2="34674" y2="16196"/>
                        <a14:foregroundMark x1="27609" y1="32717" x2="27609" y2="32717"/>
                        <a14:foregroundMark x1="57826" y1="21087" x2="57826" y2="21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743"/>
          <a:stretch/>
        </p:blipFill>
        <p:spPr bwMode="auto">
          <a:xfrm>
            <a:off x="8443174" y="2353360"/>
            <a:ext cx="3606084" cy="422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584DA986-3BC5-5CFE-6CD0-5A3960BB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  <a:alphaModFix amt="28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778" b="94778" l="10000" r="90000">
                        <a14:foregroundMark x1="58333" y1="13444" x2="58333" y2="13444"/>
                        <a14:foregroundMark x1="53444" y1="5778" x2="53444" y2="5778"/>
                        <a14:foregroundMark x1="46778" y1="92444" x2="46778" y2="92444"/>
                        <a14:foregroundMark x1="58222" y1="93667" x2="58222" y2="93667"/>
                        <a14:foregroundMark x1="45000" y1="94556" x2="45000" y2="94556"/>
                        <a14:foregroundMark x1="58667" y1="94778" x2="58667" y2="94778"/>
                        <a14:backgroundMark x1="52000" y1="28667" x2="52000" y2="2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939" y="2283093"/>
            <a:ext cx="4178121" cy="417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147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F2A0-78AB-FA85-36A5-61146E98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264DF7-EECD-D20D-2B6E-BDE6EF2B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22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99471DB7-4C37-067F-A386-9771AC3CFD8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Виды распорядительных актов 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683C50C-D970-2D30-95AC-FBE9898CCD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9F70D3A0-6675-0471-007E-B8BD06083E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992535"/>
              </p:ext>
            </p:extLst>
          </p:nvPr>
        </p:nvGraphicFramePr>
        <p:xfrm>
          <a:off x="262406" y="1589296"/>
          <a:ext cx="11624794" cy="1012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A425EEE4-20D5-CA2B-46D1-854D35C96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8617184"/>
              </p:ext>
            </p:extLst>
          </p:nvPr>
        </p:nvGraphicFramePr>
        <p:xfrm>
          <a:off x="205256" y="1389622"/>
          <a:ext cx="11781487" cy="5331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412977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52A7-3B06-4329-5444-6BA5D39E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0F463-1F30-B2A2-6FD8-37B9EC40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23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356ACF72-3833-A310-7324-3FAA8E4DEA5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Распорядительные документы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0364858-429E-E766-ACD5-8CECEEBF20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75580AD6-7DDD-D07A-8A5D-E6D43A59F5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151150"/>
              </p:ext>
            </p:extLst>
          </p:nvPr>
        </p:nvGraphicFramePr>
        <p:xfrm>
          <a:off x="292444" y="4298611"/>
          <a:ext cx="11607111" cy="215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4FBF4D6C-6218-30CD-2AD6-10A99157E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211929"/>
              </p:ext>
            </p:extLst>
          </p:nvPr>
        </p:nvGraphicFramePr>
        <p:xfrm>
          <a:off x="292444" y="1549645"/>
          <a:ext cx="11607111" cy="2543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020195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A23D-EB8A-262B-BBF3-9B7F05316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359ECD0A-C3D4-6707-C70F-8EDE2FB8C8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679869"/>
              </p:ext>
            </p:extLst>
          </p:nvPr>
        </p:nvGraphicFramePr>
        <p:xfrm>
          <a:off x="217448" y="1359016"/>
          <a:ext cx="11848171" cy="5360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B1BDFD-9AFD-3C3B-3192-1A1292A3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24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3BC7D94C-4FC0-3E21-CBB4-13E60A07A01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распорядительного документа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4FFBDEC-97B5-0D6F-DC18-07AD90EC599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61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2B2B-ECE9-1A54-BD52-610AE5D3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C056DB-098B-D8E8-4D52-5D58CE85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25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AA01EA4-0FAE-8BFE-E760-E6031D1CDEC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6C9CE29-8BEF-08D9-1A3C-93D5A000E0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1F2B87AB-1A00-6AE5-8560-BD5EB1D95EAE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ACD02FB8-EB4A-8184-6858-EE7F5ABA2589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A48EE0-38BF-7014-8247-CE7563EC143D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1473312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FCAB-A84F-A349-193C-72C4BE86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D2A8A2-71CA-B08B-16E2-25E274C0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26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C2193E7-0B8D-2590-8711-37C2B2876D6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DA2B3BD-8CE8-78A2-B97A-A2FC1C2A2B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F0F624FC-48B7-3A3F-A881-90622613B55D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4329035-CA5D-E3D0-5D9A-45076790E839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EC8DA4F-F164-0092-2E68-7355B61A302E}"/>
              </a:ext>
            </a:extLst>
          </p:cNvPr>
          <p:cNvCxnSpPr>
            <a:cxnSpLocks/>
          </p:cNvCxnSpPr>
          <p:nvPr/>
        </p:nvCxnSpPr>
        <p:spPr>
          <a:xfrm>
            <a:off x="4301544" y="2028423"/>
            <a:ext cx="349661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3A95554-A125-FFB3-6849-ADCF86FEA83C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FF899E-7C71-D5BB-FCA7-3B20C0E1C37D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3800854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C89-402F-9127-5830-977C0BFF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FC1ED56-0104-23C8-1556-06199B96427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Президент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73A1136-A9C1-AB31-1D88-8DE19FE63B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744A7F0-F25B-3142-F010-C1757B57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362" y="1529365"/>
            <a:ext cx="3501884" cy="495192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345978D3-78A8-75B2-E3CB-63717ECB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408" y="1471411"/>
            <a:ext cx="3807278" cy="500988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526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D69F-EF21-23A1-CEDB-F07CEDF2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6E8FBD-5536-380C-6EF0-C219C0A6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28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3F38B94-7875-5E5F-A301-C309EE6CAB3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B7C2333-2256-F051-748D-3F3313014F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A5BDA530-3012-5AAA-BC29-84C2AD5A89E1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BFE646B8-C2FC-B123-3257-831BD89BEB1C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9B381B3E-61D7-2E55-CDF1-9D5DFB296725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4BA6C06-1F4E-7DE4-BF35-A673686771FF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3BB3C9-480D-797D-7BDF-ACA01E0DCA27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1967918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EEFD-FA09-6714-239D-B3BA13F0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51FF7-5655-A62B-AEA5-1090F665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29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009B1965-5935-CD9D-B347-27E335FD909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Правительство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46038B5-14DF-7738-79FF-BF436379F5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B30C2570-D7C1-A64C-B422-5BCF82821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458" y="1519707"/>
            <a:ext cx="3620283" cy="51193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B9541615-3A8E-FAF1-0AB5-0A77D0E35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756" y="1519707"/>
            <a:ext cx="3620283" cy="51193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044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AA9D-7EBC-4DCC-AA9D-A2B6C5D1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C4249-C038-9C14-649B-870FA8CA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30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89BD4B2-60C6-0A72-5159-9373E81D4AD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FC50B40-E848-5999-7EE6-CBC8A61213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D1DDC9ED-9A41-896F-704A-9D239051F4FE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EC55F767-603F-0779-92B3-EF8C44229209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F928F38-F956-B87B-A096-72426B2A3413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8D13FA-8FCC-CCC0-F3D0-C41450EBA8DD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1996911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9712-FE91-2659-CAE5-01BB410E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1CC25E-AB6E-4B41-DA23-221EF9589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980" y="1337996"/>
            <a:ext cx="3834497" cy="53479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633B45-87D1-F260-5E9A-EF549D7B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31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439555D-6237-475A-D124-45B5EE51493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собрание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046C08D-C582-884E-045B-04EB971A48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5122" name="Picture 2" descr="Увеличить">
            <a:extLst>
              <a:ext uri="{FF2B5EF4-FFF2-40B4-BE49-F238E27FC236}">
                <a16:creationId xmlns:a16="http://schemas.microsoft.com/office/drawing/2014/main" id="{2647A46D-77F5-C1B7-66B5-351E56DDC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4" y="1362254"/>
            <a:ext cx="3790609" cy="53479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005E757C-6CFF-BC18-A656-7F4F1C708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6" r="19980"/>
          <a:stretch/>
        </p:blipFill>
        <p:spPr bwMode="auto">
          <a:xfrm>
            <a:off x="4033195" y="1337996"/>
            <a:ext cx="4278362" cy="534795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472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C0B8-D055-F182-FB41-2DD12D45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342FEF-6224-CF28-35D6-DBD77533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32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76D66CC-16A0-1610-29E5-8861AF489A9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0817556-6964-0ACE-AE67-5B485C79DA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EE4D1C6E-CE02-7CDE-F0E2-36D5EA7683B4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4A87149-22C9-A1F5-2D43-E6A71F5AB5A6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936F86A-28FA-826D-38B9-E12823F0211C}"/>
              </a:ext>
            </a:extLst>
          </p:cNvPr>
          <p:cNvCxnSpPr>
            <a:cxnSpLocks/>
          </p:cNvCxnSpPr>
          <p:nvPr/>
        </p:nvCxnSpPr>
        <p:spPr>
          <a:xfrm>
            <a:off x="4372377" y="494119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C180C4A-6EB2-62F0-4D4D-A7E1F1690F04}"/>
              </a:ext>
            </a:extLst>
          </p:cNvPr>
          <p:cNvCxnSpPr>
            <a:cxnSpLocks/>
          </p:cNvCxnSpPr>
          <p:nvPr/>
        </p:nvCxnSpPr>
        <p:spPr>
          <a:xfrm flipV="1">
            <a:off x="4372377" y="3006144"/>
            <a:ext cx="3425781" cy="193505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FEBE59C-630C-420F-F607-CE022C05B27C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906947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F2A7-329D-E5E7-FBBF-9FBC4AF7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56AD52-60C9-BB2F-7BBB-4F9A8D8E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33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94A8A09E-C949-2A21-5621-6D47A11F96D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исполнительные органы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5465130-1EFD-F125-1D3E-4D57445C62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BE8C8884-629E-2972-968F-BFFC04D54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507" y="1468189"/>
            <a:ext cx="3662185" cy="51786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A56429-9682-0404-385E-13BECE562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758" y="1468189"/>
            <a:ext cx="3662185" cy="52028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0041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DF7E-7310-1343-688E-45C65B7E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6B2950-AFDB-756A-1BE3-577F81D3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34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2C87B61-81DF-D82D-4F46-1DEE1D70243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7905F4E-CE08-448C-79DB-BCECB96223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8C17CDC4-3FC8-FF24-1B39-55DE60631AC0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F1DDD62-3904-1D7E-6DCA-33FF03B17634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903D9B3-9334-1068-BCE3-264B0F4E1380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D6C83E5-ADEE-76CF-CD2F-73D8DDAB392E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1105980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8234-A83A-C36C-5D87-7E920EB2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7FE15B-1E9F-7E94-0ABE-6F059C94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35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EDCD87E-BED8-372C-C22F-BAFEC04C530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коллегиальные органы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858B449-363E-B052-2F5C-EAE7E46F82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6C1E15D-719D-56E0-F974-A0BE33A55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85"/>
          <a:stretch/>
        </p:blipFill>
        <p:spPr bwMode="auto">
          <a:xfrm>
            <a:off x="6561571" y="1335447"/>
            <a:ext cx="4098058" cy="53860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9D0AAD-2F6F-ABDD-A233-09AC70473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815" y="1335447"/>
            <a:ext cx="4255394" cy="53860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6553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AE6E4-E1A0-23F6-9BB8-93AC96D3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BDEBDD-E5C7-7332-81ED-36A6202F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36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809F588-C21D-D290-140C-78377F6AD06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федеральном уровне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848C020-822F-AD8E-508B-41E765C2D3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17A8EFD6-3E2B-46ED-6348-4BAA678C0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392739"/>
              </p:ext>
            </p:extLst>
          </p:nvPr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4B935FB9-2928-798D-5DD6-82F8308F137F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4D5DB2A5-4859-D582-6FF8-F8AA0A03E2A0}"/>
              </a:ext>
            </a:extLst>
          </p:cNvPr>
          <p:cNvCxnSpPr>
            <a:cxnSpLocks/>
          </p:cNvCxnSpPr>
          <p:nvPr/>
        </p:nvCxnSpPr>
        <p:spPr>
          <a:xfrm>
            <a:off x="4301544" y="2028423"/>
            <a:ext cx="349661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0379A51-D840-9943-7AD3-A14136B67AEC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4B844CB-0AA4-DDAA-F240-EB3CA95C7AF4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294E729-4B03-8273-27CF-4DE352A0A12C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C311D10-4120-1D61-0818-2C948FE46EA2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523A3B14-813E-4412-9E1E-13BEDF8A3D7E}"/>
              </a:ext>
            </a:extLst>
          </p:cNvPr>
          <p:cNvCxnSpPr>
            <a:cxnSpLocks/>
          </p:cNvCxnSpPr>
          <p:nvPr/>
        </p:nvCxnSpPr>
        <p:spPr>
          <a:xfrm>
            <a:off x="4372377" y="494119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69014B9-38B3-AF87-6CCF-EECB63AF044A}"/>
              </a:ext>
            </a:extLst>
          </p:cNvPr>
          <p:cNvCxnSpPr>
            <a:cxnSpLocks/>
          </p:cNvCxnSpPr>
          <p:nvPr/>
        </p:nvCxnSpPr>
        <p:spPr>
          <a:xfrm flipV="1">
            <a:off x="4372377" y="3006144"/>
            <a:ext cx="3425781" cy="193505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F395CE9-725D-2E19-5936-425A75D12F13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22B9536-1231-AB83-20EE-E6B35802E8A5}"/>
              </a:ext>
            </a:extLst>
          </p:cNvPr>
          <p:cNvSpPr txBox="1"/>
          <p:nvPr/>
        </p:nvSpPr>
        <p:spPr>
          <a:xfrm>
            <a:off x="83713" y="6521406"/>
            <a:ext cx="11030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Статьи  90, 102, 103, 115 // Конституция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2813454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CA24-79E4-7966-2298-EF5EF5F3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F9C4C2-0A17-873E-7693-03FB8F23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37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ACAEC3E-D34F-F639-F216-24F99F8D8FE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7E5A372-94A7-E56B-AD93-4C819A135B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3E024617-FB71-8593-21F2-7AFEC2DDD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60611"/>
              </p:ext>
            </p:extLst>
          </p:nvPr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A9C0F7AA-A190-A54C-7D0F-4CEFD782D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409304"/>
              </p:ext>
            </p:extLst>
          </p:nvPr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395418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E833-1D55-E1D6-C8ED-5A29465F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CFA80C-2FF0-5E89-15F2-09D2E84A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38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90C419C-E4D7-14E9-472D-F13B1428758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3685AD7-F5CF-C69D-3F6C-E452796984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3643BA2F-B088-0F63-855F-E9C1DFA4A437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BEFCD1A-C9F7-012F-343B-42D25FF0885C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F0EB220-2F28-C3F6-105E-8A34E50B462E}"/>
              </a:ext>
            </a:extLst>
          </p:cNvPr>
          <p:cNvCxnSpPr>
            <a:cxnSpLocks/>
          </p:cNvCxnSpPr>
          <p:nvPr/>
        </p:nvCxnSpPr>
        <p:spPr>
          <a:xfrm>
            <a:off x="4301544" y="2028423"/>
            <a:ext cx="349661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1E629DB-1BD6-1744-C752-F08AD3BFBFE7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D495658A-CB5B-F3C7-44C9-A90982C82122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195544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342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3A6E-FEDF-9BF1-C109-F37A06FE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Picture background">
            <a:extLst>
              <a:ext uri="{FF2B5EF4-FFF2-40B4-BE49-F238E27FC236}">
                <a16:creationId xmlns:a16="http://schemas.microsoft.com/office/drawing/2014/main" id="{B73D8825-5994-E043-70DA-D7548BA0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053" y="1418796"/>
            <a:ext cx="3620823" cy="51201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AFF323-F7F4-817C-4A95-EEF480C4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39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26DFA9F-6711-F65F-D6F0-0F204A0700D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Глава субъекта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1C2E804-EEBC-3654-B6C8-529ED88346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5C1526A5-8610-5F80-7C80-33CDCF78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40" y="1418796"/>
            <a:ext cx="4574919" cy="51201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icture background">
            <a:extLst>
              <a:ext uri="{FF2B5EF4-FFF2-40B4-BE49-F238E27FC236}">
                <a16:creationId xmlns:a16="http://schemas.microsoft.com/office/drawing/2014/main" id="{3699FB35-0D74-E082-2244-B1B2AE745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5" y="1418796"/>
            <a:ext cx="3588822" cy="51201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268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C728-F89A-12E5-1F07-0E325F67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D16C83-FF0C-D5DA-3695-DF870769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40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A556522-BC73-3C3A-101D-F4837277105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FDB44D2-7BD8-5E36-78FB-4E16E92052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9D22A810-7A5D-BEA8-A8CF-43DD023000C3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A4452A71-B338-4D8F-4037-8FEDD97515B1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2D5080-C398-BA6D-754B-90E99930A4D5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678D933-E445-4C4E-8897-482A5AEF88A9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080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B0B2-5D92-6DF4-4B7B-99FFC927F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40CFA3-52CE-4772-60EE-0D82A6D8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41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689832F6-0FCE-D8C9-3F6D-8D173A7AECA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Правительство субъекта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E95DECB-A673-8092-DF03-DAB8ED861A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F290F759-0B11-6D98-1E42-06F34713F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565" y="1370416"/>
            <a:ext cx="3784141" cy="53510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68CB9173-F865-5993-96D7-83477D2D0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295" y="1370416"/>
            <a:ext cx="3784141" cy="53510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056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F2EC-2388-1DA1-0156-C51656AE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21D38-EE98-E47C-F65F-46ECF3FD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42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09A497E7-605E-0B91-E063-7B6F32950FD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DF03A13-2975-FF69-00BB-84F37D4F3C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2D71F3E3-4296-C1F5-ECA7-87FC76978321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1F1764FC-F7E4-C5E5-7315-5F8F9BDE197C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9FF113E-F18D-F0FD-07C0-375E94453B15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6828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3FFE-CAA0-8EFE-095E-3A2E1BEE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45755F-EEE6-3189-B206-B0BDC74C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43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5A03182-32E0-5C06-D08C-A1F4D873FBA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Заксобрание субъекта 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4D37A72-81CB-75B0-2461-63B0E2105B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377FEE95-2192-9FB8-2774-05E10E114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157" y="1338106"/>
            <a:ext cx="3806989" cy="538336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0FA3F416-7598-502B-33C9-F88B8F4CC9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t="1664" r="2812"/>
          <a:stretch/>
        </p:blipFill>
        <p:spPr bwMode="auto">
          <a:xfrm>
            <a:off x="6721855" y="1338106"/>
            <a:ext cx="3871398" cy="538336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694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A990-EF44-6F68-F824-D63DF40F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CA09C9-8C0F-E12D-1DBD-76A347FC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44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834EE74-DCCD-0F6D-9865-DCBCBAC119C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27AF954-97A0-84E1-C554-BF95B91D10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CD2DE859-25F1-2E4E-1AE8-2222D16D3BB5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D85A8832-908E-BF3E-8599-504B46AEAC2C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1938C60-AF53-C65D-50ED-60DFC18C1300}"/>
              </a:ext>
            </a:extLst>
          </p:cNvPr>
          <p:cNvCxnSpPr>
            <a:cxnSpLocks/>
          </p:cNvCxnSpPr>
          <p:nvPr/>
        </p:nvCxnSpPr>
        <p:spPr>
          <a:xfrm>
            <a:off x="4372377" y="494119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A7A0075-24A3-BA29-625A-4A9D617CA5EC}"/>
              </a:ext>
            </a:extLst>
          </p:cNvPr>
          <p:cNvCxnSpPr>
            <a:cxnSpLocks/>
          </p:cNvCxnSpPr>
          <p:nvPr/>
        </p:nvCxnSpPr>
        <p:spPr>
          <a:xfrm flipV="1">
            <a:off x="4372377" y="3006144"/>
            <a:ext cx="3425781" cy="193505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F797A6DA-0883-C2E2-16A5-23408B0A1591}"/>
              </a:ext>
            </a:extLst>
          </p:cNvPr>
          <p:cNvCxnSpPr>
            <a:cxnSpLocks/>
          </p:cNvCxnSpPr>
          <p:nvPr/>
        </p:nvCxnSpPr>
        <p:spPr>
          <a:xfrm flipV="1">
            <a:off x="4372377" y="3921617"/>
            <a:ext cx="3425781" cy="10195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171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77E5-8FA6-E84B-9E08-244E4B7F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30514BEF-334C-DF94-CB1A-8B303A812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88" y="1445521"/>
            <a:ext cx="4036618" cy="52178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3D3B8FBE-76BE-1C49-18B2-A44DB3A2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577" y="1445521"/>
            <a:ext cx="3825245" cy="521788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B9FA4960-3C1D-784C-8802-56766614B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89" y="1473443"/>
            <a:ext cx="3670221" cy="518996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5BD5A5-6540-DDF5-E27B-0A212822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45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393239C-8497-F885-5E94-B5A1170046D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Министерства субъекта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E67F6B0-1B20-3135-31CF-610D349651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875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38F9-CBDB-09D3-2FC5-9680D83D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B3A1B0-5933-A6E0-13C4-1B423B9C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46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38C52294-E7C8-66D9-312B-7966AD33A11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A74A2DD-E368-E18B-7C27-5760187157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D5F05F5F-306E-944E-2B86-9EC551F586E8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473D1BD3-30E0-2FA3-AD02-DCD07D032C83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F9C1A9C-9D13-14CB-DF94-4373C10AB55A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6234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CF2-79E5-47B4-B510-1CABBF85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8B6A38-8F7F-3E10-F0F1-2B23BF341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382" y="1390917"/>
            <a:ext cx="3894066" cy="53305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963C58-95CE-E02D-CA12-4653D1E4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47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A3FB634-3714-E66F-3CFA-220CB50998A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Коллегии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F6333A1-58C6-1A03-61EA-2FBCEC598A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AEFF72-9256-51D2-EE07-529792C70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113" y="1390917"/>
            <a:ext cx="3708484" cy="53305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32B260-A8FF-D7C9-47CC-3D2E93B4E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85" y="1399383"/>
            <a:ext cx="3748043" cy="53220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8278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18A0-C45A-69BE-A0D7-D1B1F5DF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65CF2F-3339-D2DE-A852-5AE842D4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48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956DB2B-4B75-B646-C67B-EA676EE88F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субъектов РФ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1597131-E50A-7145-2FF0-56EE6A1816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819CBF1D-EBD4-640A-BA0F-04CCB8C11DA4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596A6C48-8430-3355-CF77-C9023AB83E7F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6F58552-7850-F3EC-9A6A-106552037C31}"/>
              </a:ext>
            </a:extLst>
          </p:cNvPr>
          <p:cNvCxnSpPr>
            <a:cxnSpLocks/>
          </p:cNvCxnSpPr>
          <p:nvPr/>
        </p:nvCxnSpPr>
        <p:spPr>
          <a:xfrm>
            <a:off x="4301544" y="2028423"/>
            <a:ext cx="349661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A08DEB01-326D-44BD-3388-F46129EE745D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B98D116-448F-97E2-91F0-0A45AA0835FC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3E374D1-CE8F-ACCE-2B3B-62104402ADD7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86D8DA4-6D77-808F-122F-418AC2E34047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3F8E1D7-71CA-E30F-6559-CD31A3F29661}"/>
              </a:ext>
            </a:extLst>
          </p:cNvPr>
          <p:cNvCxnSpPr>
            <a:cxnSpLocks/>
          </p:cNvCxnSpPr>
          <p:nvPr/>
        </p:nvCxnSpPr>
        <p:spPr>
          <a:xfrm>
            <a:off x="4372377" y="494119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16CFE66-958A-4BD7-71A2-7E25CE54DDDA}"/>
              </a:ext>
            </a:extLst>
          </p:cNvPr>
          <p:cNvCxnSpPr>
            <a:cxnSpLocks/>
          </p:cNvCxnSpPr>
          <p:nvPr/>
        </p:nvCxnSpPr>
        <p:spPr>
          <a:xfrm flipV="1">
            <a:off x="4372377" y="3006144"/>
            <a:ext cx="3425781" cy="193505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C1E4C75-FFCD-5B13-E13E-A06EE5FA288B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B6C2DA9-970A-3395-5EED-D675A15E38BE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195544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78276B3E-E2D8-6635-5AF4-66AC0940B9C9}"/>
              </a:ext>
            </a:extLst>
          </p:cNvPr>
          <p:cNvCxnSpPr>
            <a:cxnSpLocks/>
          </p:cNvCxnSpPr>
          <p:nvPr/>
        </p:nvCxnSpPr>
        <p:spPr>
          <a:xfrm flipV="1">
            <a:off x="4372377" y="3921617"/>
            <a:ext cx="3425781" cy="10195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00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4ED0-A4F2-5771-FF63-FA098515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657545-A298-4B5E-AF91-8AEFC4F9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49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628B773-6827-B428-4678-3FF2B0376B6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1B5071D-2D71-7382-C9D6-C5310D956B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181B17A5-6D42-041B-86DC-BC7A3304ADA3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3C95C4E0-4EAF-8ACC-1270-6D0AEB86BC36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508E5D1-23D1-6A7E-5458-8DFB39B117C3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</p:spTree>
    <p:extLst>
      <p:ext uri="{BB962C8B-B14F-4D97-AF65-F5344CB8AC3E}">
        <p14:creationId xmlns:p14="http://schemas.microsoft.com/office/powerpoint/2010/main" val="1344907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A0C5-B579-D20F-59FB-7AB45F7F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BAF30F-00BD-07BD-193B-8564B787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50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1FBB721-5A9E-2EB5-B216-05B514F97A7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335F36C-6FFB-85EC-B1D1-9132F93300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F2460144-FC00-48C4-1450-B79D9CAFBB76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8A17C1FA-509A-D9A4-CAE1-7AD7F9A5C916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128B167-8B11-C7BF-4803-EF5E1FAFE2C9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6F32475-D1B9-1691-0504-81B0F0DD0363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195544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410AF3-A493-FB95-546F-75C44D3E8DD3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</p:spTree>
    <p:extLst>
      <p:ext uri="{BB962C8B-B14F-4D97-AF65-F5344CB8AC3E}">
        <p14:creationId xmlns:p14="http://schemas.microsoft.com/office/powerpoint/2010/main" val="7645107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D88B-3D24-C0FF-C051-0D58BEAA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5ED71-C84B-616D-15A3-A1EE1110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51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7ACFB77-CCA3-CED0-F2A8-58088335AAB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Глава МО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0ADFEBB-11D7-0537-97BF-DADDC81C93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9458" name="Picture 2" descr="Picture background">
            <a:extLst>
              <a:ext uri="{FF2B5EF4-FFF2-40B4-BE49-F238E27FC236}">
                <a16:creationId xmlns:a16="http://schemas.microsoft.com/office/drawing/2014/main" id="{028FE168-4CFE-02E1-44ED-881C210FE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119" y="1325563"/>
            <a:ext cx="3908387" cy="54185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Picture background">
            <a:extLst>
              <a:ext uri="{FF2B5EF4-FFF2-40B4-BE49-F238E27FC236}">
                <a16:creationId xmlns:a16="http://schemas.microsoft.com/office/drawing/2014/main" id="{B78632B9-13A5-2B71-B374-ED7DA2617D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74"/>
          <a:stretch/>
        </p:blipFill>
        <p:spPr bwMode="auto">
          <a:xfrm>
            <a:off x="1271946" y="1325563"/>
            <a:ext cx="3757253" cy="54185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7355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FD65-5BCA-2912-9C4F-B530A591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2D79F8-CFE8-C0BA-9495-8FD3FBF1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52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AAC3EA6-224A-C9FB-A3F9-5D14F392781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D4A9F29-FEC4-E12E-E32A-2A53042F7C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D95061BE-B117-5614-D0DD-097B0F95575D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B65BD006-42E5-BE18-77B5-F8DCB4994D70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161AA3D-B2E0-F84F-901D-B08C294C8A9E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4C0B3E2-2F57-6842-307A-D798AF9AEA60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13A53F-32B7-DCC4-0C46-60BF42970F4E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3BA7FCB-C49B-20A3-0AF1-D28507406794}"/>
              </a:ext>
            </a:extLst>
          </p:cNvPr>
          <p:cNvCxnSpPr>
            <a:cxnSpLocks/>
          </p:cNvCxnSpPr>
          <p:nvPr/>
        </p:nvCxnSpPr>
        <p:spPr>
          <a:xfrm>
            <a:off x="4443211" y="3006144"/>
            <a:ext cx="3354947" cy="19779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670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9D9E-EE99-72B6-D117-ABA0A9EB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Picture background">
            <a:extLst>
              <a:ext uri="{FF2B5EF4-FFF2-40B4-BE49-F238E27FC236}">
                <a16:creationId xmlns:a16="http://schemas.microsoft.com/office/drawing/2014/main" id="{F5A43FDB-BA32-6286-853E-FF3F390DC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969368" y="1420611"/>
            <a:ext cx="4053602" cy="53008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9F8817-3A8F-600D-AB8B-A8999956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53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9FE8A395-2CEC-164F-F7C4-826BCC13DE5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Администрация МО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C228217-A805-F600-121C-8E66412EC8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6386" name="Picture 2" descr="Picture background">
            <a:extLst>
              <a:ext uri="{FF2B5EF4-FFF2-40B4-BE49-F238E27FC236}">
                <a16:creationId xmlns:a16="http://schemas.microsoft.com/office/drawing/2014/main" id="{E58A10B5-1D6A-BE45-E660-B864844F2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30" y="1398338"/>
            <a:ext cx="3886557" cy="534540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Picture background">
            <a:extLst>
              <a:ext uri="{FF2B5EF4-FFF2-40B4-BE49-F238E27FC236}">
                <a16:creationId xmlns:a16="http://schemas.microsoft.com/office/drawing/2014/main" id="{6C656F2E-9307-AEFD-EB4D-66D0E63CC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109" y="1376066"/>
            <a:ext cx="3746736" cy="534540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751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0E5A-F45A-DBC8-1395-CF80B170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8D3556-58B2-40F8-1B24-45655133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54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9CF8D98-715D-1EC7-620D-B597989A152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60AEC46-40C4-D9E4-3E42-1FA2D101B2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0D37C22F-09F2-5324-9DA0-8C4B23DC60CB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7899D45-B8BE-2566-B71C-E4BAAAAED030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13CC750-AD2D-EC3A-98C7-8F455C1E194E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6567D24-79AF-658A-08AE-3C468EF81144}"/>
              </a:ext>
            </a:extLst>
          </p:cNvPr>
          <p:cNvCxnSpPr>
            <a:cxnSpLocks/>
          </p:cNvCxnSpPr>
          <p:nvPr/>
        </p:nvCxnSpPr>
        <p:spPr>
          <a:xfrm>
            <a:off x="4372377" y="3983867"/>
            <a:ext cx="3461198" cy="19532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6BD64E-6DE7-BADB-BB44-C1F555EE1543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</p:spTree>
    <p:extLst>
      <p:ext uri="{BB962C8B-B14F-4D97-AF65-F5344CB8AC3E}">
        <p14:creationId xmlns:p14="http://schemas.microsoft.com/office/powerpoint/2010/main" val="5745191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8E62-516F-2ED9-5A5F-8C614ED0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B48E04-29C0-7BDD-EE30-CEC1EE6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55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376DE91-FF44-1FD6-F1D3-47E40F7DC81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а уровне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местного самоуправления: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совета депутатов МО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A9109A3-443F-C1D2-8378-2C0F296814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3320" name="Picture 8" descr="Picture background">
            <a:extLst>
              <a:ext uri="{FF2B5EF4-FFF2-40B4-BE49-F238E27FC236}">
                <a16:creationId xmlns:a16="http://schemas.microsoft.com/office/drawing/2014/main" id="{222ACD72-C742-4635-9529-962AA549E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69" y="1532118"/>
            <a:ext cx="3661728" cy="51779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21C647-5AD9-F275-469A-5B330E27E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655" y="1384195"/>
            <a:ext cx="3718493" cy="53258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161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E4746-D8EF-FF0D-FCBA-83F7A3C3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A17E72-0496-72C8-8258-84EF55FC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56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7A37DCC5-2D9F-FF61-4FE7-4D888A83F14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7F1AC6C-240E-832F-C467-1DDA295A1A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70DC2861-795F-1D0F-5FDB-733874DD41A3}"/>
              </a:ext>
            </a:extLst>
          </p:cNvPr>
          <p:cNvGraphicFramePr/>
          <p:nvPr/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526535FC-35D6-75E0-8829-157F3752DAB1}"/>
              </a:ext>
            </a:extLst>
          </p:cNvPr>
          <p:cNvGraphicFramePr/>
          <p:nvPr/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3CE164A-2322-71DF-B3A8-4C51D99976B0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38FBA0-20C0-C4A9-BD4F-7C75220B7189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</p:spTree>
    <p:extLst>
      <p:ext uri="{BB962C8B-B14F-4D97-AF65-F5344CB8AC3E}">
        <p14:creationId xmlns:p14="http://schemas.microsoft.com/office/powerpoint/2010/main" val="37135464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6240E-100D-F3A8-23C2-B0D5B419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Picture background">
            <a:extLst>
              <a:ext uri="{FF2B5EF4-FFF2-40B4-BE49-F238E27FC236}">
                <a16:creationId xmlns:a16="http://schemas.microsoft.com/office/drawing/2014/main" id="{6904F348-E790-48A5-FF35-D47730A4A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174" y="1368645"/>
            <a:ext cx="4136052" cy="53528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Picture background">
            <a:extLst>
              <a:ext uri="{FF2B5EF4-FFF2-40B4-BE49-F238E27FC236}">
                <a16:creationId xmlns:a16="http://schemas.microsoft.com/office/drawing/2014/main" id="{7D50056C-DA46-C04D-58ED-2E860B29A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974" y="1407115"/>
            <a:ext cx="3789272" cy="53600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2215E1-0806-264D-AF14-3D3E1573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57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74C0AB1-7293-D5A3-A4FF-0D67FB0DD96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местного самоуправления: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Коллегии МО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C663F17-9F30-B2A4-4DD0-92754E411CB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21506" name="Picture 2" descr="Picture background">
            <a:extLst>
              <a:ext uri="{FF2B5EF4-FFF2-40B4-BE49-F238E27FC236}">
                <a16:creationId xmlns:a16="http://schemas.microsoft.com/office/drawing/2014/main" id="{A566A253-D151-5DA8-74DF-3C001DE66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74" y="1407115"/>
            <a:ext cx="3789272" cy="535481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389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A392-F2E5-9E0E-9775-F0AF5916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4C5B46-8FE8-A68A-144F-2C1E665A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58</a:t>
            </a:fld>
            <a:endParaRPr lang="ru-RU" dirty="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F469E725-BBC4-D769-03F2-EA2E4DA5781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 indent="-15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Авторы  распорядительных документов на уровне местного самоуправления</a:t>
            </a:r>
          </a:p>
        </p:txBody>
      </p:sp>
      <p:pic>
        <p:nvPicPr>
          <p:cNvPr id="26" name="Рисунок 2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E8EB70A-D1B5-BDE8-0CC1-56C29F8CB4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8A6302CE-0CAB-1E04-3F38-9D2299704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722088"/>
              </p:ext>
            </p:extLst>
          </p:nvPr>
        </p:nvGraphicFramePr>
        <p:xfrm>
          <a:off x="838200" y="1611385"/>
          <a:ext cx="462637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C99ACA56-AAA4-A97B-92D9-CD9452798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981949"/>
              </p:ext>
            </p:extLst>
          </p:nvPr>
        </p:nvGraphicFramePr>
        <p:xfrm>
          <a:off x="7295525" y="1611385"/>
          <a:ext cx="3456547" cy="4744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7761C15E-8076-3A9D-7163-E98621BFBBC2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56F7C87-5370-0421-A01B-8CFDD83B025B}"/>
              </a:ext>
            </a:extLst>
          </p:cNvPr>
          <p:cNvCxnSpPr>
            <a:cxnSpLocks/>
          </p:cNvCxnSpPr>
          <p:nvPr/>
        </p:nvCxnSpPr>
        <p:spPr>
          <a:xfrm>
            <a:off x="4336960" y="3983867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AA7EFBD-C9FA-7040-AC4C-011D3638F3AB}"/>
              </a:ext>
            </a:extLst>
          </p:cNvPr>
          <p:cNvCxnSpPr>
            <a:cxnSpLocks/>
          </p:cNvCxnSpPr>
          <p:nvPr/>
        </p:nvCxnSpPr>
        <p:spPr>
          <a:xfrm>
            <a:off x="4372377" y="2981459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099301A-766C-5A9B-92A0-8E550A444C51}"/>
              </a:ext>
            </a:extLst>
          </p:cNvPr>
          <p:cNvCxnSpPr>
            <a:cxnSpLocks/>
          </p:cNvCxnSpPr>
          <p:nvPr/>
        </p:nvCxnSpPr>
        <p:spPr>
          <a:xfrm>
            <a:off x="4336960" y="3006144"/>
            <a:ext cx="3425781" cy="95303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E2B6FBC-876C-31C7-ECB1-DE7A73B1CEC9}"/>
              </a:ext>
            </a:extLst>
          </p:cNvPr>
          <p:cNvCxnSpPr>
            <a:cxnSpLocks/>
          </p:cNvCxnSpPr>
          <p:nvPr/>
        </p:nvCxnSpPr>
        <p:spPr>
          <a:xfrm>
            <a:off x="4372377" y="3983867"/>
            <a:ext cx="3461198" cy="19532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8D18750-F58E-DF1F-FD81-9D18745B5542}"/>
              </a:ext>
            </a:extLst>
          </p:cNvPr>
          <p:cNvCxnSpPr>
            <a:cxnSpLocks/>
          </p:cNvCxnSpPr>
          <p:nvPr/>
        </p:nvCxnSpPr>
        <p:spPr>
          <a:xfrm>
            <a:off x="4372377" y="5937163"/>
            <a:ext cx="34611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A0F8404F-8B5D-88D7-5A0A-3F454C0DEC18}"/>
              </a:ext>
            </a:extLst>
          </p:cNvPr>
          <p:cNvCxnSpPr>
            <a:cxnSpLocks/>
          </p:cNvCxnSpPr>
          <p:nvPr/>
        </p:nvCxnSpPr>
        <p:spPr>
          <a:xfrm>
            <a:off x="4372377" y="2028423"/>
            <a:ext cx="3425781" cy="195544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654E80-902D-9317-81E5-6A1A67BD3A36}"/>
              </a:ext>
            </a:extLst>
          </p:cNvPr>
          <p:cNvSpPr txBox="1"/>
          <p:nvPr/>
        </p:nvSpPr>
        <p:spPr>
          <a:xfrm>
            <a:off x="32197" y="6381034"/>
            <a:ext cx="1103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43. Система муниципальных правовых актов // Федеральный закон от 06.10.2003 N 131-ФЗ </a:t>
            </a:r>
            <a:br>
              <a:rPr lang="ru-RU" sz="1200" dirty="0"/>
            </a:br>
            <a:r>
              <a:rPr lang="ru-RU" sz="1200" dirty="0"/>
              <a:t>"Об общих принципах организации местного самоуправления в Российской Федерации"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3433072-D5CD-AEF4-3F6E-FD912212842D}"/>
              </a:ext>
            </a:extLst>
          </p:cNvPr>
          <p:cNvCxnSpPr>
            <a:cxnSpLocks/>
          </p:cNvCxnSpPr>
          <p:nvPr/>
        </p:nvCxnSpPr>
        <p:spPr>
          <a:xfrm>
            <a:off x="4443211" y="3006144"/>
            <a:ext cx="3354947" cy="19779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1879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3952</TotalTime>
  <Words>2927</Words>
  <Application>Microsoft Office PowerPoint</Application>
  <PresentationFormat>Широкоэкранный</PresentationFormat>
  <Paragraphs>535</Paragraphs>
  <Slides>58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Times New Roman</vt:lpstr>
      <vt:lpstr>Wingdings</vt:lpstr>
      <vt:lpstr>Wingdings 2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109</cp:revision>
  <dcterms:created xsi:type="dcterms:W3CDTF">2024-05-16T08:01:39Z</dcterms:created>
  <dcterms:modified xsi:type="dcterms:W3CDTF">2024-11-22T14:05:40Z</dcterms:modified>
</cp:coreProperties>
</file>