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4.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5.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6.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7.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8.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9.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sldIdLst>
    <p:sldId id="361" r:id="rId2"/>
    <p:sldId id="365" r:id="rId3"/>
    <p:sldId id="383" r:id="rId4"/>
    <p:sldId id="281" r:id="rId5"/>
    <p:sldId id="423" r:id="rId6"/>
    <p:sldId id="449" r:id="rId7"/>
    <p:sldId id="452" r:id="rId8"/>
    <p:sldId id="451" r:id="rId9"/>
    <p:sldId id="450" r:id="rId10"/>
    <p:sldId id="369" r:id="rId11"/>
    <p:sldId id="370" r:id="rId12"/>
    <p:sldId id="424" r:id="rId13"/>
    <p:sldId id="425" r:id="rId14"/>
    <p:sldId id="426" r:id="rId15"/>
    <p:sldId id="427" r:id="rId16"/>
    <p:sldId id="428" r:id="rId17"/>
    <p:sldId id="429" r:id="rId18"/>
    <p:sldId id="430" r:id="rId19"/>
    <p:sldId id="432" r:id="rId20"/>
    <p:sldId id="431" r:id="rId21"/>
    <p:sldId id="433" r:id="rId22"/>
    <p:sldId id="434" r:id="rId23"/>
    <p:sldId id="435" r:id="rId24"/>
    <p:sldId id="436" r:id="rId25"/>
    <p:sldId id="437" r:id="rId26"/>
    <p:sldId id="438" r:id="rId27"/>
    <p:sldId id="440" r:id="rId28"/>
    <p:sldId id="441" r:id="rId29"/>
    <p:sldId id="442" r:id="rId30"/>
    <p:sldId id="439" r:id="rId31"/>
    <p:sldId id="443" r:id="rId32"/>
    <p:sldId id="444" r:id="rId33"/>
    <p:sldId id="446" r:id="rId34"/>
    <p:sldId id="445" r:id="rId35"/>
    <p:sldId id="447" r:id="rId36"/>
    <p:sldId id="448" r:id="rId37"/>
    <p:sldId id="371" r:id="rId38"/>
    <p:sldId id="453" r:id="rId39"/>
    <p:sldId id="372" r:id="rId40"/>
    <p:sldId id="454" r:id="rId41"/>
    <p:sldId id="455" r:id="rId42"/>
    <p:sldId id="458" r:id="rId43"/>
    <p:sldId id="459" r:id="rId44"/>
    <p:sldId id="456" r:id="rId45"/>
    <p:sldId id="457" r:id="rId4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2E3092"/>
    <a:srgbClr val="FFFFFF"/>
    <a:srgbClr val="B3FF80"/>
    <a:srgbClr val="FFD280"/>
    <a:srgbClr val="78F9FF"/>
    <a:srgbClr val="FF8481"/>
    <a:srgbClr val="B1F940"/>
    <a:srgbClr val="EE2C45"/>
    <a:srgbClr val="E100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Светлый стиль 3 — акцент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852" autoAdjust="0"/>
  </p:normalViewPr>
  <p:slideViewPr>
    <p:cSldViewPr snapToGrid="0">
      <p:cViewPr>
        <p:scale>
          <a:sx n="75" d="100"/>
          <a:sy n="75" d="100"/>
        </p:scale>
        <p:origin x="1301"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825C49-0E62-482D-976E-4046F23E377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RU"/>
        </a:p>
      </dgm:t>
    </dgm:pt>
    <dgm:pt modelId="{DADC169C-A4FA-4C85-9C36-49A9C24513E8}">
      <dgm:prSet/>
      <dgm:spPr/>
      <dgm:t>
        <a:bodyPr/>
        <a:lstStyle/>
        <a:p>
          <a:r>
            <a:rPr lang="ru-RU" b="1" dirty="0"/>
            <a:t>Делопроизводство</a:t>
          </a:r>
          <a:r>
            <a:rPr lang="ru-RU" dirty="0"/>
            <a:t> – это деятельность, обеспечивающая создание официальных документов и организацию работы с ними</a:t>
          </a:r>
        </a:p>
      </dgm:t>
    </dgm:pt>
    <dgm:pt modelId="{B23F0808-1065-4C08-B1A8-5145CE5235A6}" type="parTrans" cxnId="{6C7A7555-1B11-411C-A3A4-A7B7042AAC6E}">
      <dgm:prSet/>
      <dgm:spPr/>
      <dgm:t>
        <a:bodyPr/>
        <a:lstStyle/>
        <a:p>
          <a:endParaRPr lang="ru-RU"/>
        </a:p>
      </dgm:t>
    </dgm:pt>
    <dgm:pt modelId="{E6842FA9-23B7-461F-92EB-B4E376F73A18}" type="sibTrans" cxnId="{6C7A7555-1B11-411C-A3A4-A7B7042AAC6E}">
      <dgm:prSet/>
      <dgm:spPr/>
      <dgm:t>
        <a:bodyPr/>
        <a:lstStyle/>
        <a:p>
          <a:endParaRPr lang="ru-RU"/>
        </a:p>
      </dgm:t>
    </dgm:pt>
    <dgm:pt modelId="{0863AA58-7856-4B06-A33E-83338E75E946}">
      <dgm:prSet/>
      <dgm:spPr/>
      <dgm:t>
        <a:bodyPr/>
        <a:lstStyle/>
        <a:p>
          <a:r>
            <a:rPr lang="ru-RU" b="1" dirty="0"/>
            <a:t>Документооборот</a:t>
          </a:r>
          <a:r>
            <a:rPr lang="ru-RU" dirty="0"/>
            <a:t> – это движение документов с момента их создания или получения до завершения исполнения, помещения в дело и (или) отправки</a:t>
          </a:r>
        </a:p>
      </dgm:t>
    </dgm:pt>
    <dgm:pt modelId="{34FBD68B-4466-4F03-97A8-5E53C7A4F6B9}" type="parTrans" cxnId="{A53F7FBA-A3DF-4F39-A646-9AB048009694}">
      <dgm:prSet/>
      <dgm:spPr/>
      <dgm:t>
        <a:bodyPr/>
        <a:lstStyle/>
        <a:p>
          <a:endParaRPr lang="ru-RU"/>
        </a:p>
      </dgm:t>
    </dgm:pt>
    <dgm:pt modelId="{63AD3AB1-3121-449B-A515-B0B3FEDE84C6}" type="sibTrans" cxnId="{A53F7FBA-A3DF-4F39-A646-9AB048009694}">
      <dgm:prSet/>
      <dgm:spPr/>
      <dgm:t>
        <a:bodyPr/>
        <a:lstStyle/>
        <a:p>
          <a:endParaRPr lang="ru-RU"/>
        </a:p>
      </dgm:t>
    </dgm:pt>
    <dgm:pt modelId="{A51E88B1-493A-4C26-A507-BDAD347433FB}" type="pres">
      <dgm:prSet presAssocID="{01825C49-0E62-482D-976E-4046F23E3778}" presName="linear" presStyleCnt="0">
        <dgm:presLayoutVars>
          <dgm:animLvl val="lvl"/>
          <dgm:resizeHandles val="exact"/>
        </dgm:presLayoutVars>
      </dgm:prSet>
      <dgm:spPr/>
    </dgm:pt>
    <dgm:pt modelId="{E892ACD8-A0A7-4245-95CA-AF932E109E8F}" type="pres">
      <dgm:prSet presAssocID="{DADC169C-A4FA-4C85-9C36-49A9C24513E8}" presName="parentText" presStyleLbl="node1" presStyleIdx="0" presStyleCnt="2">
        <dgm:presLayoutVars>
          <dgm:chMax val="0"/>
          <dgm:bulletEnabled val="1"/>
        </dgm:presLayoutVars>
      </dgm:prSet>
      <dgm:spPr/>
    </dgm:pt>
    <dgm:pt modelId="{600B7109-B491-403E-97DE-9AD41A351BBA}" type="pres">
      <dgm:prSet presAssocID="{E6842FA9-23B7-461F-92EB-B4E376F73A18}" presName="spacer" presStyleCnt="0"/>
      <dgm:spPr/>
    </dgm:pt>
    <dgm:pt modelId="{3BF9C756-DE14-4DDB-80C6-0840D68C3565}" type="pres">
      <dgm:prSet presAssocID="{0863AA58-7856-4B06-A33E-83338E75E946}" presName="parentText" presStyleLbl="node1" presStyleIdx="1" presStyleCnt="2">
        <dgm:presLayoutVars>
          <dgm:chMax val="0"/>
          <dgm:bulletEnabled val="1"/>
        </dgm:presLayoutVars>
      </dgm:prSet>
      <dgm:spPr/>
    </dgm:pt>
  </dgm:ptLst>
  <dgm:cxnLst>
    <dgm:cxn modelId="{6F7B7232-B3AB-41FC-896E-DADA3723F21C}" type="presOf" srcId="{0863AA58-7856-4B06-A33E-83338E75E946}" destId="{3BF9C756-DE14-4DDB-80C6-0840D68C3565}" srcOrd="0" destOrd="0" presId="urn:microsoft.com/office/officeart/2005/8/layout/vList2"/>
    <dgm:cxn modelId="{6C7A7555-1B11-411C-A3A4-A7B7042AAC6E}" srcId="{01825C49-0E62-482D-976E-4046F23E3778}" destId="{DADC169C-A4FA-4C85-9C36-49A9C24513E8}" srcOrd="0" destOrd="0" parTransId="{B23F0808-1065-4C08-B1A8-5145CE5235A6}" sibTransId="{E6842FA9-23B7-461F-92EB-B4E376F73A18}"/>
    <dgm:cxn modelId="{A53F7FBA-A3DF-4F39-A646-9AB048009694}" srcId="{01825C49-0E62-482D-976E-4046F23E3778}" destId="{0863AA58-7856-4B06-A33E-83338E75E946}" srcOrd="1" destOrd="0" parTransId="{34FBD68B-4466-4F03-97A8-5E53C7A4F6B9}" sibTransId="{63AD3AB1-3121-449B-A515-B0B3FEDE84C6}"/>
    <dgm:cxn modelId="{484ECCEA-8B03-416F-B622-EE99F95F469E}" type="presOf" srcId="{01825C49-0E62-482D-976E-4046F23E3778}" destId="{A51E88B1-493A-4C26-A507-BDAD347433FB}" srcOrd="0" destOrd="0" presId="urn:microsoft.com/office/officeart/2005/8/layout/vList2"/>
    <dgm:cxn modelId="{289F3DF0-4C77-4D9F-878E-563267D2B446}" type="presOf" srcId="{DADC169C-A4FA-4C85-9C36-49A9C24513E8}" destId="{E892ACD8-A0A7-4245-95CA-AF932E109E8F}" srcOrd="0" destOrd="0" presId="urn:microsoft.com/office/officeart/2005/8/layout/vList2"/>
    <dgm:cxn modelId="{213A38D5-0FA4-46AE-8008-C7A17549D00C}" type="presParOf" srcId="{A51E88B1-493A-4C26-A507-BDAD347433FB}" destId="{E892ACD8-A0A7-4245-95CA-AF932E109E8F}" srcOrd="0" destOrd="0" presId="urn:microsoft.com/office/officeart/2005/8/layout/vList2"/>
    <dgm:cxn modelId="{15FB04C3-39AE-4B7E-8BC4-FA227814225B}" type="presParOf" srcId="{A51E88B1-493A-4C26-A507-BDAD347433FB}" destId="{600B7109-B491-403E-97DE-9AD41A351BBA}" srcOrd="1" destOrd="0" presId="urn:microsoft.com/office/officeart/2005/8/layout/vList2"/>
    <dgm:cxn modelId="{843CD0C8-132B-4088-A715-5306E543921F}" type="presParOf" srcId="{A51E88B1-493A-4C26-A507-BDAD347433FB}" destId="{3BF9C756-DE14-4DDB-80C6-0840D68C3565}"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A05B80-EBE8-45C5-A9BD-409E49263D85}"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ru-RU"/>
        </a:p>
      </dgm:t>
    </dgm:pt>
    <dgm:pt modelId="{BD36DCD3-2831-4594-BC36-A180FA8BE91D}">
      <dgm:prSet/>
      <dgm:spPr/>
      <dgm:t>
        <a:bodyPr/>
        <a:lstStyle/>
        <a:p>
          <a:r>
            <a:rPr lang="ru-RU" b="1" dirty="0"/>
            <a:t>документирование</a:t>
          </a:r>
          <a:r>
            <a:rPr lang="ru-RU" dirty="0"/>
            <a:t> (создание документов)</a:t>
          </a:r>
        </a:p>
      </dgm:t>
    </dgm:pt>
    <dgm:pt modelId="{1DE8DEF3-D3D3-4F04-8FA5-EA362A2719F9}" type="parTrans" cxnId="{53B5CFCB-DF13-4488-94BD-D6D8BD517A2D}">
      <dgm:prSet/>
      <dgm:spPr/>
      <dgm:t>
        <a:bodyPr/>
        <a:lstStyle/>
        <a:p>
          <a:endParaRPr lang="ru-RU"/>
        </a:p>
      </dgm:t>
    </dgm:pt>
    <dgm:pt modelId="{B3553F06-2EFD-4D2D-AABE-2104483AB13E}" type="sibTrans" cxnId="{53B5CFCB-DF13-4488-94BD-D6D8BD517A2D}">
      <dgm:prSet/>
      <dgm:spPr/>
      <dgm:t>
        <a:bodyPr/>
        <a:lstStyle/>
        <a:p>
          <a:endParaRPr lang="ru-RU"/>
        </a:p>
      </dgm:t>
    </dgm:pt>
    <dgm:pt modelId="{1D54C720-136E-4D52-B702-9C1BC24BF4F4}">
      <dgm:prSet/>
      <dgm:spPr/>
      <dgm:t>
        <a:bodyPr/>
        <a:lstStyle/>
        <a:p>
          <a:r>
            <a:rPr lang="ru-RU" b="1" dirty="0"/>
            <a:t>организация движения и учета документов </a:t>
          </a:r>
          <a:r>
            <a:rPr lang="ru-RU" dirty="0"/>
            <a:t>(собственно документооборот)</a:t>
          </a:r>
        </a:p>
      </dgm:t>
    </dgm:pt>
    <dgm:pt modelId="{6E35B5EE-C197-4C58-BEA6-CD31DF502D82}" type="parTrans" cxnId="{9EB0500C-3774-4129-96EC-520BC87CAFEF}">
      <dgm:prSet/>
      <dgm:spPr/>
      <dgm:t>
        <a:bodyPr/>
        <a:lstStyle/>
        <a:p>
          <a:endParaRPr lang="ru-RU"/>
        </a:p>
      </dgm:t>
    </dgm:pt>
    <dgm:pt modelId="{E7FA9B7F-392D-4EE0-979C-E6400C0C9ADC}" type="sibTrans" cxnId="{9EB0500C-3774-4129-96EC-520BC87CAFEF}">
      <dgm:prSet/>
      <dgm:spPr/>
      <dgm:t>
        <a:bodyPr/>
        <a:lstStyle/>
        <a:p>
          <a:endParaRPr lang="ru-RU"/>
        </a:p>
      </dgm:t>
    </dgm:pt>
    <dgm:pt modelId="{3260CFF1-AB5D-495C-A127-87AE6ADDFA23}">
      <dgm:prSet/>
      <dgm:spPr/>
      <dgm:t>
        <a:bodyPr/>
        <a:lstStyle/>
        <a:p>
          <a:r>
            <a:rPr lang="ru-RU" b="1" dirty="0"/>
            <a:t>хранение документов </a:t>
          </a:r>
          <a:r>
            <a:rPr lang="ru-RU" dirty="0"/>
            <a:t>(архивное дело)</a:t>
          </a:r>
        </a:p>
      </dgm:t>
    </dgm:pt>
    <dgm:pt modelId="{4E63A781-80A6-4D06-86E2-0A02455B9DC4}" type="parTrans" cxnId="{7542E9C7-2562-4E50-8EB6-A21823778111}">
      <dgm:prSet/>
      <dgm:spPr/>
      <dgm:t>
        <a:bodyPr/>
        <a:lstStyle/>
        <a:p>
          <a:endParaRPr lang="ru-RU"/>
        </a:p>
      </dgm:t>
    </dgm:pt>
    <dgm:pt modelId="{0383E9E1-C54D-4868-B262-795FD37F12B2}" type="sibTrans" cxnId="{7542E9C7-2562-4E50-8EB6-A21823778111}">
      <dgm:prSet/>
      <dgm:spPr/>
      <dgm:t>
        <a:bodyPr/>
        <a:lstStyle/>
        <a:p>
          <a:endParaRPr lang="ru-RU"/>
        </a:p>
      </dgm:t>
    </dgm:pt>
    <dgm:pt modelId="{6CAA81B3-49AE-443C-9DB7-00AF4D9C785E}" type="pres">
      <dgm:prSet presAssocID="{EDA05B80-EBE8-45C5-A9BD-409E49263D85}" presName="Name0" presStyleCnt="0">
        <dgm:presLayoutVars>
          <dgm:dir/>
          <dgm:resizeHandles val="exact"/>
        </dgm:presLayoutVars>
      </dgm:prSet>
      <dgm:spPr/>
    </dgm:pt>
    <dgm:pt modelId="{97CADEA7-3DD9-487F-BAB7-75C3E1A2DFC7}" type="pres">
      <dgm:prSet presAssocID="{BD36DCD3-2831-4594-BC36-A180FA8BE91D}" presName="node" presStyleLbl="node1" presStyleIdx="0" presStyleCnt="3">
        <dgm:presLayoutVars>
          <dgm:bulletEnabled val="1"/>
        </dgm:presLayoutVars>
      </dgm:prSet>
      <dgm:spPr/>
    </dgm:pt>
    <dgm:pt modelId="{41436314-D509-4118-9919-AEFEA6748294}" type="pres">
      <dgm:prSet presAssocID="{B3553F06-2EFD-4D2D-AABE-2104483AB13E}" presName="sibTrans" presStyleLbl="sibTrans2D1" presStyleIdx="0" presStyleCnt="2"/>
      <dgm:spPr/>
    </dgm:pt>
    <dgm:pt modelId="{35F65796-A385-4AF7-BE7D-ACF6721E8265}" type="pres">
      <dgm:prSet presAssocID="{B3553F06-2EFD-4D2D-AABE-2104483AB13E}" presName="connectorText" presStyleLbl="sibTrans2D1" presStyleIdx="0" presStyleCnt="2"/>
      <dgm:spPr/>
    </dgm:pt>
    <dgm:pt modelId="{CB6991C0-08D3-40B5-B2F0-A6DCFB00182D}" type="pres">
      <dgm:prSet presAssocID="{1D54C720-136E-4D52-B702-9C1BC24BF4F4}" presName="node" presStyleLbl="node1" presStyleIdx="1" presStyleCnt="3">
        <dgm:presLayoutVars>
          <dgm:bulletEnabled val="1"/>
        </dgm:presLayoutVars>
      </dgm:prSet>
      <dgm:spPr/>
    </dgm:pt>
    <dgm:pt modelId="{A2DA380A-38CA-4980-A80E-503BE0C9C6BD}" type="pres">
      <dgm:prSet presAssocID="{E7FA9B7F-392D-4EE0-979C-E6400C0C9ADC}" presName="sibTrans" presStyleLbl="sibTrans2D1" presStyleIdx="1" presStyleCnt="2"/>
      <dgm:spPr/>
    </dgm:pt>
    <dgm:pt modelId="{14183FFD-2E94-45B9-845B-C8510533F55D}" type="pres">
      <dgm:prSet presAssocID="{E7FA9B7F-392D-4EE0-979C-E6400C0C9ADC}" presName="connectorText" presStyleLbl="sibTrans2D1" presStyleIdx="1" presStyleCnt="2"/>
      <dgm:spPr/>
    </dgm:pt>
    <dgm:pt modelId="{BFE6AA82-A52B-4B1C-92C5-555841F56A63}" type="pres">
      <dgm:prSet presAssocID="{3260CFF1-AB5D-495C-A127-87AE6ADDFA23}" presName="node" presStyleLbl="node1" presStyleIdx="2" presStyleCnt="3">
        <dgm:presLayoutVars>
          <dgm:bulletEnabled val="1"/>
        </dgm:presLayoutVars>
      </dgm:prSet>
      <dgm:spPr/>
    </dgm:pt>
  </dgm:ptLst>
  <dgm:cxnLst>
    <dgm:cxn modelId="{08926F09-2B4B-4DEC-A695-B23D8D5FEA3D}" type="presOf" srcId="{E7FA9B7F-392D-4EE0-979C-E6400C0C9ADC}" destId="{14183FFD-2E94-45B9-845B-C8510533F55D}" srcOrd="1" destOrd="0" presId="urn:microsoft.com/office/officeart/2005/8/layout/process1"/>
    <dgm:cxn modelId="{9B874D0A-2688-4413-A3F6-D4140433D9A3}" type="presOf" srcId="{B3553F06-2EFD-4D2D-AABE-2104483AB13E}" destId="{41436314-D509-4118-9919-AEFEA6748294}" srcOrd="0" destOrd="0" presId="urn:microsoft.com/office/officeart/2005/8/layout/process1"/>
    <dgm:cxn modelId="{9EB0500C-3774-4129-96EC-520BC87CAFEF}" srcId="{EDA05B80-EBE8-45C5-A9BD-409E49263D85}" destId="{1D54C720-136E-4D52-B702-9C1BC24BF4F4}" srcOrd="1" destOrd="0" parTransId="{6E35B5EE-C197-4C58-BEA6-CD31DF502D82}" sibTransId="{E7FA9B7F-392D-4EE0-979C-E6400C0C9ADC}"/>
    <dgm:cxn modelId="{EFCC3B28-14F3-4F5E-A344-8700AFD876FD}" type="presOf" srcId="{3260CFF1-AB5D-495C-A127-87AE6ADDFA23}" destId="{BFE6AA82-A52B-4B1C-92C5-555841F56A63}" srcOrd="0" destOrd="0" presId="urn:microsoft.com/office/officeart/2005/8/layout/process1"/>
    <dgm:cxn modelId="{BB4C9D2D-13E9-47DB-B738-AE937AC71119}" type="presOf" srcId="{BD36DCD3-2831-4594-BC36-A180FA8BE91D}" destId="{97CADEA7-3DD9-487F-BAB7-75C3E1A2DFC7}" srcOrd="0" destOrd="0" presId="urn:microsoft.com/office/officeart/2005/8/layout/process1"/>
    <dgm:cxn modelId="{3F56E63E-1332-4798-B090-5079EFCD59BD}" type="presOf" srcId="{B3553F06-2EFD-4D2D-AABE-2104483AB13E}" destId="{35F65796-A385-4AF7-BE7D-ACF6721E8265}" srcOrd="1" destOrd="0" presId="urn:microsoft.com/office/officeart/2005/8/layout/process1"/>
    <dgm:cxn modelId="{24934D67-B153-4BB5-9477-AB09558A7120}" type="presOf" srcId="{1D54C720-136E-4D52-B702-9C1BC24BF4F4}" destId="{CB6991C0-08D3-40B5-B2F0-A6DCFB00182D}" srcOrd="0" destOrd="0" presId="urn:microsoft.com/office/officeart/2005/8/layout/process1"/>
    <dgm:cxn modelId="{ECF54884-B87F-41D0-9C3B-4F4325C9FFF8}" type="presOf" srcId="{E7FA9B7F-392D-4EE0-979C-E6400C0C9ADC}" destId="{A2DA380A-38CA-4980-A80E-503BE0C9C6BD}" srcOrd="0" destOrd="0" presId="urn:microsoft.com/office/officeart/2005/8/layout/process1"/>
    <dgm:cxn modelId="{529191AA-5DB4-4DBC-8B27-41D6625ECC13}" type="presOf" srcId="{EDA05B80-EBE8-45C5-A9BD-409E49263D85}" destId="{6CAA81B3-49AE-443C-9DB7-00AF4D9C785E}" srcOrd="0" destOrd="0" presId="urn:microsoft.com/office/officeart/2005/8/layout/process1"/>
    <dgm:cxn modelId="{7542E9C7-2562-4E50-8EB6-A21823778111}" srcId="{EDA05B80-EBE8-45C5-A9BD-409E49263D85}" destId="{3260CFF1-AB5D-495C-A127-87AE6ADDFA23}" srcOrd="2" destOrd="0" parTransId="{4E63A781-80A6-4D06-86E2-0A02455B9DC4}" sibTransId="{0383E9E1-C54D-4868-B262-795FD37F12B2}"/>
    <dgm:cxn modelId="{53B5CFCB-DF13-4488-94BD-D6D8BD517A2D}" srcId="{EDA05B80-EBE8-45C5-A9BD-409E49263D85}" destId="{BD36DCD3-2831-4594-BC36-A180FA8BE91D}" srcOrd="0" destOrd="0" parTransId="{1DE8DEF3-D3D3-4F04-8FA5-EA362A2719F9}" sibTransId="{B3553F06-2EFD-4D2D-AABE-2104483AB13E}"/>
    <dgm:cxn modelId="{595CD102-A15C-4045-8EF8-1B65936DE39B}" type="presParOf" srcId="{6CAA81B3-49AE-443C-9DB7-00AF4D9C785E}" destId="{97CADEA7-3DD9-487F-BAB7-75C3E1A2DFC7}" srcOrd="0" destOrd="0" presId="urn:microsoft.com/office/officeart/2005/8/layout/process1"/>
    <dgm:cxn modelId="{5C3F0689-5EAB-4521-BA5D-6D5668EDF9A4}" type="presParOf" srcId="{6CAA81B3-49AE-443C-9DB7-00AF4D9C785E}" destId="{41436314-D509-4118-9919-AEFEA6748294}" srcOrd="1" destOrd="0" presId="urn:microsoft.com/office/officeart/2005/8/layout/process1"/>
    <dgm:cxn modelId="{107875D8-7C57-4BFC-ABA1-2CB0ECE81891}" type="presParOf" srcId="{41436314-D509-4118-9919-AEFEA6748294}" destId="{35F65796-A385-4AF7-BE7D-ACF6721E8265}" srcOrd="0" destOrd="0" presId="urn:microsoft.com/office/officeart/2005/8/layout/process1"/>
    <dgm:cxn modelId="{5A80D737-D99B-4DAC-8F17-5A74EE96B1C9}" type="presParOf" srcId="{6CAA81B3-49AE-443C-9DB7-00AF4D9C785E}" destId="{CB6991C0-08D3-40B5-B2F0-A6DCFB00182D}" srcOrd="2" destOrd="0" presId="urn:microsoft.com/office/officeart/2005/8/layout/process1"/>
    <dgm:cxn modelId="{68E98951-4871-4F8F-AC68-02E709651FD6}" type="presParOf" srcId="{6CAA81B3-49AE-443C-9DB7-00AF4D9C785E}" destId="{A2DA380A-38CA-4980-A80E-503BE0C9C6BD}" srcOrd="3" destOrd="0" presId="urn:microsoft.com/office/officeart/2005/8/layout/process1"/>
    <dgm:cxn modelId="{F000A44B-B0BD-43EC-8632-C13594AEEB45}" type="presParOf" srcId="{A2DA380A-38CA-4980-A80E-503BE0C9C6BD}" destId="{14183FFD-2E94-45B9-845B-C8510533F55D}" srcOrd="0" destOrd="0" presId="urn:microsoft.com/office/officeart/2005/8/layout/process1"/>
    <dgm:cxn modelId="{780761A7-88F4-4389-92A2-F0C827F08A76}" type="presParOf" srcId="{6CAA81B3-49AE-443C-9DB7-00AF4D9C785E}" destId="{BFE6AA82-A52B-4B1C-92C5-555841F56A63}" srcOrd="4"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BC3CE03-AE15-481A-A7C4-A4AA99DCF09F}"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ru-RU"/>
        </a:p>
      </dgm:t>
    </dgm:pt>
    <dgm:pt modelId="{68B625BF-BBE4-4881-9178-A5A7BAEE2707}">
      <dgm:prSet custT="1"/>
      <dgm:spPr/>
      <dgm:t>
        <a:bodyPr/>
        <a:lstStyle/>
        <a:p>
          <a:r>
            <a:rPr lang="ru-RU" sz="1700" b="0" dirty="0"/>
            <a:t>Федеральный закон от 27.07.2006 N 149-ФЗ </a:t>
          </a:r>
          <a:r>
            <a:rPr lang="ru-RU" sz="1700" b="1" dirty="0"/>
            <a:t>"Об информации, информационных технологиях и о защите информации"</a:t>
          </a:r>
          <a:endParaRPr lang="ru-RU" sz="1700" dirty="0"/>
        </a:p>
      </dgm:t>
    </dgm:pt>
    <dgm:pt modelId="{6D22C724-3F57-4E18-8AFA-5F6AB46D89D4}" type="parTrans" cxnId="{A3CDDE88-7546-43AC-9D24-8FFDA974A69E}">
      <dgm:prSet/>
      <dgm:spPr/>
      <dgm:t>
        <a:bodyPr/>
        <a:lstStyle/>
        <a:p>
          <a:endParaRPr lang="ru-RU" sz="1700"/>
        </a:p>
      </dgm:t>
    </dgm:pt>
    <dgm:pt modelId="{8B10AF58-19D7-41C2-8BB0-0AB35810F1B0}" type="sibTrans" cxnId="{A3CDDE88-7546-43AC-9D24-8FFDA974A69E}">
      <dgm:prSet/>
      <dgm:spPr/>
      <dgm:t>
        <a:bodyPr/>
        <a:lstStyle/>
        <a:p>
          <a:endParaRPr lang="ru-RU" sz="1700"/>
        </a:p>
      </dgm:t>
    </dgm:pt>
    <dgm:pt modelId="{952BE7AC-D44B-4E9B-9D0B-072A43471C16}">
      <dgm:prSet custT="1"/>
      <dgm:spPr/>
      <dgm:t>
        <a:bodyPr/>
        <a:lstStyle/>
        <a:p>
          <a:r>
            <a:rPr lang="ru-RU" sz="1700" dirty="0"/>
            <a:t>Приказ Росархива от 24.12.2020 г. N 199 "</a:t>
          </a:r>
          <a:r>
            <a:rPr lang="ru-RU" sz="1700" b="1" dirty="0"/>
            <a:t>Методические рекомендации по разработке инструкций по делопроизводству в государственных органах, органах местного самоуправления</a:t>
          </a:r>
          <a:r>
            <a:rPr lang="ru-RU" sz="1700" dirty="0"/>
            <a:t>"; </a:t>
          </a:r>
        </a:p>
      </dgm:t>
    </dgm:pt>
    <dgm:pt modelId="{40FA3C87-C30B-40F9-A1A1-FE56E8624FE2}" type="parTrans" cxnId="{4EFC6897-FDD9-4C50-8EC1-4797E62F4987}">
      <dgm:prSet/>
      <dgm:spPr/>
      <dgm:t>
        <a:bodyPr/>
        <a:lstStyle/>
        <a:p>
          <a:endParaRPr lang="ru-RU" sz="1700"/>
        </a:p>
      </dgm:t>
    </dgm:pt>
    <dgm:pt modelId="{0F88100F-6049-401D-BCC2-72120C35E829}" type="sibTrans" cxnId="{4EFC6897-FDD9-4C50-8EC1-4797E62F4987}">
      <dgm:prSet/>
      <dgm:spPr/>
      <dgm:t>
        <a:bodyPr/>
        <a:lstStyle/>
        <a:p>
          <a:endParaRPr lang="ru-RU" sz="1700"/>
        </a:p>
      </dgm:t>
    </dgm:pt>
    <dgm:pt modelId="{F7C1974F-EFC8-426F-BADB-A369F5F63D54}">
      <dgm:prSet custT="1"/>
      <dgm:spPr/>
      <dgm:t>
        <a:bodyPr/>
        <a:lstStyle/>
        <a:p>
          <a:r>
            <a:rPr lang="ru-RU" sz="1700" b="1" dirty="0"/>
            <a:t>ГОСТ Р 7.0.97-2025 </a:t>
          </a:r>
          <a:r>
            <a:rPr lang="ru-RU" sz="1700" dirty="0"/>
            <a:t>(новая редакция с 18.08.2025; заменил 7.0.97-2016);</a:t>
          </a:r>
        </a:p>
      </dgm:t>
    </dgm:pt>
    <dgm:pt modelId="{51869053-A0A6-411D-8720-63DD19ABEA8C}" type="parTrans" cxnId="{528ECCE0-A581-4E0B-985A-9EFC958DE34F}">
      <dgm:prSet/>
      <dgm:spPr/>
      <dgm:t>
        <a:bodyPr/>
        <a:lstStyle/>
        <a:p>
          <a:endParaRPr lang="ru-RU" sz="1700"/>
        </a:p>
      </dgm:t>
    </dgm:pt>
    <dgm:pt modelId="{65516939-AE3A-4FCE-AE1C-229F63FBCE43}" type="sibTrans" cxnId="{528ECCE0-A581-4E0B-985A-9EFC958DE34F}">
      <dgm:prSet/>
      <dgm:spPr/>
      <dgm:t>
        <a:bodyPr/>
        <a:lstStyle/>
        <a:p>
          <a:endParaRPr lang="ru-RU" sz="1700"/>
        </a:p>
      </dgm:t>
    </dgm:pt>
    <dgm:pt modelId="{7F7901B4-F448-4CD5-AABC-E2210855E2FF}">
      <dgm:prSet custT="1"/>
      <dgm:spPr/>
      <dgm:t>
        <a:bodyPr/>
        <a:lstStyle/>
        <a:p>
          <a:r>
            <a:rPr lang="ru-RU" sz="1700" dirty="0"/>
            <a:t>Федеральный закон от 02.05.2006 N 59-ФЗ "</a:t>
          </a:r>
          <a:r>
            <a:rPr lang="ru-RU" sz="1700" b="1" dirty="0"/>
            <a:t>О порядке рассмотрения обращений граждан Российской Федерации</a:t>
          </a:r>
          <a:r>
            <a:rPr lang="ru-RU" sz="1700" dirty="0"/>
            <a:t>"; </a:t>
          </a:r>
        </a:p>
      </dgm:t>
    </dgm:pt>
    <dgm:pt modelId="{74C3B487-C273-4CD9-9636-01294840BF80}" type="parTrans" cxnId="{9D9FAC49-3186-429D-B484-D0A9EC9384DF}">
      <dgm:prSet/>
      <dgm:spPr/>
      <dgm:t>
        <a:bodyPr/>
        <a:lstStyle/>
        <a:p>
          <a:endParaRPr lang="ru-RU" sz="1700"/>
        </a:p>
      </dgm:t>
    </dgm:pt>
    <dgm:pt modelId="{F9249729-BDD9-4017-9652-21AB6AD061E6}" type="sibTrans" cxnId="{9D9FAC49-3186-429D-B484-D0A9EC9384DF}">
      <dgm:prSet/>
      <dgm:spPr/>
      <dgm:t>
        <a:bodyPr/>
        <a:lstStyle/>
        <a:p>
          <a:endParaRPr lang="ru-RU" sz="1700"/>
        </a:p>
      </dgm:t>
    </dgm:pt>
    <dgm:pt modelId="{B3402728-D538-47E0-8C01-0D27C58BCBD2}">
      <dgm:prSet custT="1"/>
      <dgm:spPr/>
      <dgm:t>
        <a:bodyPr/>
        <a:lstStyle/>
        <a:p>
          <a:r>
            <a:rPr lang="ru-RU" sz="1700" dirty="0"/>
            <a:t>Федеральный закон от 27.07.2006 N 152-ФЗ "</a:t>
          </a:r>
          <a:r>
            <a:rPr lang="ru-RU" sz="1700" b="1" dirty="0"/>
            <a:t>О персональных данных</a:t>
          </a:r>
          <a:r>
            <a:rPr lang="ru-RU" sz="1700" dirty="0"/>
            <a:t>";</a:t>
          </a:r>
        </a:p>
      </dgm:t>
    </dgm:pt>
    <dgm:pt modelId="{45079D52-1BC5-43ED-B58F-B3002BB2FE09}" type="parTrans" cxnId="{8E492FD5-8C43-4F3D-84C1-D2D4BFCDBAF0}">
      <dgm:prSet/>
      <dgm:spPr/>
      <dgm:t>
        <a:bodyPr/>
        <a:lstStyle/>
        <a:p>
          <a:endParaRPr lang="ru-RU" sz="1700"/>
        </a:p>
      </dgm:t>
    </dgm:pt>
    <dgm:pt modelId="{8465979A-060C-4A41-8023-F27DDC59935D}" type="sibTrans" cxnId="{8E492FD5-8C43-4F3D-84C1-D2D4BFCDBAF0}">
      <dgm:prSet/>
      <dgm:spPr/>
      <dgm:t>
        <a:bodyPr/>
        <a:lstStyle/>
        <a:p>
          <a:endParaRPr lang="ru-RU" sz="1700"/>
        </a:p>
      </dgm:t>
    </dgm:pt>
    <dgm:pt modelId="{1D9E6195-39AA-41B5-9C5E-1BCCB3923539}">
      <dgm:prSet custT="1"/>
      <dgm:spPr/>
      <dgm:t>
        <a:bodyPr/>
        <a:lstStyle/>
        <a:p>
          <a:r>
            <a:rPr lang="ru-RU" sz="1700" dirty="0"/>
            <a:t>Федеральный закон от 22.10.2004 N 125-ФЗ "</a:t>
          </a:r>
          <a:r>
            <a:rPr lang="ru-RU" sz="1700" b="1" dirty="0"/>
            <a:t>Об архивном деле в Российской Федерации</a:t>
          </a:r>
          <a:r>
            <a:rPr lang="ru-RU" sz="1700" dirty="0"/>
            <a:t>"; </a:t>
          </a:r>
        </a:p>
      </dgm:t>
    </dgm:pt>
    <dgm:pt modelId="{6A6C3FB5-CD52-4783-A3C5-98438BEA85CD}" type="parTrans" cxnId="{60A2FCFF-D8CF-4B91-8624-FB0144BC6D2A}">
      <dgm:prSet/>
      <dgm:spPr/>
      <dgm:t>
        <a:bodyPr/>
        <a:lstStyle/>
        <a:p>
          <a:endParaRPr lang="ru-RU" sz="1700"/>
        </a:p>
      </dgm:t>
    </dgm:pt>
    <dgm:pt modelId="{76E3DDAE-9143-4873-9B47-C6D977EBFB3A}" type="sibTrans" cxnId="{60A2FCFF-D8CF-4B91-8624-FB0144BC6D2A}">
      <dgm:prSet/>
      <dgm:spPr/>
      <dgm:t>
        <a:bodyPr/>
        <a:lstStyle/>
        <a:p>
          <a:endParaRPr lang="ru-RU" sz="1700"/>
        </a:p>
      </dgm:t>
    </dgm:pt>
    <dgm:pt modelId="{1F77FDCB-34EF-4A0A-B71E-51F6AAA5D9B9}">
      <dgm:prSet custT="1"/>
      <dgm:spPr/>
      <dgm:t>
        <a:bodyPr/>
        <a:lstStyle/>
        <a:p>
          <a:r>
            <a:rPr lang="ru-RU" sz="1700" dirty="0"/>
            <a:t>Закон РФ от 21.07.1993 N 5485-1 "</a:t>
          </a:r>
          <a:r>
            <a:rPr lang="ru-RU" sz="1700" b="1" dirty="0"/>
            <a:t>О государственной тайне</a:t>
          </a:r>
          <a:r>
            <a:rPr lang="ru-RU" sz="1700" dirty="0"/>
            <a:t>"; </a:t>
          </a:r>
        </a:p>
      </dgm:t>
    </dgm:pt>
    <dgm:pt modelId="{327E67E1-F8D2-4408-908E-E7E704AC9CBE}" type="parTrans" cxnId="{DBBF42D2-E465-4ED6-B867-A718F1998210}">
      <dgm:prSet/>
      <dgm:spPr/>
      <dgm:t>
        <a:bodyPr/>
        <a:lstStyle/>
        <a:p>
          <a:endParaRPr lang="ru-RU" sz="1700"/>
        </a:p>
      </dgm:t>
    </dgm:pt>
    <dgm:pt modelId="{88526D9E-9C10-46B3-AD96-40779B51BB6A}" type="sibTrans" cxnId="{DBBF42D2-E465-4ED6-B867-A718F1998210}">
      <dgm:prSet/>
      <dgm:spPr/>
      <dgm:t>
        <a:bodyPr/>
        <a:lstStyle/>
        <a:p>
          <a:endParaRPr lang="ru-RU" sz="1700"/>
        </a:p>
      </dgm:t>
    </dgm:pt>
    <dgm:pt modelId="{0185760B-A76C-4758-96D3-3C59F9138110}">
      <dgm:prSet custT="1"/>
      <dgm:spPr/>
      <dgm:t>
        <a:bodyPr/>
        <a:lstStyle/>
        <a:p>
          <a:r>
            <a:rPr lang="ru-RU" sz="1700" dirty="0"/>
            <a:t>Закон РФ от 25.10.1991 N 1807-1 "</a:t>
          </a:r>
          <a:r>
            <a:rPr lang="ru-RU" sz="1700" b="1" dirty="0"/>
            <a:t>О языках народов Российской Федерации</a:t>
          </a:r>
          <a:r>
            <a:rPr lang="ru-RU" sz="1700" dirty="0"/>
            <a:t>«.</a:t>
          </a:r>
        </a:p>
      </dgm:t>
    </dgm:pt>
    <dgm:pt modelId="{7134BFCD-273E-4026-8C4A-FCA896702A31}" type="sibTrans" cxnId="{1CECB33F-BF3F-4BA9-9525-67B34CA89BE5}">
      <dgm:prSet/>
      <dgm:spPr/>
      <dgm:t>
        <a:bodyPr/>
        <a:lstStyle/>
        <a:p>
          <a:endParaRPr lang="ru-RU" sz="1700"/>
        </a:p>
      </dgm:t>
    </dgm:pt>
    <dgm:pt modelId="{D07D312D-E87B-480E-B063-F714E9AA87CA}" type="parTrans" cxnId="{1CECB33F-BF3F-4BA9-9525-67B34CA89BE5}">
      <dgm:prSet/>
      <dgm:spPr/>
      <dgm:t>
        <a:bodyPr/>
        <a:lstStyle/>
        <a:p>
          <a:endParaRPr lang="ru-RU" sz="1700"/>
        </a:p>
      </dgm:t>
    </dgm:pt>
    <dgm:pt modelId="{1A6973D6-7723-4BF4-9E0A-911A2562A386}" type="pres">
      <dgm:prSet presAssocID="{EBC3CE03-AE15-481A-A7C4-A4AA99DCF09F}" presName="linear" presStyleCnt="0">
        <dgm:presLayoutVars>
          <dgm:animLvl val="lvl"/>
          <dgm:resizeHandles val="exact"/>
        </dgm:presLayoutVars>
      </dgm:prSet>
      <dgm:spPr/>
    </dgm:pt>
    <dgm:pt modelId="{5E2BD36C-A1CD-451F-8334-45B4FA891F1B}" type="pres">
      <dgm:prSet presAssocID="{68B625BF-BBE4-4881-9178-A5A7BAEE2707}" presName="parentText" presStyleLbl="node1" presStyleIdx="0" presStyleCnt="8" custScaleY="75132">
        <dgm:presLayoutVars>
          <dgm:chMax val="0"/>
          <dgm:bulletEnabled val="1"/>
        </dgm:presLayoutVars>
      </dgm:prSet>
      <dgm:spPr/>
    </dgm:pt>
    <dgm:pt modelId="{59EF7DD1-1ACE-4A5A-881E-9E9961B70B38}" type="pres">
      <dgm:prSet presAssocID="{8B10AF58-19D7-41C2-8BB0-0AB35810F1B0}" presName="spacer" presStyleCnt="0"/>
      <dgm:spPr/>
    </dgm:pt>
    <dgm:pt modelId="{9648EA87-DAB5-460D-A324-E743EE4132BF}" type="pres">
      <dgm:prSet presAssocID="{952BE7AC-D44B-4E9B-9D0B-072A43471C16}" presName="parentText" presStyleLbl="node1" presStyleIdx="1" presStyleCnt="8" custScaleY="110000">
        <dgm:presLayoutVars>
          <dgm:chMax val="0"/>
          <dgm:bulletEnabled val="1"/>
        </dgm:presLayoutVars>
      </dgm:prSet>
      <dgm:spPr/>
    </dgm:pt>
    <dgm:pt modelId="{17A8DDE2-4AFC-4869-9A4B-64093078CC7C}" type="pres">
      <dgm:prSet presAssocID="{0F88100F-6049-401D-BCC2-72120C35E829}" presName="spacer" presStyleCnt="0"/>
      <dgm:spPr/>
    </dgm:pt>
    <dgm:pt modelId="{19A1A9F8-748F-4B5B-B55D-9D394E2E0099}" type="pres">
      <dgm:prSet presAssocID="{F7C1974F-EFC8-426F-BADB-A369F5F63D54}" presName="parentText" presStyleLbl="node1" presStyleIdx="2" presStyleCnt="8" custScaleY="75132">
        <dgm:presLayoutVars>
          <dgm:chMax val="0"/>
          <dgm:bulletEnabled val="1"/>
        </dgm:presLayoutVars>
      </dgm:prSet>
      <dgm:spPr/>
    </dgm:pt>
    <dgm:pt modelId="{22F3C24F-F21F-43E0-A41B-46A05C42AF01}" type="pres">
      <dgm:prSet presAssocID="{65516939-AE3A-4FCE-AE1C-229F63FBCE43}" presName="spacer" presStyleCnt="0"/>
      <dgm:spPr/>
    </dgm:pt>
    <dgm:pt modelId="{C47E9326-F011-4344-B967-8D35A04A18EE}" type="pres">
      <dgm:prSet presAssocID="{7F7901B4-F448-4CD5-AABC-E2210855E2FF}" presName="parentText" presStyleLbl="node1" presStyleIdx="3" presStyleCnt="8" custScaleY="75132">
        <dgm:presLayoutVars>
          <dgm:chMax val="0"/>
          <dgm:bulletEnabled val="1"/>
        </dgm:presLayoutVars>
      </dgm:prSet>
      <dgm:spPr/>
    </dgm:pt>
    <dgm:pt modelId="{E33FBA16-10A2-4151-84F7-91698E1F4D9C}" type="pres">
      <dgm:prSet presAssocID="{F9249729-BDD9-4017-9652-21AB6AD061E6}" presName="spacer" presStyleCnt="0"/>
      <dgm:spPr/>
    </dgm:pt>
    <dgm:pt modelId="{F4B7F9ED-C7C9-4B4F-83BE-CC310559A0DE}" type="pres">
      <dgm:prSet presAssocID="{B3402728-D538-47E0-8C01-0D27C58BCBD2}" presName="parentText" presStyleLbl="node1" presStyleIdx="4" presStyleCnt="8" custScaleY="75132">
        <dgm:presLayoutVars>
          <dgm:chMax val="0"/>
          <dgm:bulletEnabled val="1"/>
        </dgm:presLayoutVars>
      </dgm:prSet>
      <dgm:spPr/>
    </dgm:pt>
    <dgm:pt modelId="{A79E4D86-0E30-4C2F-9972-78BE6922D102}" type="pres">
      <dgm:prSet presAssocID="{8465979A-060C-4A41-8023-F27DDC59935D}" presName="spacer" presStyleCnt="0"/>
      <dgm:spPr/>
    </dgm:pt>
    <dgm:pt modelId="{890413DC-2295-4A14-A7B8-935611C3CF08}" type="pres">
      <dgm:prSet presAssocID="{1D9E6195-39AA-41B5-9C5E-1BCCB3923539}" presName="parentText" presStyleLbl="node1" presStyleIdx="5" presStyleCnt="8" custScaleY="75132">
        <dgm:presLayoutVars>
          <dgm:chMax val="0"/>
          <dgm:bulletEnabled val="1"/>
        </dgm:presLayoutVars>
      </dgm:prSet>
      <dgm:spPr/>
    </dgm:pt>
    <dgm:pt modelId="{228089CF-5E95-4B05-B604-87E07316AC8B}" type="pres">
      <dgm:prSet presAssocID="{76E3DDAE-9143-4873-9B47-C6D977EBFB3A}" presName="spacer" presStyleCnt="0"/>
      <dgm:spPr/>
    </dgm:pt>
    <dgm:pt modelId="{14FD0229-EAFA-4291-9D32-C058B53C61A7}" type="pres">
      <dgm:prSet presAssocID="{1F77FDCB-34EF-4A0A-B71E-51F6AAA5D9B9}" presName="parentText" presStyleLbl="node1" presStyleIdx="6" presStyleCnt="8" custScaleY="75132">
        <dgm:presLayoutVars>
          <dgm:chMax val="0"/>
          <dgm:bulletEnabled val="1"/>
        </dgm:presLayoutVars>
      </dgm:prSet>
      <dgm:spPr/>
    </dgm:pt>
    <dgm:pt modelId="{7142B18A-EB1E-4439-A7F9-F44ED7329606}" type="pres">
      <dgm:prSet presAssocID="{88526D9E-9C10-46B3-AD96-40779B51BB6A}" presName="spacer" presStyleCnt="0"/>
      <dgm:spPr/>
    </dgm:pt>
    <dgm:pt modelId="{DEF1D081-D3B3-4A47-94A3-E725B2D7ECBD}" type="pres">
      <dgm:prSet presAssocID="{0185760B-A76C-4758-96D3-3C59F9138110}" presName="parentText" presStyleLbl="node1" presStyleIdx="7" presStyleCnt="8" custScaleY="75132">
        <dgm:presLayoutVars>
          <dgm:chMax val="0"/>
          <dgm:bulletEnabled val="1"/>
        </dgm:presLayoutVars>
      </dgm:prSet>
      <dgm:spPr/>
    </dgm:pt>
  </dgm:ptLst>
  <dgm:cxnLst>
    <dgm:cxn modelId="{652A8008-9FF2-4651-95E1-3D5BFEDC84B6}" type="presOf" srcId="{7F7901B4-F448-4CD5-AABC-E2210855E2FF}" destId="{C47E9326-F011-4344-B967-8D35A04A18EE}" srcOrd="0" destOrd="0" presId="urn:microsoft.com/office/officeart/2005/8/layout/vList2"/>
    <dgm:cxn modelId="{FF75870F-AF9E-41F3-AB76-C17CFF13B597}" type="presOf" srcId="{68B625BF-BBE4-4881-9178-A5A7BAEE2707}" destId="{5E2BD36C-A1CD-451F-8334-45B4FA891F1B}" srcOrd="0" destOrd="0" presId="urn:microsoft.com/office/officeart/2005/8/layout/vList2"/>
    <dgm:cxn modelId="{EA302E2F-B8D8-4016-8FE9-975BDCA236F3}" type="presOf" srcId="{B3402728-D538-47E0-8C01-0D27C58BCBD2}" destId="{F4B7F9ED-C7C9-4B4F-83BE-CC310559A0DE}" srcOrd="0" destOrd="0" presId="urn:microsoft.com/office/officeart/2005/8/layout/vList2"/>
    <dgm:cxn modelId="{D4465732-8C6C-44E6-8D7E-B216EF6234ED}" type="presOf" srcId="{EBC3CE03-AE15-481A-A7C4-A4AA99DCF09F}" destId="{1A6973D6-7723-4BF4-9E0A-911A2562A386}" srcOrd="0" destOrd="0" presId="urn:microsoft.com/office/officeart/2005/8/layout/vList2"/>
    <dgm:cxn modelId="{1CECB33F-BF3F-4BA9-9525-67B34CA89BE5}" srcId="{EBC3CE03-AE15-481A-A7C4-A4AA99DCF09F}" destId="{0185760B-A76C-4758-96D3-3C59F9138110}" srcOrd="7" destOrd="0" parTransId="{D07D312D-E87B-480E-B063-F714E9AA87CA}" sibTransId="{7134BFCD-273E-4026-8C4A-FCA896702A31}"/>
    <dgm:cxn modelId="{EA4B4067-C859-4CE1-8336-B9E42EBFE11B}" type="presOf" srcId="{F7C1974F-EFC8-426F-BADB-A369F5F63D54}" destId="{19A1A9F8-748F-4B5B-B55D-9D394E2E0099}" srcOrd="0" destOrd="0" presId="urn:microsoft.com/office/officeart/2005/8/layout/vList2"/>
    <dgm:cxn modelId="{9D9FAC49-3186-429D-B484-D0A9EC9384DF}" srcId="{EBC3CE03-AE15-481A-A7C4-A4AA99DCF09F}" destId="{7F7901B4-F448-4CD5-AABC-E2210855E2FF}" srcOrd="3" destOrd="0" parTransId="{74C3B487-C273-4CD9-9636-01294840BF80}" sibTransId="{F9249729-BDD9-4017-9652-21AB6AD061E6}"/>
    <dgm:cxn modelId="{37846B80-022B-42B7-8594-40D7D0FA8855}" type="presOf" srcId="{952BE7AC-D44B-4E9B-9D0B-072A43471C16}" destId="{9648EA87-DAB5-460D-A324-E743EE4132BF}" srcOrd="0" destOrd="0" presId="urn:microsoft.com/office/officeart/2005/8/layout/vList2"/>
    <dgm:cxn modelId="{A3CDDE88-7546-43AC-9D24-8FFDA974A69E}" srcId="{EBC3CE03-AE15-481A-A7C4-A4AA99DCF09F}" destId="{68B625BF-BBE4-4881-9178-A5A7BAEE2707}" srcOrd="0" destOrd="0" parTransId="{6D22C724-3F57-4E18-8AFA-5F6AB46D89D4}" sibTransId="{8B10AF58-19D7-41C2-8BB0-0AB35810F1B0}"/>
    <dgm:cxn modelId="{AD537E91-51C5-4C0C-B339-E2C1A8027236}" type="presOf" srcId="{1F77FDCB-34EF-4A0A-B71E-51F6AAA5D9B9}" destId="{14FD0229-EAFA-4291-9D32-C058B53C61A7}" srcOrd="0" destOrd="0" presId="urn:microsoft.com/office/officeart/2005/8/layout/vList2"/>
    <dgm:cxn modelId="{4EFC6897-FDD9-4C50-8EC1-4797E62F4987}" srcId="{EBC3CE03-AE15-481A-A7C4-A4AA99DCF09F}" destId="{952BE7AC-D44B-4E9B-9D0B-072A43471C16}" srcOrd="1" destOrd="0" parTransId="{40FA3C87-C30B-40F9-A1A1-FE56E8624FE2}" sibTransId="{0F88100F-6049-401D-BCC2-72120C35E829}"/>
    <dgm:cxn modelId="{DC05BBB3-F797-456A-9BDF-C92CD2E1FD61}" type="presOf" srcId="{1D9E6195-39AA-41B5-9C5E-1BCCB3923539}" destId="{890413DC-2295-4A14-A7B8-935611C3CF08}" srcOrd="0" destOrd="0" presId="urn:microsoft.com/office/officeart/2005/8/layout/vList2"/>
    <dgm:cxn modelId="{DBBF42D2-E465-4ED6-B867-A718F1998210}" srcId="{EBC3CE03-AE15-481A-A7C4-A4AA99DCF09F}" destId="{1F77FDCB-34EF-4A0A-B71E-51F6AAA5D9B9}" srcOrd="6" destOrd="0" parTransId="{327E67E1-F8D2-4408-908E-E7E704AC9CBE}" sibTransId="{88526D9E-9C10-46B3-AD96-40779B51BB6A}"/>
    <dgm:cxn modelId="{8E492FD5-8C43-4F3D-84C1-D2D4BFCDBAF0}" srcId="{EBC3CE03-AE15-481A-A7C4-A4AA99DCF09F}" destId="{B3402728-D538-47E0-8C01-0D27C58BCBD2}" srcOrd="4" destOrd="0" parTransId="{45079D52-1BC5-43ED-B58F-B3002BB2FE09}" sibTransId="{8465979A-060C-4A41-8023-F27DDC59935D}"/>
    <dgm:cxn modelId="{528ECCE0-A581-4E0B-985A-9EFC958DE34F}" srcId="{EBC3CE03-AE15-481A-A7C4-A4AA99DCF09F}" destId="{F7C1974F-EFC8-426F-BADB-A369F5F63D54}" srcOrd="2" destOrd="0" parTransId="{51869053-A0A6-411D-8720-63DD19ABEA8C}" sibTransId="{65516939-AE3A-4FCE-AE1C-229F63FBCE43}"/>
    <dgm:cxn modelId="{C57D8CF2-59FE-422D-9AE4-3974293F76E3}" type="presOf" srcId="{0185760B-A76C-4758-96D3-3C59F9138110}" destId="{DEF1D081-D3B3-4A47-94A3-E725B2D7ECBD}" srcOrd="0" destOrd="0" presId="urn:microsoft.com/office/officeart/2005/8/layout/vList2"/>
    <dgm:cxn modelId="{60A2FCFF-D8CF-4B91-8624-FB0144BC6D2A}" srcId="{EBC3CE03-AE15-481A-A7C4-A4AA99DCF09F}" destId="{1D9E6195-39AA-41B5-9C5E-1BCCB3923539}" srcOrd="5" destOrd="0" parTransId="{6A6C3FB5-CD52-4783-A3C5-98438BEA85CD}" sibTransId="{76E3DDAE-9143-4873-9B47-C6D977EBFB3A}"/>
    <dgm:cxn modelId="{9AE2D8B9-4173-4C1C-86E3-B8B15DDF3663}" type="presParOf" srcId="{1A6973D6-7723-4BF4-9E0A-911A2562A386}" destId="{5E2BD36C-A1CD-451F-8334-45B4FA891F1B}" srcOrd="0" destOrd="0" presId="urn:microsoft.com/office/officeart/2005/8/layout/vList2"/>
    <dgm:cxn modelId="{86F44F50-A546-4144-AED0-7C0F96C18DFD}" type="presParOf" srcId="{1A6973D6-7723-4BF4-9E0A-911A2562A386}" destId="{59EF7DD1-1ACE-4A5A-881E-9E9961B70B38}" srcOrd="1" destOrd="0" presId="urn:microsoft.com/office/officeart/2005/8/layout/vList2"/>
    <dgm:cxn modelId="{68C8EDE9-78AA-4E68-B495-2572CF781F63}" type="presParOf" srcId="{1A6973D6-7723-4BF4-9E0A-911A2562A386}" destId="{9648EA87-DAB5-460D-A324-E743EE4132BF}" srcOrd="2" destOrd="0" presId="urn:microsoft.com/office/officeart/2005/8/layout/vList2"/>
    <dgm:cxn modelId="{2224F6A5-FD2D-4669-8ADA-0741FF159597}" type="presParOf" srcId="{1A6973D6-7723-4BF4-9E0A-911A2562A386}" destId="{17A8DDE2-4AFC-4869-9A4B-64093078CC7C}" srcOrd="3" destOrd="0" presId="urn:microsoft.com/office/officeart/2005/8/layout/vList2"/>
    <dgm:cxn modelId="{7B688E7E-8856-4ADC-AC2F-D8F32D40EC72}" type="presParOf" srcId="{1A6973D6-7723-4BF4-9E0A-911A2562A386}" destId="{19A1A9F8-748F-4B5B-B55D-9D394E2E0099}" srcOrd="4" destOrd="0" presId="urn:microsoft.com/office/officeart/2005/8/layout/vList2"/>
    <dgm:cxn modelId="{A1539A6D-07F7-42B8-8DD9-235FFFA92F5A}" type="presParOf" srcId="{1A6973D6-7723-4BF4-9E0A-911A2562A386}" destId="{22F3C24F-F21F-43E0-A41B-46A05C42AF01}" srcOrd="5" destOrd="0" presId="urn:microsoft.com/office/officeart/2005/8/layout/vList2"/>
    <dgm:cxn modelId="{33973CB9-350E-4F72-9764-3C9B859D11BD}" type="presParOf" srcId="{1A6973D6-7723-4BF4-9E0A-911A2562A386}" destId="{C47E9326-F011-4344-B967-8D35A04A18EE}" srcOrd="6" destOrd="0" presId="urn:microsoft.com/office/officeart/2005/8/layout/vList2"/>
    <dgm:cxn modelId="{A8EC4519-D015-4A19-B9F2-D15341346BA2}" type="presParOf" srcId="{1A6973D6-7723-4BF4-9E0A-911A2562A386}" destId="{E33FBA16-10A2-4151-84F7-91698E1F4D9C}" srcOrd="7" destOrd="0" presId="urn:microsoft.com/office/officeart/2005/8/layout/vList2"/>
    <dgm:cxn modelId="{ECFC43D6-4614-4565-98F0-5A5A70DAC913}" type="presParOf" srcId="{1A6973D6-7723-4BF4-9E0A-911A2562A386}" destId="{F4B7F9ED-C7C9-4B4F-83BE-CC310559A0DE}" srcOrd="8" destOrd="0" presId="urn:microsoft.com/office/officeart/2005/8/layout/vList2"/>
    <dgm:cxn modelId="{F6EB2DE9-1B5A-4D09-8345-E65CEDC202FB}" type="presParOf" srcId="{1A6973D6-7723-4BF4-9E0A-911A2562A386}" destId="{A79E4D86-0E30-4C2F-9972-78BE6922D102}" srcOrd="9" destOrd="0" presId="urn:microsoft.com/office/officeart/2005/8/layout/vList2"/>
    <dgm:cxn modelId="{6F5BD321-1C58-4209-A0F4-B0456D5CFB96}" type="presParOf" srcId="{1A6973D6-7723-4BF4-9E0A-911A2562A386}" destId="{890413DC-2295-4A14-A7B8-935611C3CF08}" srcOrd="10" destOrd="0" presId="urn:microsoft.com/office/officeart/2005/8/layout/vList2"/>
    <dgm:cxn modelId="{5875A697-3E5C-4557-A0B7-7CF617859294}" type="presParOf" srcId="{1A6973D6-7723-4BF4-9E0A-911A2562A386}" destId="{228089CF-5E95-4B05-B604-87E07316AC8B}" srcOrd="11" destOrd="0" presId="urn:microsoft.com/office/officeart/2005/8/layout/vList2"/>
    <dgm:cxn modelId="{88ED2D26-6DF5-4913-A33F-2901E7D36234}" type="presParOf" srcId="{1A6973D6-7723-4BF4-9E0A-911A2562A386}" destId="{14FD0229-EAFA-4291-9D32-C058B53C61A7}" srcOrd="12" destOrd="0" presId="urn:microsoft.com/office/officeart/2005/8/layout/vList2"/>
    <dgm:cxn modelId="{2FECEFCD-428B-444F-92B7-443F0EC316C8}" type="presParOf" srcId="{1A6973D6-7723-4BF4-9E0A-911A2562A386}" destId="{7142B18A-EB1E-4439-A7F9-F44ED7329606}" srcOrd="13" destOrd="0" presId="urn:microsoft.com/office/officeart/2005/8/layout/vList2"/>
    <dgm:cxn modelId="{E43FF102-D8F8-497B-B535-88DFAFB31514}" type="presParOf" srcId="{1A6973D6-7723-4BF4-9E0A-911A2562A386}" destId="{DEF1D081-D3B3-4A47-94A3-E725B2D7ECBD}"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8C98AA-21CB-4755-AEFF-2C00C7B6921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3BA992E-FB03-49C9-BC8A-145E4A9DC2C5}">
      <dgm:prSet/>
      <dgm:spPr>
        <a:solidFill>
          <a:srgbClr val="002060"/>
        </a:solidFill>
      </dgm:spPr>
      <dgm:t>
        <a:bodyPr/>
        <a:lstStyle/>
        <a:p>
          <a:r>
            <a:rPr lang="ru-RU" b="1" i="0" u="sng" dirty="0"/>
            <a:t>Статья 68 </a:t>
          </a:r>
          <a:r>
            <a:rPr lang="ru-RU" dirty="0"/>
            <a:t>Конституции РФ: </a:t>
          </a:r>
          <a:br>
            <a:rPr lang="ru-RU" dirty="0"/>
          </a:br>
          <a:r>
            <a:rPr lang="ru-RU" b="0" i="0" dirty="0"/>
            <a:t>1. Государственным языком РФ на всей ее территории </a:t>
          </a:r>
          <a:r>
            <a:rPr lang="ru-RU" b="1" i="0" dirty="0"/>
            <a:t>является русский язык </a:t>
          </a:r>
          <a:r>
            <a:rPr lang="ru-RU" b="0" i="0" dirty="0"/>
            <a:t>как язык государствообразующего народа, входящего в многонациональный союз равноправных народов РФ</a:t>
          </a:r>
          <a:r>
            <a:rPr lang="ru-RU" dirty="0"/>
            <a:t>.</a:t>
          </a:r>
          <a:endParaRPr lang="en-US" dirty="0"/>
        </a:p>
      </dgm:t>
    </dgm:pt>
    <dgm:pt modelId="{000F2668-4222-4406-8D8F-F494A18D28C4}" type="parTrans" cxnId="{55EE7D99-CC0E-4B19-A1C2-0030353A8909}">
      <dgm:prSet/>
      <dgm:spPr/>
      <dgm:t>
        <a:bodyPr/>
        <a:lstStyle/>
        <a:p>
          <a:endParaRPr lang="en-US"/>
        </a:p>
      </dgm:t>
    </dgm:pt>
    <dgm:pt modelId="{221469BD-F875-48AD-AF5E-FFD33A4856AF}" type="sibTrans" cxnId="{55EE7D99-CC0E-4B19-A1C2-0030353A8909}">
      <dgm:prSet/>
      <dgm:spPr/>
      <dgm:t>
        <a:bodyPr/>
        <a:lstStyle/>
        <a:p>
          <a:endParaRPr lang="en-US"/>
        </a:p>
      </dgm:t>
    </dgm:pt>
    <dgm:pt modelId="{632E816B-FEE4-4615-9720-AC5A45CE1450}" type="pres">
      <dgm:prSet presAssocID="{488C98AA-21CB-4755-AEFF-2C00C7B69216}" presName="linear" presStyleCnt="0">
        <dgm:presLayoutVars>
          <dgm:animLvl val="lvl"/>
          <dgm:resizeHandles val="exact"/>
        </dgm:presLayoutVars>
      </dgm:prSet>
      <dgm:spPr/>
    </dgm:pt>
    <dgm:pt modelId="{EE4C5B17-EC97-4A12-9CFC-4FE035D42D23}" type="pres">
      <dgm:prSet presAssocID="{23BA992E-FB03-49C9-BC8A-145E4A9DC2C5}" presName="parentText" presStyleLbl="node1" presStyleIdx="0" presStyleCnt="1">
        <dgm:presLayoutVars>
          <dgm:chMax val="0"/>
          <dgm:bulletEnabled val="1"/>
        </dgm:presLayoutVars>
      </dgm:prSet>
      <dgm:spPr/>
    </dgm:pt>
  </dgm:ptLst>
  <dgm:cxnLst>
    <dgm:cxn modelId="{F738962C-B840-4EDA-A228-E800A0F94619}" type="presOf" srcId="{488C98AA-21CB-4755-AEFF-2C00C7B69216}" destId="{632E816B-FEE4-4615-9720-AC5A45CE1450}" srcOrd="0" destOrd="0" presId="urn:microsoft.com/office/officeart/2005/8/layout/vList2"/>
    <dgm:cxn modelId="{B880A34B-0337-4BAE-BA4A-04136BA25B15}" type="presOf" srcId="{23BA992E-FB03-49C9-BC8A-145E4A9DC2C5}" destId="{EE4C5B17-EC97-4A12-9CFC-4FE035D42D23}" srcOrd="0" destOrd="0" presId="urn:microsoft.com/office/officeart/2005/8/layout/vList2"/>
    <dgm:cxn modelId="{55EE7D99-CC0E-4B19-A1C2-0030353A8909}" srcId="{488C98AA-21CB-4755-AEFF-2C00C7B69216}" destId="{23BA992E-FB03-49C9-BC8A-145E4A9DC2C5}" srcOrd="0" destOrd="0" parTransId="{000F2668-4222-4406-8D8F-F494A18D28C4}" sibTransId="{221469BD-F875-48AD-AF5E-FFD33A4856AF}"/>
    <dgm:cxn modelId="{5DF4ADFE-2C66-40CB-8D12-568C6EFFF83A}" type="presParOf" srcId="{632E816B-FEE4-4615-9720-AC5A45CE1450}" destId="{EE4C5B17-EC97-4A12-9CFC-4FE035D42D23}"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C3CE03-AE15-481A-A7C4-A4AA99DCF09F}"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ru-RU"/>
        </a:p>
      </dgm:t>
    </dgm:pt>
    <dgm:pt modelId="{68B625BF-BBE4-4881-9178-A5A7BAEE2707}">
      <dgm:prSet custT="1"/>
      <dgm:spPr/>
      <dgm:t>
        <a:bodyPr/>
        <a:lstStyle/>
        <a:p>
          <a:r>
            <a:rPr lang="ru-RU" sz="2400" b="0" dirty="0"/>
            <a:t>Создание документа</a:t>
          </a:r>
        </a:p>
      </dgm:t>
    </dgm:pt>
    <dgm:pt modelId="{6D22C724-3F57-4E18-8AFA-5F6AB46D89D4}" type="parTrans" cxnId="{A3CDDE88-7546-43AC-9D24-8FFDA974A69E}">
      <dgm:prSet/>
      <dgm:spPr/>
      <dgm:t>
        <a:bodyPr/>
        <a:lstStyle/>
        <a:p>
          <a:endParaRPr lang="ru-RU" sz="2400" b="0"/>
        </a:p>
      </dgm:t>
    </dgm:pt>
    <dgm:pt modelId="{8B10AF58-19D7-41C2-8BB0-0AB35810F1B0}" type="sibTrans" cxnId="{A3CDDE88-7546-43AC-9D24-8FFDA974A69E}">
      <dgm:prSet custT="1"/>
      <dgm:spPr/>
      <dgm:t>
        <a:bodyPr/>
        <a:lstStyle/>
        <a:p>
          <a:endParaRPr lang="ru-RU" sz="2400" b="0"/>
        </a:p>
      </dgm:t>
    </dgm:pt>
    <dgm:pt modelId="{952BE7AC-D44B-4E9B-9D0B-072A43471C16}">
      <dgm:prSet custT="1"/>
      <dgm:spPr/>
      <dgm:t>
        <a:bodyPr/>
        <a:lstStyle/>
        <a:p>
          <a:r>
            <a:rPr lang="ru-RU" sz="2400" b="0" dirty="0"/>
            <a:t>Регистрация документа </a:t>
          </a:r>
        </a:p>
      </dgm:t>
    </dgm:pt>
    <dgm:pt modelId="{40FA3C87-C30B-40F9-A1A1-FE56E8624FE2}" type="parTrans" cxnId="{4EFC6897-FDD9-4C50-8EC1-4797E62F4987}">
      <dgm:prSet/>
      <dgm:spPr/>
      <dgm:t>
        <a:bodyPr/>
        <a:lstStyle/>
        <a:p>
          <a:endParaRPr lang="ru-RU" sz="2400" b="0"/>
        </a:p>
      </dgm:t>
    </dgm:pt>
    <dgm:pt modelId="{0F88100F-6049-401D-BCC2-72120C35E829}" type="sibTrans" cxnId="{4EFC6897-FDD9-4C50-8EC1-4797E62F4987}">
      <dgm:prSet custT="1"/>
      <dgm:spPr/>
      <dgm:t>
        <a:bodyPr/>
        <a:lstStyle/>
        <a:p>
          <a:endParaRPr lang="ru-RU" sz="2400" b="0"/>
        </a:p>
      </dgm:t>
    </dgm:pt>
    <dgm:pt modelId="{F7C1974F-EFC8-426F-BADB-A369F5F63D54}">
      <dgm:prSet custT="1"/>
      <dgm:spPr/>
      <dgm:t>
        <a:bodyPr/>
        <a:lstStyle/>
        <a:p>
          <a:r>
            <a:rPr lang="ru-RU" sz="2400" b="0" dirty="0"/>
            <a:t>Рассмотрение руководством </a:t>
          </a:r>
        </a:p>
      </dgm:t>
    </dgm:pt>
    <dgm:pt modelId="{51869053-A0A6-411D-8720-63DD19ABEA8C}" type="parTrans" cxnId="{528ECCE0-A581-4E0B-985A-9EFC958DE34F}">
      <dgm:prSet/>
      <dgm:spPr/>
      <dgm:t>
        <a:bodyPr/>
        <a:lstStyle/>
        <a:p>
          <a:endParaRPr lang="ru-RU" sz="2400" b="0"/>
        </a:p>
      </dgm:t>
    </dgm:pt>
    <dgm:pt modelId="{65516939-AE3A-4FCE-AE1C-229F63FBCE43}" type="sibTrans" cxnId="{528ECCE0-A581-4E0B-985A-9EFC958DE34F}">
      <dgm:prSet custT="1"/>
      <dgm:spPr/>
      <dgm:t>
        <a:bodyPr/>
        <a:lstStyle/>
        <a:p>
          <a:endParaRPr lang="ru-RU" sz="2400" b="0"/>
        </a:p>
      </dgm:t>
    </dgm:pt>
    <dgm:pt modelId="{7F7901B4-F448-4CD5-AABC-E2210855E2FF}">
      <dgm:prSet custT="1"/>
      <dgm:spPr/>
      <dgm:t>
        <a:bodyPr/>
        <a:lstStyle/>
        <a:p>
          <a:r>
            <a:rPr lang="ru-RU" sz="2400" b="0" dirty="0"/>
            <a:t>Исполнение документа</a:t>
          </a:r>
        </a:p>
      </dgm:t>
    </dgm:pt>
    <dgm:pt modelId="{74C3B487-C273-4CD9-9636-01294840BF80}" type="parTrans" cxnId="{9D9FAC49-3186-429D-B484-D0A9EC9384DF}">
      <dgm:prSet/>
      <dgm:spPr/>
      <dgm:t>
        <a:bodyPr/>
        <a:lstStyle/>
        <a:p>
          <a:endParaRPr lang="ru-RU" sz="2400" b="0"/>
        </a:p>
      </dgm:t>
    </dgm:pt>
    <dgm:pt modelId="{F9249729-BDD9-4017-9652-21AB6AD061E6}" type="sibTrans" cxnId="{9D9FAC49-3186-429D-B484-D0A9EC9384DF}">
      <dgm:prSet custT="1"/>
      <dgm:spPr/>
      <dgm:t>
        <a:bodyPr/>
        <a:lstStyle/>
        <a:p>
          <a:endParaRPr lang="ru-RU" sz="2400" b="0"/>
        </a:p>
      </dgm:t>
    </dgm:pt>
    <dgm:pt modelId="{B3402728-D538-47E0-8C01-0D27C58BCBD2}">
      <dgm:prSet custT="1"/>
      <dgm:spPr/>
      <dgm:t>
        <a:bodyPr/>
        <a:lstStyle/>
        <a:p>
          <a:r>
            <a:rPr lang="ru-RU" sz="2400" b="0" dirty="0"/>
            <a:t>Контроль исполнения</a:t>
          </a:r>
        </a:p>
      </dgm:t>
    </dgm:pt>
    <dgm:pt modelId="{45079D52-1BC5-43ED-B58F-B3002BB2FE09}" type="parTrans" cxnId="{8E492FD5-8C43-4F3D-84C1-D2D4BFCDBAF0}">
      <dgm:prSet/>
      <dgm:spPr/>
      <dgm:t>
        <a:bodyPr/>
        <a:lstStyle/>
        <a:p>
          <a:endParaRPr lang="ru-RU" sz="2400" b="0"/>
        </a:p>
      </dgm:t>
    </dgm:pt>
    <dgm:pt modelId="{8465979A-060C-4A41-8023-F27DDC59935D}" type="sibTrans" cxnId="{8E492FD5-8C43-4F3D-84C1-D2D4BFCDBAF0}">
      <dgm:prSet custT="1"/>
      <dgm:spPr/>
      <dgm:t>
        <a:bodyPr/>
        <a:lstStyle/>
        <a:p>
          <a:endParaRPr lang="ru-RU" sz="2400" b="0"/>
        </a:p>
      </dgm:t>
    </dgm:pt>
    <dgm:pt modelId="{1F77FDCB-34EF-4A0A-B71E-51F6AAA5D9B9}">
      <dgm:prSet custT="1"/>
      <dgm:spPr/>
      <dgm:t>
        <a:bodyPr/>
        <a:lstStyle/>
        <a:p>
          <a:r>
            <a:rPr lang="ru-RU" sz="2400" b="0" dirty="0"/>
            <a:t>Архивное хранение или уничтожение</a:t>
          </a:r>
        </a:p>
      </dgm:t>
    </dgm:pt>
    <dgm:pt modelId="{327E67E1-F8D2-4408-908E-E7E704AC9CBE}" type="parTrans" cxnId="{DBBF42D2-E465-4ED6-B867-A718F1998210}">
      <dgm:prSet/>
      <dgm:spPr/>
      <dgm:t>
        <a:bodyPr/>
        <a:lstStyle/>
        <a:p>
          <a:endParaRPr lang="ru-RU" sz="2400" b="0"/>
        </a:p>
      </dgm:t>
    </dgm:pt>
    <dgm:pt modelId="{88526D9E-9C10-46B3-AD96-40779B51BB6A}" type="sibTrans" cxnId="{DBBF42D2-E465-4ED6-B867-A718F1998210}">
      <dgm:prSet/>
      <dgm:spPr/>
      <dgm:t>
        <a:bodyPr/>
        <a:lstStyle/>
        <a:p>
          <a:endParaRPr lang="ru-RU" sz="2400" b="0"/>
        </a:p>
      </dgm:t>
    </dgm:pt>
    <dgm:pt modelId="{70D8A2BD-4552-4D23-B55E-EA658718823D}">
      <dgm:prSet custT="1"/>
      <dgm:spPr/>
      <dgm:t>
        <a:bodyPr/>
        <a:lstStyle/>
        <a:p>
          <a:r>
            <a:rPr lang="ru-RU" sz="2400" b="0" dirty="0"/>
            <a:t>Отметка об исполнении </a:t>
          </a:r>
        </a:p>
      </dgm:t>
    </dgm:pt>
    <dgm:pt modelId="{447A5544-A95B-46FF-823A-21FF8765ABA0}" type="parTrans" cxnId="{1D37DEA4-61AC-4738-85F2-50B9F7A52825}">
      <dgm:prSet/>
      <dgm:spPr/>
      <dgm:t>
        <a:bodyPr/>
        <a:lstStyle/>
        <a:p>
          <a:endParaRPr lang="ru-RU" sz="2400"/>
        </a:p>
      </dgm:t>
    </dgm:pt>
    <dgm:pt modelId="{25FA584F-19DD-43AA-B1CA-7D02853DB43D}" type="sibTrans" cxnId="{1D37DEA4-61AC-4738-85F2-50B9F7A52825}">
      <dgm:prSet custT="1"/>
      <dgm:spPr/>
      <dgm:t>
        <a:bodyPr/>
        <a:lstStyle/>
        <a:p>
          <a:endParaRPr lang="ru-RU" sz="2400"/>
        </a:p>
      </dgm:t>
    </dgm:pt>
    <dgm:pt modelId="{7891029A-6461-4F8D-8748-1E05896D20CD}" type="pres">
      <dgm:prSet presAssocID="{EBC3CE03-AE15-481A-A7C4-A4AA99DCF09F}" presName="Name0" presStyleCnt="0">
        <dgm:presLayoutVars>
          <dgm:dir/>
          <dgm:animLvl val="lvl"/>
          <dgm:resizeHandles val="exact"/>
        </dgm:presLayoutVars>
      </dgm:prSet>
      <dgm:spPr/>
    </dgm:pt>
    <dgm:pt modelId="{954E547D-1851-48F8-8740-2E3C73DDD8E4}" type="pres">
      <dgm:prSet presAssocID="{1F77FDCB-34EF-4A0A-B71E-51F6AAA5D9B9}" presName="boxAndChildren" presStyleCnt="0"/>
      <dgm:spPr/>
    </dgm:pt>
    <dgm:pt modelId="{B14D790E-3C99-41C7-BF85-8D08509BBC9F}" type="pres">
      <dgm:prSet presAssocID="{1F77FDCB-34EF-4A0A-B71E-51F6AAA5D9B9}" presName="parentTextBox" presStyleLbl="node1" presStyleIdx="0" presStyleCnt="7"/>
      <dgm:spPr/>
    </dgm:pt>
    <dgm:pt modelId="{30EB6D8D-15BF-45F2-A884-23705E19C75E}" type="pres">
      <dgm:prSet presAssocID="{25FA584F-19DD-43AA-B1CA-7D02853DB43D}" presName="sp" presStyleCnt="0"/>
      <dgm:spPr/>
    </dgm:pt>
    <dgm:pt modelId="{75D19B32-4CE8-4A0F-AFA4-9C765915C59D}" type="pres">
      <dgm:prSet presAssocID="{70D8A2BD-4552-4D23-B55E-EA658718823D}" presName="arrowAndChildren" presStyleCnt="0"/>
      <dgm:spPr/>
    </dgm:pt>
    <dgm:pt modelId="{C6DD5D9F-6911-4572-A405-093066B8B755}" type="pres">
      <dgm:prSet presAssocID="{70D8A2BD-4552-4D23-B55E-EA658718823D}" presName="parentTextArrow" presStyleLbl="node1" presStyleIdx="1" presStyleCnt="7"/>
      <dgm:spPr/>
    </dgm:pt>
    <dgm:pt modelId="{451DA74B-472C-47F9-8BC5-5D6DFC807151}" type="pres">
      <dgm:prSet presAssocID="{8465979A-060C-4A41-8023-F27DDC59935D}" presName="sp" presStyleCnt="0"/>
      <dgm:spPr/>
    </dgm:pt>
    <dgm:pt modelId="{AA7028AD-DB33-4D2F-8695-9FBD456602C0}" type="pres">
      <dgm:prSet presAssocID="{B3402728-D538-47E0-8C01-0D27C58BCBD2}" presName="arrowAndChildren" presStyleCnt="0"/>
      <dgm:spPr/>
    </dgm:pt>
    <dgm:pt modelId="{FD19AE2D-FAB7-4E9C-B22D-27CC4BA4F785}" type="pres">
      <dgm:prSet presAssocID="{B3402728-D538-47E0-8C01-0D27C58BCBD2}" presName="parentTextArrow" presStyleLbl="node1" presStyleIdx="2" presStyleCnt="7"/>
      <dgm:spPr/>
    </dgm:pt>
    <dgm:pt modelId="{C3E648DE-5C2C-40F1-A480-2641AF4C005F}" type="pres">
      <dgm:prSet presAssocID="{F9249729-BDD9-4017-9652-21AB6AD061E6}" presName="sp" presStyleCnt="0"/>
      <dgm:spPr/>
    </dgm:pt>
    <dgm:pt modelId="{32D7330F-F680-4953-B77B-A196D794D129}" type="pres">
      <dgm:prSet presAssocID="{7F7901B4-F448-4CD5-AABC-E2210855E2FF}" presName="arrowAndChildren" presStyleCnt="0"/>
      <dgm:spPr/>
    </dgm:pt>
    <dgm:pt modelId="{C306D144-0CA7-473E-A001-1FC6D53779AD}" type="pres">
      <dgm:prSet presAssocID="{7F7901B4-F448-4CD5-AABC-E2210855E2FF}" presName="parentTextArrow" presStyleLbl="node1" presStyleIdx="3" presStyleCnt="7"/>
      <dgm:spPr/>
    </dgm:pt>
    <dgm:pt modelId="{940D16F2-0455-4559-B079-7F3F8C7DC4CA}" type="pres">
      <dgm:prSet presAssocID="{65516939-AE3A-4FCE-AE1C-229F63FBCE43}" presName="sp" presStyleCnt="0"/>
      <dgm:spPr/>
    </dgm:pt>
    <dgm:pt modelId="{B75DE95B-9116-4567-8552-17DAF148EA53}" type="pres">
      <dgm:prSet presAssocID="{F7C1974F-EFC8-426F-BADB-A369F5F63D54}" presName="arrowAndChildren" presStyleCnt="0"/>
      <dgm:spPr/>
    </dgm:pt>
    <dgm:pt modelId="{9FDB4922-B794-48B3-822B-7A0BC42941C6}" type="pres">
      <dgm:prSet presAssocID="{F7C1974F-EFC8-426F-BADB-A369F5F63D54}" presName="parentTextArrow" presStyleLbl="node1" presStyleIdx="4" presStyleCnt="7"/>
      <dgm:spPr/>
    </dgm:pt>
    <dgm:pt modelId="{5FDDE316-1F1C-41F8-9425-C096A6517671}" type="pres">
      <dgm:prSet presAssocID="{0F88100F-6049-401D-BCC2-72120C35E829}" presName="sp" presStyleCnt="0"/>
      <dgm:spPr/>
    </dgm:pt>
    <dgm:pt modelId="{295B6793-A0E0-49B9-9FF2-88D9C788E732}" type="pres">
      <dgm:prSet presAssocID="{952BE7AC-D44B-4E9B-9D0B-072A43471C16}" presName="arrowAndChildren" presStyleCnt="0"/>
      <dgm:spPr/>
    </dgm:pt>
    <dgm:pt modelId="{D5974E2E-B158-4CFD-BE72-1858153DB29D}" type="pres">
      <dgm:prSet presAssocID="{952BE7AC-D44B-4E9B-9D0B-072A43471C16}" presName="parentTextArrow" presStyleLbl="node1" presStyleIdx="5" presStyleCnt="7"/>
      <dgm:spPr/>
    </dgm:pt>
    <dgm:pt modelId="{33FDA723-3FB6-4ABF-98AF-B37DCDC73E03}" type="pres">
      <dgm:prSet presAssocID="{8B10AF58-19D7-41C2-8BB0-0AB35810F1B0}" presName="sp" presStyleCnt="0"/>
      <dgm:spPr/>
    </dgm:pt>
    <dgm:pt modelId="{1E430D16-07A0-4983-BF21-22F5C013CDD8}" type="pres">
      <dgm:prSet presAssocID="{68B625BF-BBE4-4881-9178-A5A7BAEE2707}" presName="arrowAndChildren" presStyleCnt="0"/>
      <dgm:spPr/>
    </dgm:pt>
    <dgm:pt modelId="{515F87A3-0EBE-49FB-BCCF-5C07472A6AE4}" type="pres">
      <dgm:prSet presAssocID="{68B625BF-BBE4-4881-9178-A5A7BAEE2707}" presName="parentTextArrow" presStyleLbl="node1" presStyleIdx="6" presStyleCnt="7"/>
      <dgm:spPr/>
    </dgm:pt>
  </dgm:ptLst>
  <dgm:cxnLst>
    <dgm:cxn modelId="{9D9FAC49-3186-429D-B484-D0A9EC9384DF}" srcId="{EBC3CE03-AE15-481A-A7C4-A4AA99DCF09F}" destId="{7F7901B4-F448-4CD5-AABC-E2210855E2FF}" srcOrd="3" destOrd="0" parTransId="{74C3B487-C273-4CD9-9636-01294840BF80}" sibTransId="{F9249729-BDD9-4017-9652-21AB6AD061E6}"/>
    <dgm:cxn modelId="{E420B750-331D-4E79-91CC-231603631A9E}" type="presOf" srcId="{B3402728-D538-47E0-8C01-0D27C58BCBD2}" destId="{FD19AE2D-FAB7-4E9C-B22D-27CC4BA4F785}" srcOrd="0" destOrd="0" presId="urn:microsoft.com/office/officeart/2005/8/layout/process4"/>
    <dgm:cxn modelId="{A3CDDE88-7546-43AC-9D24-8FFDA974A69E}" srcId="{EBC3CE03-AE15-481A-A7C4-A4AA99DCF09F}" destId="{68B625BF-BBE4-4881-9178-A5A7BAEE2707}" srcOrd="0" destOrd="0" parTransId="{6D22C724-3F57-4E18-8AFA-5F6AB46D89D4}" sibTransId="{8B10AF58-19D7-41C2-8BB0-0AB35810F1B0}"/>
    <dgm:cxn modelId="{4EFC6897-FDD9-4C50-8EC1-4797E62F4987}" srcId="{EBC3CE03-AE15-481A-A7C4-A4AA99DCF09F}" destId="{952BE7AC-D44B-4E9B-9D0B-072A43471C16}" srcOrd="1" destOrd="0" parTransId="{40FA3C87-C30B-40F9-A1A1-FE56E8624FE2}" sibTransId="{0F88100F-6049-401D-BCC2-72120C35E829}"/>
    <dgm:cxn modelId="{4DDFA3A3-FE3E-4830-A978-00F363B857F8}" type="presOf" srcId="{EBC3CE03-AE15-481A-A7C4-A4AA99DCF09F}" destId="{7891029A-6461-4F8D-8748-1E05896D20CD}" srcOrd="0" destOrd="0" presId="urn:microsoft.com/office/officeart/2005/8/layout/process4"/>
    <dgm:cxn modelId="{1D37DEA4-61AC-4738-85F2-50B9F7A52825}" srcId="{EBC3CE03-AE15-481A-A7C4-A4AA99DCF09F}" destId="{70D8A2BD-4552-4D23-B55E-EA658718823D}" srcOrd="5" destOrd="0" parTransId="{447A5544-A95B-46FF-823A-21FF8765ABA0}" sibTransId="{25FA584F-19DD-43AA-B1CA-7D02853DB43D}"/>
    <dgm:cxn modelId="{3F6951C6-1674-4D1A-94B2-7FA138139000}" type="presOf" srcId="{1F77FDCB-34EF-4A0A-B71E-51F6AAA5D9B9}" destId="{B14D790E-3C99-41C7-BF85-8D08509BBC9F}" srcOrd="0" destOrd="0" presId="urn:microsoft.com/office/officeart/2005/8/layout/process4"/>
    <dgm:cxn modelId="{EE41DACD-A616-4D50-B497-1BE3D6A6AE76}" type="presOf" srcId="{70D8A2BD-4552-4D23-B55E-EA658718823D}" destId="{C6DD5D9F-6911-4572-A405-093066B8B755}" srcOrd="0" destOrd="0" presId="urn:microsoft.com/office/officeart/2005/8/layout/process4"/>
    <dgm:cxn modelId="{E4AF76D0-5C51-44BF-81A5-4BBD513BDA46}" type="presOf" srcId="{68B625BF-BBE4-4881-9178-A5A7BAEE2707}" destId="{515F87A3-0EBE-49FB-BCCF-5C07472A6AE4}" srcOrd="0" destOrd="0" presId="urn:microsoft.com/office/officeart/2005/8/layout/process4"/>
    <dgm:cxn modelId="{DBBF42D2-E465-4ED6-B867-A718F1998210}" srcId="{EBC3CE03-AE15-481A-A7C4-A4AA99DCF09F}" destId="{1F77FDCB-34EF-4A0A-B71E-51F6AAA5D9B9}" srcOrd="6" destOrd="0" parTransId="{327E67E1-F8D2-4408-908E-E7E704AC9CBE}" sibTransId="{88526D9E-9C10-46B3-AD96-40779B51BB6A}"/>
    <dgm:cxn modelId="{8E492FD5-8C43-4F3D-84C1-D2D4BFCDBAF0}" srcId="{EBC3CE03-AE15-481A-A7C4-A4AA99DCF09F}" destId="{B3402728-D538-47E0-8C01-0D27C58BCBD2}" srcOrd="4" destOrd="0" parTransId="{45079D52-1BC5-43ED-B58F-B3002BB2FE09}" sibTransId="{8465979A-060C-4A41-8023-F27DDC59935D}"/>
    <dgm:cxn modelId="{B23C0ED7-D6F9-4D96-A353-20D4D8384E55}" type="presOf" srcId="{7F7901B4-F448-4CD5-AABC-E2210855E2FF}" destId="{C306D144-0CA7-473E-A001-1FC6D53779AD}" srcOrd="0" destOrd="0" presId="urn:microsoft.com/office/officeart/2005/8/layout/process4"/>
    <dgm:cxn modelId="{6D7120DE-41ED-4315-AAD1-5D8FC80E6187}" type="presOf" srcId="{952BE7AC-D44B-4E9B-9D0B-072A43471C16}" destId="{D5974E2E-B158-4CFD-BE72-1858153DB29D}" srcOrd="0" destOrd="0" presId="urn:microsoft.com/office/officeart/2005/8/layout/process4"/>
    <dgm:cxn modelId="{528ECCE0-A581-4E0B-985A-9EFC958DE34F}" srcId="{EBC3CE03-AE15-481A-A7C4-A4AA99DCF09F}" destId="{F7C1974F-EFC8-426F-BADB-A369F5F63D54}" srcOrd="2" destOrd="0" parTransId="{51869053-A0A6-411D-8720-63DD19ABEA8C}" sibTransId="{65516939-AE3A-4FCE-AE1C-229F63FBCE43}"/>
    <dgm:cxn modelId="{02FC42F8-FDE5-462D-B2EB-043027006B2A}" type="presOf" srcId="{F7C1974F-EFC8-426F-BADB-A369F5F63D54}" destId="{9FDB4922-B794-48B3-822B-7A0BC42941C6}" srcOrd="0" destOrd="0" presId="urn:microsoft.com/office/officeart/2005/8/layout/process4"/>
    <dgm:cxn modelId="{C3AE3A30-BD6C-4778-8748-91C342754362}" type="presParOf" srcId="{7891029A-6461-4F8D-8748-1E05896D20CD}" destId="{954E547D-1851-48F8-8740-2E3C73DDD8E4}" srcOrd="0" destOrd="0" presId="urn:microsoft.com/office/officeart/2005/8/layout/process4"/>
    <dgm:cxn modelId="{7D2E3D42-4BA6-4165-8083-B9125150FFDA}" type="presParOf" srcId="{954E547D-1851-48F8-8740-2E3C73DDD8E4}" destId="{B14D790E-3C99-41C7-BF85-8D08509BBC9F}" srcOrd="0" destOrd="0" presId="urn:microsoft.com/office/officeart/2005/8/layout/process4"/>
    <dgm:cxn modelId="{47B38288-FB8B-4322-89E4-06E50DEC7A2A}" type="presParOf" srcId="{7891029A-6461-4F8D-8748-1E05896D20CD}" destId="{30EB6D8D-15BF-45F2-A884-23705E19C75E}" srcOrd="1" destOrd="0" presId="urn:microsoft.com/office/officeart/2005/8/layout/process4"/>
    <dgm:cxn modelId="{6FD73A01-A8CB-40A6-A48A-9331AC97E7DA}" type="presParOf" srcId="{7891029A-6461-4F8D-8748-1E05896D20CD}" destId="{75D19B32-4CE8-4A0F-AFA4-9C765915C59D}" srcOrd="2" destOrd="0" presId="urn:microsoft.com/office/officeart/2005/8/layout/process4"/>
    <dgm:cxn modelId="{E247F53A-1D78-451C-8ABB-67F755B6EFBA}" type="presParOf" srcId="{75D19B32-4CE8-4A0F-AFA4-9C765915C59D}" destId="{C6DD5D9F-6911-4572-A405-093066B8B755}" srcOrd="0" destOrd="0" presId="urn:microsoft.com/office/officeart/2005/8/layout/process4"/>
    <dgm:cxn modelId="{D87C9516-5E38-4BAC-AEBF-E24F6A0F72B2}" type="presParOf" srcId="{7891029A-6461-4F8D-8748-1E05896D20CD}" destId="{451DA74B-472C-47F9-8BC5-5D6DFC807151}" srcOrd="3" destOrd="0" presId="urn:microsoft.com/office/officeart/2005/8/layout/process4"/>
    <dgm:cxn modelId="{C421895E-31F1-41EA-B6AB-DC735422A481}" type="presParOf" srcId="{7891029A-6461-4F8D-8748-1E05896D20CD}" destId="{AA7028AD-DB33-4D2F-8695-9FBD456602C0}" srcOrd="4" destOrd="0" presId="urn:microsoft.com/office/officeart/2005/8/layout/process4"/>
    <dgm:cxn modelId="{990C34AB-45CE-481C-AC0F-4E6A46887F6B}" type="presParOf" srcId="{AA7028AD-DB33-4D2F-8695-9FBD456602C0}" destId="{FD19AE2D-FAB7-4E9C-B22D-27CC4BA4F785}" srcOrd="0" destOrd="0" presId="urn:microsoft.com/office/officeart/2005/8/layout/process4"/>
    <dgm:cxn modelId="{26E2871C-14A4-479B-B49A-C79A73927DA9}" type="presParOf" srcId="{7891029A-6461-4F8D-8748-1E05896D20CD}" destId="{C3E648DE-5C2C-40F1-A480-2641AF4C005F}" srcOrd="5" destOrd="0" presId="urn:microsoft.com/office/officeart/2005/8/layout/process4"/>
    <dgm:cxn modelId="{1ED0B6CC-ED61-4DA2-AFA0-00F44FD0076B}" type="presParOf" srcId="{7891029A-6461-4F8D-8748-1E05896D20CD}" destId="{32D7330F-F680-4953-B77B-A196D794D129}" srcOrd="6" destOrd="0" presId="urn:microsoft.com/office/officeart/2005/8/layout/process4"/>
    <dgm:cxn modelId="{57D4D038-DB04-4C5E-8FA4-3BDE30D3C4A9}" type="presParOf" srcId="{32D7330F-F680-4953-B77B-A196D794D129}" destId="{C306D144-0CA7-473E-A001-1FC6D53779AD}" srcOrd="0" destOrd="0" presId="urn:microsoft.com/office/officeart/2005/8/layout/process4"/>
    <dgm:cxn modelId="{F4638C87-F482-412D-8A91-43F2D4389C54}" type="presParOf" srcId="{7891029A-6461-4F8D-8748-1E05896D20CD}" destId="{940D16F2-0455-4559-B079-7F3F8C7DC4CA}" srcOrd="7" destOrd="0" presId="urn:microsoft.com/office/officeart/2005/8/layout/process4"/>
    <dgm:cxn modelId="{15DC4EEC-BFFA-472A-BA35-C4FC01934FAC}" type="presParOf" srcId="{7891029A-6461-4F8D-8748-1E05896D20CD}" destId="{B75DE95B-9116-4567-8552-17DAF148EA53}" srcOrd="8" destOrd="0" presId="urn:microsoft.com/office/officeart/2005/8/layout/process4"/>
    <dgm:cxn modelId="{E80843D6-5DA3-474F-9647-B04F69ACF7DB}" type="presParOf" srcId="{B75DE95B-9116-4567-8552-17DAF148EA53}" destId="{9FDB4922-B794-48B3-822B-7A0BC42941C6}" srcOrd="0" destOrd="0" presId="urn:microsoft.com/office/officeart/2005/8/layout/process4"/>
    <dgm:cxn modelId="{C2735FF0-503C-408F-B51E-248D0C49FD0E}" type="presParOf" srcId="{7891029A-6461-4F8D-8748-1E05896D20CD}" destId="{5FDDE316-1F1C-41F8-9425-C096A6517671}" srcOrd="9" destOrd="0" presId="urn:microsoft.com/office/officeart/2005/8/layout/process4"/>
    <dgm:cxn modelId="{76F4E73A-44BD-4620-84C0-72E32041F152}" type="presParOf" srcId="{7891029A-6461-4F8D-8748-1E05896D20CD}" destId="{295B6793-A0E0-49B9-9FF2-88D9C788E732}" srcOrd="10" destOrd="0" presId="urn:microsoft.com/office/officeart/2005/8/layout/process4"/>
    <dgm:cxn modelId="{5498027E-2726-488D-89A0-4B83B137BD09}" type="presParOf" srcId="{295B6793-A0E0-49B9-9FF2-88D9C788E732}" destId="{D5974E2E-B158-4CFD-BE72-1858153DB29D}" srcOrd="0" destOrd="0" presId="urn:microsoft.com/office/officeart/2005/8/layout/process4"/>
    <dgm:cxn modelId="{A19A65E0-41F9-4F1B-8D6F-781F0412DB82}" type="presParOf" srcId="{7891029A-6461-4F8D-8748-1E05896D20CD}" destId="{33FDA723-3FB6-4ABF-98AF-B37DCDC73E03}" srcOrd="11" destOrd="0" presId="urn:microsoft.com/office/officeart/2005/8/layout/process4"/>
    <dgm:cxn modelId="{0DD9C81D-4C3C-46BD-B089-CE2D67A41562}" type="presParOf" srcId="{7891029A-6461-4F8D-8748-1E05896D20CD}" destId="{1E430D16-07A0-4983-BF21-22F5C013CDD8}" srcOrd="12" destOrd="0" presId="urn:microsoft.com/office/officeart/2005/8/layout/process4"/>
    <dgm:cxn modelId="{B676F314-DA95-436E-97F8-B9981B79F49C}" type="presParOf" srcId="{1E430D16-07A0-4983-BF21-22F5C013CDD8}" destId="{515F87A3-0EBE-49FB-BCCF-5C07472A6AE4}"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FB48275-21B0-494D-BF0A-FE9B53DE2087}"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ru-RU"/>
        </a:p>
      </dgm:t>
    </dgm:pt>
    <dgm:pt modelId="{2A331A7E-D868-4956-8A55-B7D11B76222B}">
      <dgm:prSet/>
      <dgm:spPr/>
      <dgm:t>
        <a:bodyPr/>
        <a:lstStyle/>
        <a:p>
          <a:r>
            <a:rPr lang="ru-RU"/>
            <a:t>Угловой</a:t>
          </a:r>
        </a:p>
      </dgm:t>
    </dgm:pt>
    <dgm:pt modelId="{4C6BBA78-12A8-4E26-A922-F27A41BD604F}" type="parTrans" cxnId="{9B7F0DD4-E11A-49D0-92FE-2B40FB5B6CD3}">
      <dgm:prSet/>
      <dgm:spPr/>
      <dgm:t>
        <a:bodyPr/>
        <a:lstStyle/>
        <a:p>
          <a:endParaRPr lang="ru-RU"/>
        </a:p>
      </dgm:t>
    </dgm:pt>
    <dgm:pt modelId="{EFE7BA57-EE15-4BB4-9A0C-BC805713A2C5}" type="sibTrans" cxnId="{9B7F0DD4-E11A-49D0-92FE-2B40FB5B6CD3}">
      <dgm:prSet/>
      <dgm:spPr/>
      <dgm:t>
        <a:bodyPr/>
        <a:lstStyle/>
        <a:p>
          <a:endParaRPr lang="ru-RU"/>
        </a:p>
      </dgm:t>
    </dgm:pt>
    <dgm:pt modelId="{A40DF69E-EADF-4E3D-8C38-C9CF9948E7FC}">
      <dgm:prSet/>
      <dgm:spPr/>
      <dgm:t>
        <a:bodyPr/>
        <a:lstStyle/>
        <a:p>
          <a:r>
            <a:rPr lang="ru-RU"/>
            <a:t>Продольный</a:t>
          </a:r>
        </a:p>
      </dgm:t>
    </dgm:pt>
    <dgm:pt modelId="{DCD0A5E3-589F-40FE-B2C2-BF25B57ED3C3}" type="parTrans" cxnId="{6C1F5520-94DF-487C-9A30-31350EEF6F05}">
      <dgm:prSet/>
      <dgm:spPr/>
      <dgm:t>
        <a:bodyPr/>
        <a:lstStyle/>
        <a:p>
          <a:endParaRPr lang="ru-RU"/>
        </a:p>
      </dgm:t>
    </dgm:pt>
    <dgm:pt modelId="{E6989671-CDE3-422A-9D22-497ADEB9031F}" type="sibTrans" cxnId="{6C1F5520-94DF-487C-9A30-31350EEF6F05}">
      <dgm:prSet/>
      <dgm:spPr/>
      <dgm:t>
        <a:bodyPr/>
        <a:lstStyle/>
        <a:p>
          <a:endParaRPr lang="ru-RU"/>
        </a:p>
      </dgm:t>
    </dgm:pt>
    <dgm:pt modelId="{1877FE74-D2B9-4534-A036-A51ABC3BB283}" type="pres">
      <dgm:prSet presAssocID="{6FB48275-21B0-494D-BF0A-FE9B53DE2087}" presName="diagram" presStyleCnt="0">
        <dgm:presLayoutVars>
          <dgm:dir/>
          <dgm:resizeHandles val="exact"/>
        </dgm:presLayoutVars>
      </dgm:prSet>
      <dgm:spPr/>
    </dgm:pt>
    <dgm:pt modelId="{4509F945-FF89-4FF1-9941-FAD52E208872}" type="pres">
      <dgm:prSet presAssocID="{2A331A7E-D868-4956-8A55-B7D11B76222B}" presName="node" presStyleLbl="node1" presStyleIdx="0" presStyleCnt="2" custScaleY="38555">
        <dgm:presLayoutVars>
          <dgm:bulletEnabled val="1"/>
        </dgm:presLayoutVars>
      </dgm:prSet>
      <dgm:spPr/>
    </dgm:pt>
    <dgm:pt modelId="{BD1630F6-F118-481B-9EA4-F7A4F60C7588}" type="pres">
      <dgm:prSet presAssocID="{EFE7BA57-EE15-4BB4-9A0C-BC805713A2C5}" presName="sibTrans" presStyleCnt="0"/>
      <dgm:spPr/>
    </dgm:pt>
    <dgm:pt modelId="{0CC42DDF-1603-43B6-9CE1-DA9DEEB5914D}" type="pres">
      <dgm:prSet presAssocID="{A40DF69E-EADF-4E3D-8C38-C9CF9948E7FC}" presName="node" presStyleLbl="node1" presStyleIdx="1" presStyleCnt="2" custScaleY="38555">
        <dgm:presLayoutVars>
          <dgm:bulletEnabled val="1"/>
        </dgm:presLayoutVars>
      </dgm:prSet>
      <dgm:spPr/>
    </dgm:pt>
  </dgm:ptLst>
  <dgm:cxnLst>
    <dgm:cxn modelId="{6C1F5520-94DF-487C-9A30-31350EEF6F05}" srcId="{6FB48275-21B0-494D-BF0A-FE9B53DE2087}" destId="{A40DF69E-EADF-4E3D-8C38-C9CF9948E7FC}" srcOrd="1" destOrd="0" parTransId="{DCD0A5E3-589F-40FE-B2C2-BF25B57ED3C3}" sibTransId="{E6989671-CDE3-422A-9D22-497ADEB9031F}"/>
    <dgm:cxn modelId="{875B5C30-C2B8-4DFC-8BCA-C4B231A1C75B}" type="presOf" srcId="{2A331A7E-D868-4956-8A55-B7D11B76222B}" destId="{4509F945-FF89-4FF1-9941-FAD52E208872}" srcOrd="0" destOrd="0" presId="urn:microsoft.com/office/officeart/2005/8/layout/default"/>
    <dgm:cxn modelId="{8715DC7F-97A3-4F46-9C90-2D153540E844}" type="presOf" srcId="{A40DF69E-EADF-4E3D-8C38-C9CF9948E7FC}" destId="{0CC42DDF-1603-43B6-9CE1-DA9DEEB5914D}" srcOrd="0" destOrd="0" presId="urn:microsoft.com/office/officeart/2005/8/layout/default"/>
    <dgm:cxn modelId="{9B7F0DD4-E11A-49D0-92FE-2B40FB5B6CD3}" srcId="{6FB48275-21B0-494D-BF0A-FE9B53DE2087}" destId="{2A331A7E-D868-4956-8A55-B7D11B76222B}" srcOrd="0" destOrd="0" parTransId="{4C6BBA78-12A8-4E26-A922-F27A41BD604F}" sibTransId="{EFE7BA57-EE15-4BB4-9A0C-BC805713A2C5}"/>
    <dgm:cxn modelId="{69339EE5-C222-4535-85D8-13F6B3D2DC4D}" type="presOf" srcId="{6FB48275-21B0-494D-BF0A-FE9B53DE2087}" destId="{1877FE74-D2B9-4534-A036-A51ABC3BB283}" srcOrd="0" destOrd="0" presId="urn:microsoft.com/office/officeart/2005/8/layout/default"/>
    <dgm:cxn modelId="{250F54ED-0373-46D8-BC0B-764F410A7FF7}" type="presParOf" srcId="{1877FE74-D2B9-4534-A036-A51ABC3BB283}" destId="{4509F945-FF89-4FF1-9941-FAD52E208872}" srcOrd="0" destOrd="0" presId="urn:microsoft.com/office/officeart/2005/8/layout/default"/>
    <dgm:cxn modelId="{F0E202D4-B980-496C-A113-E568B6B3334A}" type="presParOf" srcId="{1877FE74-D2B9-4534-A036-A51ABC3BB283}" destId="{BD1630F6-F118-481B-9EA4-F7A4F60C7588}" srcOrd="1" destOrd="0" presId="urn:microsoft.com/office/officeart/2005/8/layout/default"/>
    <dgm:cxn modelId="{215A5B25-9443-4052-93ED-50ECA2FD2387}" type="presParOf" srcId="{1877FE74-D2B9-4534-A036-A51ABC3BB283}" destId="{0CC42DDF-1603-43B6-9CE1-DA9DEEB5914D}"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0A692A5-F829-4446-B673-137A64969C1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ru-RU"/>
        </a:p>
      </dgm:t>
    </dgm:pt>
    <dgm:pt modelId="{41AF58B6-8535-423A-93D2-5E7BC24744A3}">
      <dgm:prSet/>
      <dgm:spPr/>
      <dgm:t>
        <a:bodyPr/>
        <a:lstStyle/>
        <a:p>
          <a:r>
            <a:rPr lang="ru-RU" b="1"/>
            <a:t>Общий бланк</a:t>
          </a:r>
          <a:endParaRPr lang="ru-RU"/>
        </a:p>
      </dgm:t>
    </dgm:pt>
    <dgm:pt modelId="{4158305A-50E7-46E4-B906-15C3516A266E}" type="parTrans" cxnId="{28B64D09-2130-461D-A9AA-9F990DBB9EEE}">
      <dgm:prSet/>
      <dgm:spPr/>
      <dgm:t>
        <a:bodyPr/>
        <a:lstStyle/>
        <a:p>
          <a:endParaRPr lang="ru-RU"/>
        </a:p>
      </dgm:t>
    </dgm:pt>
    <dgm:pt modelId="{98B91E6F-61C7-431E-A2D0-18C659500FBB}" type="sibTrans" cxnId="{28B64D09-2130-461D-A9AA-9F990DBB9EEE}">
      <dgm:prSet/>
      <dgm:spPr/>
      <dgm:t>
        <a:bodyPr/>
        <a:lstStyle/>
        <a:p>
          <a:endParaRPr lang="ru-RU"/>
        </a:p>
      </dgm:t>
    </dgm:pt>
    <dgm:pt modelId="{61A5295D-63ED-48AB-8CE6-F70D9ACD3103}">
      <dgm:prSet/>
      <dgm:spPr/>
      <dgm:t>
        <a:bodyPr/>
        <a:lstStyle/>
        <a:p>
          <a:r>
            <a:rPr lang="ru-RU" b="1"/>
            <a:t>Бланк письма</a:t>
          </a:r>
          <a:endParaRPr lang="ru-RU"/>
        </a:p>
      </dgm:t>
    </dgm:pt>
    <dgm:pt modelId="{6C19D8D5-5BCE-4FD3-B8DB-1925A3EEEC82}" type="parTrans" cxnId="{A85DE092-28E4-4C93-B155-07B47939F963}">
      <dgm:prSet/>
      <dgm:spPr/>
      <dgm:t>
        <a:bodyPr/>
        <a:lstStyle/>
        <a:p>
          <a:endParaRPr lang="ru-RU"/>
        </a:p>
      </dgm:t>
    </dgm:pt>
    <dgm:pt modelId="{128EBCF8-C7A4-4E24-9497-F03BC1E09A25}" type="sibTrans" cxnId="{A85DE092-28E4-4C93-B155-07B47939F963}">
      <dgm:prSet/>
      <dgm:spPr/>
      <dgm:t>
        <a:bodyPr/>
        <a:lstStyle/>
        <a:p>
          <a:endParaRPr lang="ru-RU"/>
        </a:p>
      </dgm:t>
    </dgm:pt>
    <dgm:pt modelId="{8F1CE81F-6D3A-4A58-A0A4-680DC9F0CC38}">
      <dgm:prSet/>
      <dgm:spPr/>
      <dgm:t>
        <a:bodyPr/>
        <a:lstStyle/>
        <a:p>
          <a:r>
            <a:rPr lang="ru-RU" b="1"/>
            <a:t>Бланк конкретного вида документа (кроме письма)</a:t>
          </a:r>
          <a:endParaRPr lang="ru-RU"/>
        </a:p>
      </dgm:t>
    </dgm:pt>
    <dgm:pt modelId="{0E2A1B62-B4DD-4EDA-8263-AC79EC642B5F}" type="parTrans" cxnId="{A780998C-1365-4796-8387-43B7F55B117B}">
      <dgm:prSet/>
      <dgm:spPr/>
      <dgm:t>
        <a:bodyPr/>
        <a:lstStyle/>
        <a:p>
          <a:endParaRPr lang="ru-RU"/>
        </a:p>
      </dgm:t>
    </dgm:pt>
    <dgm:pt modelId="{9483D655-612A-496B-B0F4-83A10ED96CB8}" type="sibTrans" cxnId="{A780998C-1365-4796-8387-43B7F55B117B}">
      <dgm:prSet/>
      <dgm:spPr/>
      <dgm:t>
        <a:bodyPr/>
        <a:lstStyle/>
        <a:p>
          <a:endParaRPr lang="ru-RU"/>
        </a:p>
      </dgm:t>
    </dgm:pt>
    <dgm:pt modelId="{34CCACB6-B6C4-4073-8A30-4BCF4E4F52A6}" type="pres">
      <dgm:prSet presAssocID="{F0A692A5-F829-4446-B673-137A64969C19}" presName="diagram" presStyleCnt="0">
        <dgm:presLayoutVars>
          <dgm:dir/>
          <dgm:resizeHandles val="exact"/>
        </dgm:presLayoutVars>
      </dgm:prSet>
      <dgm:spPr/>
    </dgm:pt>
    <dgm:pt modelId="{F9A95856-BBBB-47D4-A29D-B040D3807C5D}" type="pres">
      <dgm:prSet presAssocID="{41AF58B6-8535-423A-93D2-5E7BC24744A3}" presName="node" presStyleLbl="node1" presStyleIdx="0" presStyleCnt="3" custScaleX="146410" custScaleY="68302">
        <dgm:presLayoutVars>
          <dgm:bulletEnabled val="1"/>
        </dgm:presLayoutVars>
      </dgm:prSet>
      <dgm:spPr/>
    </dgm:pt>
    <dgm:pt modelId="{ADEBC6BB-A126-4F8B-BF18-108DCA2445DC}" type="pres">
      <dgm:prSet presAssocID="{98B91E6F-61C7-431E-A2D0-18C659500FBB}" presName="sibTrans" presStyleCnt="0"/>
      <dgm:spPr/>
    </dgm:pt>
    <dgm:pt modelId="{3DE63E36-33CC-4841-B7F4-B263F992DF0F}" type="pres">
      <dgm:prSet presAssocID="{61A5295D-63ED-48AB-8CE6-F70D9ACD3103}" presName="node" presStyleLbl="node1" presStyleIdx="1" presStyleCnt="3" custScaleX="146410" custScaleY="68302">
        <dgm:presLayoutVars>
          <dgm:bulletEnabled val="1"/>
        </dgm:presLayoutVars>
      </dgm:prSet>
      <dgm:spPr/>
    </dgm:pt>
    <dgm:pt modelId="{120F08F2-EEE0-4FAE-A64F-6BC17AEDC888}" type="pres">
      <dgm:prSet presAssocID="{128EBCF8-C7A4-4E24-9497-F03BC1E09A25}" presName="sibTrans" presStyleCnt="0"/>
      <dgm:spPr/>
    </dgm:pt>
    <dgm:pt modelId="{6D1C9447-7177-49C8-B30D-95B631CE3D44}" type="pres">
      <dgm:prSet presAssocID="{8F1CE81F-6D3A-4A58-A0A4-680DC9F0CC38}" presName="node" presStyleLbl="node1" presStyleIdx="2" presStyleCnt="3" custScaleX="146410" custScaleY="68302">
        <dgm:presLayoutVars>
          <dgm:bulletEnabled val="1"/>
        </dgm:presLayoutVars>
      </dgm:prSet>
      <dgm:spPr/>
    </dgm:pt>
  </dgm:ptLst>
  <dgm:cxnLst>
    <dgm:cxn modelId="{28B64D09-2130-461D-A9AA-9F990DBB9EEE}" srcId="{F0A692A5-F829-4446-B673-137A64969C19}" destId="{41AF58B6-8535-423A-93D2-5E7BC24744A3}" srcOrd="0" destOrd="0" parTransId="{4158305A-50E7-46E4-B906-15C3516A266E}" sibTransId="{98B91E6F-61C7-431E-A2D0-18C659500FBB}"/>
    <dgm:cxn modelId="{584C6F27-ACE2-4852-BE4A-1E1C3F1EEE63}" type="presOf" srcId="{F0A692A5-F829-4446-B673-137A64969C19}" destId="{34CCACB6-B6C4-4073-8A30-4BCF4E4F52A6}" srcOrd="0" destOrd="0" presId="urn:microsoft.com/office/officeart/2005/8/layout/default"/>
    <dgm:cxn modelId="{AA09835C-F043-49EE-A36A-0F9771F9D812}" type="presOf" srcId="{8F1CE81F-6D3A-4A58-A0A4-680DC9F0CC38}" destId="{6D1C9447-7177-49C8-B30D-95B631CE3D44}" srcOrd="0" destOrd="0" presId="urn:microsoft.com/office/officeart/2005/8/layout/default"/>
    <dgm:cxn modelId="{A780998C-1365-4796-8387-43B7F55B117B}" srcId="{F0A692A5-F829-4446-B673-137A64969C19}" destId="{8F1CE81F-6D3A-4A58-A0A4-680DC9F0CC38}" srcOrd="2" destOrd="0" parTransId="{0E2A1B62-B4DD-4EDA-8263-AC79EC642B5F}" sibTransId="{9483D655-612A-496B-B0F4-83A10ED96CB8}"/>
    <dgm:cxn modelId="{A85DE092-28E4-4C93-B155-07B47939F963}" srcId="{F0A692A5-F829-4446-B673-137A64969C19}" destId="{61A5295D-63ED-48AB-8CE6-F70D9ACD3103}" srcOrd="1" destOrd="0" parTransId="{6C19D8D5-5BCE-4FD3-B8DB-1925A3EEEC82}" sibTransId="{128EBCF8-C7A4-4E24-9497-F03BC1E09A25}"/>
    <dgm:cxn modelId="{F36FECC0-57BE-4132-A126-1EF1705D3EC6}" type="presOf" srcId="{61A5295D-63ED-48AB-8CE6-F70D9ACD3103}" destId="{3DE63E36-33CC-4841-B7F4-B263F992DF0F}" srcOrd="0" destOrd="0" presId="urn:microsoft.com/office/officeart/2005/8/layout/default"/>
    <dgm:cxn modelId="{17F840ED-4377-4914-96C6-D405C8EA5ED4}" type="presOf" srcId="{41AF58B6-8535-423A-93D2-5E7BC24744A3}" destId="{F9A95856-BBBB-47D4-A29D-B040D3807C5D}" srcOrd="0" destOrd="0" presId="urn:microsoft.com/office/officeart/2005/8/layout/default"/>
    <dgm:cxn modelId="{2E86957B-FC3A-4E45-878D-8E44B6043C4F}" type="presParOf" srcId="{34CCACB6-B6C4-4073-8A30-4BCF4E4F52A6}" destId="{F9A95856-BBBB-47D4-A29D-B040D3807C5D}" srcOrd="0" destOrd="0" presId="urn:microsoft.com/office/officeart/2005/8/layout/default"/>
    <dgm:cxn modelId="{DF9E719A-DF55-42E5-BD3F-F8037B1EF0AE}" type="presParOf" srcId="{34CCACB6-B6C4-4073-8A30-4BCF4E4F52A6}" destId="{ADEBC6BB-A126-4F8B-BF18-108DCA2445DC}" srcOrd="1" destOrd="0" presId="urn:microsoft.com/office/officeart/2005/8/layout/default"/>
    <dgm:cxn modelId="{89251149-5B54-4A33-A420-5C36EF8FA085}" type="presParOf" srcId="{34CCACB6-B6C4-4073-8A30-4BCF4E4F52A6}" destId="{3DE63E36-33CC-4841-B7F4-B263F992DF0F}" srcOrd="2" destOrd="0" presId="urn:microsoft.com/office/officeart/2005/8/layout/default"/>
    <dgm:cxn modelId="{71888A5C-0D46-4D49-AAE8-2E2E5BE44460}" type="presParOf" srcId="{34CCACB6-B6C4-4073-8A30-4BCF4E4F52A6}" destId="{120F08F2-EEE0-4FAE-A64F-6BC17AEDC888}" srcOrd="3" destOrd="0" presId="urn:microsoft.com/office/officeart/2005/8/layout/default"/>
    <dgm:cxn modelId="{DBE88F32-1298-4AB1-B1FE-CC039B7A4BA6}" type="presParOf" srcId="{34CCACB6-B6C4-4073-8A30-4BCF4E4F52A6}" destId="{6D1C9447-7177-49C8-B30D-95B631CE3D44}"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DCD0E9D-DD3B-439B-B750-4EFB8E3C674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ru-RU"/>
        </a:p>
      </dgm:t>
    </dgm:pt>
    <dgm:pt modelId="{7646C868-8DF1-48C6-87AE-5472223FF72F}">
      <dgm:prSet custT="1"/>
      <dgm:spPr/>
      <dgm:t>
        <a:bodyPr/>
        <a:lstStyle/>
        <a:p>
          <a:r>
            <a:rPr lang="ru-RU" sz="1400" b="0" i="0" baseline="0" dirty="0"/>
            <a:t>1 - герб </a:t>
          </a:r>
          <a:endParaRPr lang="ru-RU" sz="1400" dirty="0"/>
        </a:p>
      </dgm:t>
    </dgm:pt>
    <dgm:pt modelId="{001B2B40-E430-415C-950A-6D54BB1612FE}" type="parTrans" cxnId="{74940D6D-61D9-4979-B6BD-BCF3C5CEE603}">
      <dgm:prSet/>
      <dgm:spPr/>
      <dgm:t>
        <a:bodyPr/>
        <a:lstStyle/>
        <a:p>
          <a:endParaRPr lang="ru-RU" sz="1400"/>
        </a:p>
      </dgm:t>
    </dgm:pt>
    <dgm:pt modelId="{A827027D-B5F0-43ED-8C68-D9CC52D6F86E}" type="sibTrans" cxnId="{74940D6D-61D9-4979-B6BD-BCF3C5CEE603}">
      <dgm:prSet/>
      <dgm:spPr/>
      <dgm:t>
        <a:bodyPr/>
        <a:lstStyle/>
        <a:p>
          <a:endParaRPr lang="ru-RU" sz="1400"/>
        </a:p>
      </dgm:t>
    </dgm:pt>
    <dgm:pt modelId="{2FA04E8E-E348-42DF-B441-22FD8620FC6B}">
      <dgm:prSet custT="1"/>
      <dgm:spPr/>
      <dgm:t>
        <a:bodyPr/>
        <a:lstStyle/>
        <a:p>
          <a:r>
            <a:rPr lang="ru-RU" sz="1400" b="0" i="0" baseline="0"/>
            <a:t>2 - эмблема;</a:t>
          </a:r>
          <a:endParaRPr lang="ru-RU" sz="1400"/>
        </a:p>
      </dgm:t>
    </dgm:pt>
    <dgm:pt modelId="{DD360222-B028-406B-9691-79C448D88F8A}" type="parTrans" cxnId="{8BB2AFD5-74BC-49F3-8A8E-12A5B44D1A42}">
      <dgm:prSet/>
      <dgm:spPr/>
      <dgm:t>
        <a:bodyPr/>
        <a:lstStyle/>
        <a:p>
          <a:endParaRPr lang="ru-RU" sz="1400"/>
        </a:p>
      </dgm:t>
    </dgm:pt>
    <dgm:pt modelId="{72CC5FC3-C37B-427D-8948-11037D82A8C1}" type="sibTrans" cxnId="{8BB2AFD5-74BC-49F3-8A8E-12A5B44D1A42}">
      <dgm:prSet/>
      <dgm:spPr/>
      <dgm:t>
        <a:bodyPr/>
        <a:lstStyle/>
        <a:p>
          <a:endParaRPr lang="ru-RU" sz="1400"/>
        </a:p>
      </dgm:t>
    </dgm:pt>
    <dgm:pt modelId="{1D05A305-A90F-468F-AFAA-15E617CD98E8}">
      <dgm:prSet custT="1"/>
      <dgm:spPr/>
      <dgm:t>
        <a:bodyPr/>
        <a:lstStyle/>
        <a:p>
          <a:r>
            <a:rPr lang="ru-RU" sz="1400" b="0" i="0" baseline="0"/>
            <a:t>3 - товарный знак (знак обслуживания);</a:t>
          </a:r>
          <a:endParaRPr lang="ru-RU" sz="1400"/>
        </a:p>
      </dgm:t>
    </dgm:pt>
    <dgm:pt modelId="{F0B40C56-F935-4A52-967C-F023D3AD3EA0}" type="parTrans" cxnId="{79238B37-3501-464D-BB6C-56FD2D044EE8}">
      <dgm:prSet/>
      <dgm:spPr/>
      <dgm:t>
        <a:bodyPr/>
        <a:lstStyle/>
        <a:p>
          <a:endParaRPr lang="ru-RU" sz="1400"/>
        </a:p>
      </dgm:t>
    </dgm:pt>
    <dgm:pt modelId="{DEF8DC51-B233-42C1-95F9-379DFF5B5390}" type="sibTrans" cxnId="{79238B37-3501-464D-BB6C-56FD2D044EE8}">
      <dgm:prSet/>
      <dgm:spPr/>
      <dgm:t>
        <a:bodyPr/>
        <a:lstStyle/>
        <a:p>
          <a:endParaRPr lang="ru-RU" sz="1400"/>
        </a:p>
      </dgm:t>
    </dgm:pt>
    <dgm:pt modelId="{69E89204-EA03-4D65-89CE-8C518DE24894}">
      <dgm:prSet custT="1"/>
      <dgm:spPr/>
      <dgm:t>
        <a:bodyPr/>
        <a:lstStyle/>
        <a:p>
          <a:r>
            <a:rPr lang="ru-RU" sz="1400" b="0" i="0" baseline="0"/>
            <a:t>4 - код формы документа;</a:t>
          </a:r>
          <a:endParaRPr lang="ru-RU" sz="1400"/>
        </a:p>
      </dgm:t>
    </dgm:pt>
    <dgm:pt modelId="{23C29301-75A0-4B37-96B3-BCA920618017}" type="parTrans" cxnId="{277827C7-B05B-48D1-ACBF-EDD3D1DA4339}">
      <dgm:prSet/>
      <dgm:spPr/>
      <dgm:t>
        <a:bodyPr/>
        <a:lstStyle/>
        <a:p>
          <a:endParaRPr lang="ru-RU" sz="1400"/>
        </a:p>
      </dgm:t>
    </dgm:pt>
    <dgm:pt modelId="{2462B874-6F0C-4A6C-A945-E20ED9789BF8}" type="sibTrans" cxnId="{277827C7-B05B-48D1-ACBF-EDD3D1DA4339}">
      <dgm:prSet/>
      <dgm:spPr/>
      <dgm:t>
        <a:bodyPr/>
        <a:lstStyle/>
        <a:p>
          <a:endParaRPr lang="ru-RU" sz="1400"/>
        </a:p>
      </dgm:t>
    </dgm:pt>
    <dgm:pt modelId="{5AF643AC-D803-495F-8F64-4F8DAF2B4B85}">
      <dgm:prSet custT="1"/>
      <dgm:spPr/>
      <dgm:t>
        <a:bodyPr/>
        <a:lstStyle/>
        <a:p>
          <a:r>
            <a:rPr lang="ru-RU" sz="1400" b="0" i="0" baseline="0" dirty="0"/>
            <a:t>5 - наименование организации;</a:t>
          </a:r>
          <a:endParaRPr lang="ru-RU" sz="1400" dirty="0"/>
        </a:p>
      </dgm:t>
    </dgm:pt>
    <dgm:pt modelId="{BD998AC9-31DF-4400-8A23-6AD9C858C70F}" type="parTrans" cxnId="{CFB3924B-E278-41B9-9F62-A2F5676ABAF0}">
      <dgm:prSet/>
      <dgm:spPr/>
      <dgm:t>
        <a:bodyPr/>
        <a:lstStyle/>
        <a:p>
          <a:endParaRPr lang="ru-RU" sz="1400"/>
        </a:p>
      </dgm:t>
    </dgm:pt>
    <dgm:pt modelId="{8DB2EE57-E81A-42DF-A3DF-577006523864}" type="sibTrans" cxnId="{CFB3924B-E278-41B9-9F62-A2F5676ABAF0}">
      <dgm:prSet/>
      <dgm:spPr/>
      <dgm:t>
        <a:bodyPr/>
        <a:lstStyle/>
        <a:p>
          <a:endParaRPr lang="ru-RU" sz="1400"/>
        </a:p>
      </dgm:t>
    </dgm:pt>
    <dgm:pt modelId="{F33E6DFB-5C34-4AC5-82B7-2AB61852705D}">
      <dgm:prSet custT="1"/>
      <dgm:spPr/>
      <dgm:t>
        <a:bodyPr/>
        <a:lstStyle/>
        <a:p>
          <a:r>
            <a:rPr lang="ru-RU" sz="1400" b="0" i="0" baseline="0" dirty="0"/>
            <a:t>6 - наименование структурного подразделения;</a:t>
          </a:r>
          <a:endParaRPr lang="ru-RU" sz="1400" dirty="0"/>
        </a:p>
      </dgm:t>
    </dgm:pt>
    <dgm:pt modelId="{10A15707-9ED7-4BCA-A581-A0CE90D53B50}" type="parTrans" cxnId="{E75B47D8-5787-44EC-BB74-35FE2575E8E7}">
      <dgm:prSet/>
      <dgm:spPr/>
      <dgm:t>
        <a:bodyPr/>
        <a:lstStyle/>
        <a:p>
          <a:endParaRPr lang="ru-RU" sz="1400"/>
        </a:p>
      </dgm:t>
    </dgm:pt>
    <dgm:pt modelId="{96E40EA1-CD11-40D0-9E84-CFF53368C1AC}" type="sibTrans" cxnId="{E75B47D8-5787-44EC-BB74-35FE2575E8E7}">
      <dgm:prSet/>
      <dgm:spPr/>
      <dgm:t>
        <a:bodyPr/>
        <a:lstStyle/>
        <a:p>
          <a:endParaRPr lang="ru-RU" sz="1400"/>
        </a:p>
      </dgm:t>
    </dgm:pt>
    <dgm:pt modelId="{76C7E326-0067-4F04-9028-2D390D35CD47}">
      <dgm:prSet custT="1"/>
      <dgm:spPr/>
      <dgm:t>
        <a:bodyPr/>
        <a:lstStyle/>
        <a:p>
          <a:r>
            <a:rPr lang="ru-RU" sz="1400" b="0" i="0" baseline="0"/>
            <a:t>7 - наименование должности;</a:t>
          </a:r>
          <a:endParaRPr lang="ru-RU" sz="1400"/>
        </a:p>
      </dgm:t>
    </dgm:pt>
    <dgm:pt modelId="{B18F771B-98CC-44A2-9F57-4110CA1C9B3D}" type="parTrans" cxnId="{F6A5A35A-02B6-4A08-BFE2-36F5439AEC91}">
      <dgm:prSet/>
      <dgm:spPr/>
      <dgm:t>
        <a:bodyPr/>
        <a:lstStyle/>
        <a:p>
          <a:endParaRPr lang="ru-RU" sz="1400"/>
        </a:p>
      </dgm:t>
    </dgm:pt>
    <dgm:pt modelId="{FFD8F18D-2699-4060-B817-3F6515DF74E0}" type="sibTrans" cxnId="{F6A5A35A-02B6-4A08-BFE2-36F5439AEC91}">
      <dgm:prSet/>
      <dgm:spPr/>
      <dgm:t>
        <a:bodyPr/>
        <a:lstStyle/>
        <a:p>
          <a:endParaRPr lang="ru-RU" sz="1400"/>
        </a:p>
      </dgm:t>
    </dgm:pt>
    <dgm:pt modelId="{8F6D5756-A784-4843-9B21-B5037AB8245B}">
      <dgm:prSet custT="1"/>
      <dgm:spPr/>
      <dgm:t>
        <a:bodyPr/>
        <a:lstStyle/>
        <a:p>
          <a:r>
            <a:rPr lang="ru-RU" sz="1400" b="0" i="0" baseline="0"/>
            <a:t>8 - справочные данные об организации;</a:t>
          </a:r>
          <a:endParaRPr lang="ru-RU" sz="1400"/>
        </a:p>
      </dgm:t>
    </dgm:pt>
    <dgm:pt modelId="{168C40BA-8558-4AC7-AC2F-2678C1813781}" type="parTrans" cxnId="{9F874FDB-29BE-4A8C-A108-9ABA63756241}">
      <dgm:prSet/>
      <dgm:spPr/>
      <dgm:t>
        <a:bodyPr/>
        <a:lstStyle/>
        <a:p>
          <a:endParaRPr lang="ru-RU" sz="1400"/>
        </a:p>
      </dgm:t>
    </dgm:pt>
    <dgm:pt modelId="{D8F75D99-A82D-420B-8A41-87349488CA51}" type="sibTrans" cxnId="{9F874FDB-29BE-4A8C-A108-9ABA63756241}">
      <dgm:prSet/>
      <dgm:spPr/>
      <dgm:t>
        <a:bodyPr/>
        <a:lstStyle/>
        <a:p>
          <a:endParaRPr lang="ru-RU" sz="1400"/>
        </a:p>
      </dgm:t>
    </dgm:pt>
    <dgm:pt modelId="{B6C99ED2-5E14-4726-ACFF-80DB9D6C53C7}">
      <dgm:prSet custT="1"/>
      <dgm:spPr/>
      <dgm:t>
        <a:bodyPr/>
        <a:lstStyle/>
        <a:p>
          <a:r>
            <a:rPr lang="ru-RU" sz="1400" b="0" i="0" baseline="0"/>
            <a:t>9 - наименование вида документа;</a:t>
          </a:r>
          <a:endParaRPr lang="ru-RU" sz="1400"/>
        </a:p>
      </dgm:t>
    </dgm:pt>
    <dgm:pt modelId="{472F72D2-DD43-49CB-AFFF-BBB13E04BC91}" type="parTrans" cxnId="{4F12BC60-63B0-4F79-867A-2198492B437A}">
      <dgm:prSet/>
      <dgm:spPr/>
      <dgm:t>
        <a:bodyPr/>
        <a:lstStyle/>
        <a:p>
          <a:endParaRPr lang="ru-RU" sz="1400"/>
        </a:p>
      </dgm:t>
    </dgm:pt>
    <dgm:pt modelId="{8A1BB13B-42DD-40ED-B423-C5A9C01F3E43}" type="sibTrans" cxnId="{4F12BC60-63B0-4F79-867A-2198492B437A}">
      <dgm:prSet/>
      <dgm:spPr/>
      <dgm:t>
        <a:bodyPr/>
        <a:lstStyle/>
        <a:p>
          <a:endParaRPr lang="ru-RU" sz="1400"/>
        </a:p>
      </dgm:t>
    </dgm:pt>
    <dgm:pt modelId="{C7B4F5E6-C3B7-4CBE-AB64-97DCF0F345BC}">
      <dgm:prSet custT="1"/>
      <dgm:spPr/>
      <dgm:t>
        <a:bodyPr/>
        <a:lstStyle/>
        <a:p>
          <a:r>
            <a:rPr lang="ru-RU" sz="1400" b="0" i="0" baseline="0"/>
            <a:t>10 - дата документа;</a:t>
          </a:r>
          <a:endParaRPr lang="ru-RU" sz="1400"/>
        </a:p>
      </dgm:t>
    </dgm:pt>
    <dgm:pt modelId="{B6633195-0B85-4700-8091-3C70C9A42958}" type="parTrans" cxnId="{DD39CD3B-2686-4CF3-A115-7826524302B4}">
      <dgm:prSet/>
      <dgm:spPr/>
      <dgm:t>
        <a:bodyPr/>
        <a:lstStyle/>
        <a:p>
          <a:endParaRPr lang="ru-RU" sz="1400"/>
        </a:p>
      </dgm:t>
    </dgm:pt>
    <dgm:pt modelId="{97F6E8DD-B40C-491A-9F5E-0D49D8CF25DD}" type="sibTrans" cxnId="{DD39CD3B-2686-4CF3-A115-7826524302B4}">
      <dgm:prSet/>
      <dgm:spPr/>
      <dgm:t>
        <a:bodyPr/>
        <a:lstStyle/>
        <a:p>
          <a:endParaRPr lang="ru-RU" sz="1400"/>
        </a:p>
      </dgm:t>
    </dgm:pt>
    <dgm:pt modelId="{5EDA76B1-B4CE-4C8E-84BA-05B8DA414664}">
      <dgm:prSet custT="1"/>
      <dgm:spPr/>
      <dgm:t>
        <a:bodyPr/>
        <a:lstStyle/>
        <a:p>
          <a:r>
            <a:rPr lang="ru-RU" sz="1400" b="0" i="0" baseline="0"/>
            <a:t>11 - регистрационный номер документа;</a:t>
          </a:r>
          <a:endParaRPr lang="ru-RU" sz="1400"/>
        </a:p>
      </dgm:t>
    </dgm:pt>
    <dgm:pt modelId="{5D73E271-A76F-42B8-81C6-001238388A27}" type="parTrans" cxnId="{89500531-B87B-433E-A33D-4D31E2D76D3F}">
      <dgm:prSet/>
      <dgm:spPr/>
      <dgm:t>
        <a:bodyPr/>
        <a:lstStyle/>
        <a:p>
          <a:endParaRPr lang="ru-RU" sz="1400"/>
        </a:p>
      </dgm:t>
    </dgm:pt>
    <dgm:pt modelId="{6D7E4B5B-9FAC-4BA9-969C-95F29FCB0219}" type="sibTrans" cxnId="{89500531-B87B-433E-A33D-4D31E2D76D3F}">
      <dgm:prSet/>
      <dgm:spPr/>
      <dgm:t>
        <a:bodyPr/>
        <a:lstStyle/>
        <a:p>
          <a:endParaRPr lang="ru-RU" sz="1400"/>
        </a:p>
      </dgm:t>
    </dgm:pt>
    <dgm:pt modelId="{A0E7C9DC-BB14-4A5F-9F46-033CE816A38B}">
      <dgm:prSet custT="1"/>
      <dgm:spPr/>
      <dgm:t>
        <a:bodyPr/>
        <a:lstStyle/>
        <a:p>
          <a:r>
            <a:rPr lang="ru-RU" sz="1200" b="0" i="0" baseline="0" dirty="0"/>
            <a:t>12 - ссылка на регистрационный номер и дату поступившего документа;</a:t>
          </a:r>
          <a:endParaRPr lang="ru-RU" sz="1200" dirty="0"/>
        </a:p>
      </dgm:t>
    </dgm:pt>
    <dgm:pt modelId="{27D4F6DB-CBCD-4128-A2FD-BBE762768BD5}" type="parTrans" cxnId="{A7A35D22-D732-4AE3-A4F7-8D5E969BD583}">
      <dgm:prSet/>
      <dgm:spPr/>
      <dgm:t>
        <a:bodyPr/>
        <a:lstStyle/>
        <a:p>
          <a:endParaRPr lang="ru-RU" sz="1400"/>
        </a:p>
      </dgm:t>
    </dgm:pt>
    <dgm:pt modelId="{23AAFFCE-DF67-4BD5-8F9B-A315AA40B5E6}" type="sibTrans" cxnId="{A7A35D22-D732-4AE3-A4F7-8D5E969BD583}">
      <dgm:prSet/>
      <dgm:spPr/>
      <dgm:t>
        <a:bodyPr/>
        <a:lstStyle/>
        <a:p>
          <a:endParaRPr lang="ru-RU" sz="1400"/>
        </a:p>
      </dgm:t>
    </dgm:pt>
    <dgm:pt modelId="{401B04CD-2C60-4C0E-9C28-DF9A06E9FE49}">
      <dgm:prSet custT="1"/>
      <dgm:spPr/>
      <dgm:t>
        <a:bodyPr/>
        <a:lstStyle/>
        <a:p>
          <a:r>
            <a:rPr lang="ru-RU" sz="1400" b="0" i="0" baseline="0" dirty="0"/>
            <a:t>13 - место составления (издания) документа;</a:t>
          </a:r>
          <a:endParaRPr lang="ru-RU" sz="1400" dirty="0"/>
        </a:p>
      </dgm:t>
    </dgm:pt>
    <dgm:pt modelId="{4585EC9E-9CBA-4208-A10F-E43475F1343B}" type="parTrans" cxnId="{6040BA69-E6D3-456F-BEE3-D6A1650DED9D}">
      <dgm:prSet/>
      <dgm:spPr/>
      <dgm:t>
        <a:bodyPr/>
        <a:lstStyle/>
        <a:p>
          <a:endParaRPr lang="ru-RU" sz="1400"/>
        </a:p>
      </dgm:t>
    </dgm:pt>
    <dgm:pt modelId="{F1AE55C5-038A-4C94-812B-319D7C2B0F72}" type="sibTrans" cxnId="{6040BA69-E6D3-456F-BEE3-D6A1650DED9D}">
      <dgm:prSet/>
      <dgm:spPr/>
      <dgm:t>
        <a:bodyPr/>
        <a:lstStyle/>
        <a:p>
          <a:endParaRPr lang="ru-RU" sz="1400"/>
        </a:p>
      </dgm:t>
    </dgm:pt>
    <dgm:pt modelId="{7CA5C44A-BA96-4687-B4DB-FDC4FBAAD65C}">
      <dgm:prSet custT="1"/>
      <dgm:spPr/>
      <dgm:t>
        <a:bodyPr/>
        <a:lstStyle/>
        <a:p>
          <a:r>
            <a:rPr lang="ru-RU" sz="1200" b="0" i="0" baseline="0" dirty="0"/>
            <a:t>14 - гриф (пометка) об ограничении доступа к документу;</a:t>
          </a:r>
          <a:endParaRPr lang="ru-RU" sz="1200" dirty="0"/>
        </a:p>
      </dgm:t>
    </dgm:pt>
    <dgm:pt modelId="{E55BFAA0-BC27-4B9C-A4C9-F56792B9CBFE}" type="parTrans" cxnId="{2C8481AA-DDF1-42F1-8294-54FDC36A5E60}">
      <dgm:prSet/>
      <dgm:spPr/>
      <dgm:t>
        <a:bodyPr/>
        <a:lstStyle/>
        <a:p>
          <a:endParaRPr lang="ru-RU" sz="1400"/>
        </a:p>
      </dgm:t>
    </dgm:pt>
    <dgm:pt modelId="{E7160EB0-2B6F-4073-9CE2-5968AD732BE8}" type="sibTrans" cxnId="{2C8481AA-DDF1-42F1-8294-54FDC36A5E60}">
      <dgm:prSet/>
      <dgm:spPr/>
      <dgm:t>
        <a:bodyPr/>
        <a:lstStyle/>
        <a:p>
          <a:endParaRPr lang="ru-RU" sz="1400"/>
        </a:p>
      </dgm:t>
    </dgm:pt>
    <dgm:pt modelId="{1A654000-CC90-48D6-A7C1-6AA87B86B7CC}">
      <dgm:prSet custT="1"/>
      <dgm:spPr/>
      <dgm:t>
        <a:bodyPr/>
        <a:lstStyle/>
        <a:p>
          <a:r>
            <a:rPr lang="ru-RU" sz="1400" b="0" i="0" baseline="0"/>
            <a:t>15 - адресат;</a:t>
          </a:r>
          <a:endParaRPr lang="ru-RU" sz="1400"/>
        </a:p>
      </dgm:t>
    </dgm:pt>
    <dgm:pt modelId="{14243065-C01F-4C88-A8A1-F5CD6DB376BD}" type="parTrans" cxnId="{7F8B6898-A553-417B-B80E-69D9A8BF0E2B}">
      <dgm:prSet/>
      <dgm:spPr/>
      <dgm:t>
        <a:bodyPr/>
        <a:lstStyle/>
        <a:p>
          <a:endParaRPr lang="ru-RU" sz="1400"/>
        </a:p>
      </dgm:t>
    </dgm:pt>
    <dgm:pt modelId="{7BFCDEB4-1CF7-4249-9BF7-31B5B2B86A99}" type="sibTrans" cxnId="{7F8B6898-A553-417B-B80E-69D9A8BF0E2B}">
      <dgm:prSet/>
      <dgm:spPr/>
      <dgm:t>
        <a:bodyPr/>
        <a:lstStyle/>
        <a:p>
          <a:endParaRPr lang="ru-RU" sz="1400"/>
        </a:p>
      </dgm:t>
    </dgm:pt>
    <dgm:pt modelId="{C56C3466-6701-4F1C-A947-FF093DA6CE51}">
      <dgm:prSet custT="1"/>
      <dgm:spPr/>
      <dgm:t>
        <a:bodyPr/>
        <a:lstStyle/>
        <a:p>
          <a:r>
            <a:rPr lang="ru-RU" sz="1400" b="0" i="0" baseline="0"/>
            <a:t>16 - гриф утверждения документа;</a:t>
          </a:r>
          <a:endParaRPr lang="ru-RU" sz="1400"/>
        </a:p>
      </dgm:t>
    </dgm:pt>
    <dgm:pt modelId="{96DA4A60-FE9F-4D47-9D16-EE0DE936CCA9}" type="parTrans" cxnId="{F89600B4-9B8B-4D0C-B091-09F6ADB2C099}">
      <dgm:prSet/>
      <dgm:spPr/>
      <dgm:t>
        <a:bodyPr/>
        <a:lstStyle/>
        <a:p>
          <a:endParaRPr lang="ru-RU" sz="1400"/>
        </a:p>
      </dgm:t>
    </dgm:pt>
    <dgm:pt modelId="{A2EB927F-0570-4653-9559-E17EFD69C55B}" type="sibTrans" cxnId="{F89600B4-9B8B-4D0C-B091-09F6ADB2C099}">
      <dgm:prSet/>
      <dgm:spPr/>
      <dgm:t>
        <a:bodyPr/>
        <a:lstStyle/>
        <a:p>
          <a:endParaRPr lang="ru-RU" sz="1400"/>
        </a:p>
      </dgm:t>
    </dgm:pt>
    <dgm:pt modelId="{D4B71717-BA18-4F91-9935-6EE645536AB1}">
      <dgm:prSet custT="1"/>
      <dgm:spPr/>
      <dgm:t>
        <a:bodyPr/>
        <a:lstStyle/>
        <a:p>
          <a:r>
            <a:rPr lang="ru-RU" sz="1400" b="0" i="0" baseline="0"/>
            <a:t>17 - заголовок к тексту;</a:t>
          </a:r>
          <a:endParaRPr lang="ru-RU" sz="1400"/>
        </a:p>
      </dgm:t>
    </dgm:pt>
    <dgm:pt modelId="{AE4CC098-6C38-48E7-9F6A-3F45B1F2C05E}" type="parTrans" cxnId="{35497EFF-9734-4B8E-A229-63C083A27D4B}">
      <dgm:prSet/>
      <dgm:spPr/>
      <dgm:t>
        <a:bodyPr/>
        <a:lstStyle/>
        <a:p>
          <a:endParaRPr lang="ru-RU" sz="1400"/>
        </a:p>
      </dgm:t>
    </dgm:pt>
    <dgm:pt modelId="{5382017A-3DB0-4619-BDF8-6323F8DAC80C}" type="sibTrans" cxnId="{35497EFF-9734-4B8E-A229-63C083A27D4B}">
      <dgm:prSet/>
      <dgm:spPr/>
      <dgm:t>
        <a:bodyPr/>
        <a:lstStyle/>
        <a:p>
          <a:endParaRPr lang="ru-RU" sz="1400"/>
        </a:p>
      </dgm:t>
    </dgm:pt>
    <dgm:pt modelId="{AA1CF7C3-A021-46EC-8972-BB32B4365EC3}">
      <dgm:prSet custT="1"/>
      <dgm:spPr/>
      <dgm:t>
        <a:bodyPr/>
        <a:lstStyle/>
        <a:p>
          <a:r>
            <a:rPr lang="ru-RU" sz="1400" b="0" i="0" baseline="0"/>
            <a:t>18 - текст документа;</a:t>
          </a:r>
          <a:endParaRPr lang="ru-RU" sz="1400"/>
        </a:p>
      </dgm:t>
    </dgm:pt>
    <dgm:pt modelId="{23624DAB-18E6-4486-A4CC-A3292127C33C}" type="parTrans" cxnId="{CD76A0E7-EA2B-4964-B939-8AE72289DB1E}">
      <dgm:prSet/>
      <dgm:spPr/>
      <dgm:t>
        <a:bodyPr/>
        <a:lstStyle/>
        <a:p>
          <a:endParaRPr lang="ru-RU" sz="1400"/>
        </a:p>
      </dgm:t>
    </dgm:pt>
    <dgm:pt modelId="{1D73C227-ECCC-41D6-9929-632D19B15E8C}" type="sibTrans" cxnId="{CD76A0E7-EA2B-4964-B939-8AE72289DB1E}">
      <dgm:prSet/>
      <dgm:spPr/>
      <dgm:t>
        <a:bodyPr/>
        <a:lstStyle/>
        <a:p>
          <a:endParaRPr lang="ru-RU" sz="1400"/>
        </a:p>
      </dgm:t>
    </dgm:pt>
    <dgm:pt modelId="{E1E8723E-5500-4682-815F-64A543E7B8A2}">
      <dgm:prSet custT="1"/>
      <dgm:spPr/>
      <dgm:t>
        <a:bodyPr/>
        <a:lstStyle/>
        <a:p>
          <a:r>
            <a:rPr lang="ru-RU" sz="1400"/>
            <a:t>19 - отметка о приложении;</a:t>
          </a:r>
        </a:p>
      </dgm:t>
    </dgm:pt>
    <dgm:pt modelId="{2DB39C76-9861-4EB5-8E1D-69277051D48F}" type="parTrans" cxnId="{2D711C45-07D4-4F5C-A28F-435A60C45EB8}">
      <dgm:prSet/>
      <dgm:spPr/>
      <dgm:t>
        <a:bodyPr/>
        <a:lstStyle/>
        <a:p>
          <a:endParaRPr lang="ru-RU" sz="1400"/>
        </a:p>
      </dgm:t>
    </dgm:pt>
    <dgm:pt modelId="{5E0D02C8-6962-4B50-B455-1F6136C1E661}" type="sibTrans" cxnId="{2D711C45-07D4-4F5C-A28F-435A60C45EB8}">
      <dgm:prSet/>
      <dgm:spPr/>
      <dgm:t>
        <a:bodyPr/>
        <a:lstStyle/>
        <a:p>
          <a:endParaRPr lang="ru-RU" sz="1400"/>
        </a:p>
      </dgm:t>
    </dgm:pt>
    <dgm:pt modelId="{B852D63F-25D9-4B1A-AFAC-B4CF121FFF38}">
      <dgm:prSet custT="1"/>
      <dgm:spPr/>
      <dgm:t>
        <a:bodyPr/>
        <a:lstStyle/>
        <a:p>
          <a:r>
            <a:rPr lang="ru-RU" sz="1400"/>
            <a:t>20 - гриф согласования документа;</a:t>
          </a:r>
        </a:p>
      </dgm:t>
    </dgm:pt>
    <dgm:pt modelId="{E602E5D7-C88A-4F60-8438-A91B9AFA03C5}" type="parTrans" cxnId="{05A29278-DFD8-49B2-9D29-6FDE59F0E023}">
      <dgm:prSet/>
      <dgm:spPr/>
      <dgm:t>
        <a:bodyPr/>
        <a:lstStyle/>
        <a:p>
          <a:endParaRPr lang="ru-RU" sz="1400"/>
        </a:p>
      </dgm:t>
    </dgm:pt>
    <dgm:pt modelId="{A367424A-06A3-4967-991E-CFEDEB5B8C78}" type="sibTrans" cxnId="{05A29278-DFD8-49B2-9D29-6FDE59F0E023}">
      <dgm:prSet/>
      <dgm:spPr/>
      <dgm:t>
        <a:bodyPr/>
        <a:lstStyle/>
        <a:p>
          <a:endParaRPr lang="ru-RU" sz="1400"/>
        </a:p>
      </dgm:t>
    </dgm:pt>
    <dgm:pt modelId="{C62EE6EA-D68E-4CAB-8971-B1D117A9FACD}">
      <dgm:prSet custT="1"/>
      <dgm:spPr/>
      <dgm:t>
        <a:bodyPr/>
        <a:lstStyle/>
        <a:p>
          <a:r>
            <a:rPr lang="ru-RU" sz="1400"/>
            <a:t>21 - виза;</a:t>
          </a:r>
        </a:p>
      </dgm:t>
    </dgm:pt>
    <dgm:pt modelId="{8DCEA936-7DDD-4B41-B41A-1D05B5B4E2C5}" type="parTrans" cxnId="{1CB6ABCF-2796-47EF-940C-04D872BCD533}">
      <dgm:prSet/>
      <dgm:spPr/>
      <dgm:t>
        <a:bodyPr/>
        <a:lstStyle/>
        <a:p>
          <a:endParaRPr lang="ru-RU" sz="1400"/>
        </a:p>
      </dgm:t>
    </dgm:pt>
    <dgm:pt modelId="{65919D4E-BA2C-4941-AA1D-DA7D7ACF0554}" type="sibTrans" cxnId="{1CB6ABCF-2796-47EF-940C-04D872BCD533}">
      <dgm:prSet/>
      <dgm:spPr/>
      <dgm:t>
        <a:bodyPr/>
        <a:lstStyle/>
        <a:p>
          <a:endParaRPr lang="ru-RU" sz="1400"/>
        </a:p>
      </dgm:t>
    </dgm:pt>
    <dgm:pt modelId="{BF904842-E2E7-4269-9C1D-7539567EA09F}">
      <dgm:prSet custT="1"/>
      <dgm:spPr/>
      <dgm:t>
        <a:bodyPr/>
        <a:lstStyle/>
        <a:p>
          <a:r>
            <a:rPr lang="ru-RU" sz="1400"/>
            <a:t>22 - подпись;</a:t>
          </a:r>
        </a:p>
      </dgm:t>
    </dgm:pt>
    <dgm:pt modelId="{131831D2-4953-442F-B425-54394DAEEE25}" type="parTrans" cxnId="{BB670997-4446-4726-9F70-6CCA137FC032}">
      <dgm:prSet/>
      <dgm:spPr/>
      <dgm:t>
        <a:bodyPr/>
        <a:lstStyle/>
        <a:p>
          <a:endParaRPr lang="ru-RU" sz="1400"/>
        </a:p>
      </dgm:t>
    </dgm:pt>
    <dgm:pt modelId="{4D6631A0-B717-49E5-A292-A04FF5940EFD}" type="sibTrans" cxnId="{BB670997-4446-4726-9F70-6CCA137FC032}">
      <dgm:prSet/>
      <dgm:spPr/>
      <dgm:t>
        <a:bodyPr/>
        <a:lstStyle/>
        <a:p>
          <a:endParaRPr lang="ru-RU" sz="1400"/>
        </a:p>
      </dgm:t>
    </dgm:pt>
    <dgm:pt modelId="{5A28B123-9D32-4362-B871-B4FD6415EBF5}">
      <dgm:prSet custT="1"/>
      <dgm:spPr/>
      <dgm:t>
        <a:bodyPr/>
        <a:lstStyle/>
        <a:p>
          <a:r>
            <a:rPr lang="ru-RU" sz="1400"/>
            <a:t>23 - отметка об электронной подписи;</a:t>
          </a:r>
        </a:p>
      </dgm:t>
    </dgm:pt>
    <dgm:pt modelId="{5690D8B4-51EA-4036-821A-36F48AF5F76B}" type="parTrans" cxnId="{D38DAF2B-A2AC-43C7-885A-FEFB8BFEE622}">
      <dgm:prSet/>
      <dgm:spPr/>
      <dgm:t>
        <a:bodyPr/>
        <a:lstStyle/>
        <a:p>
          <a:endParaRPr lang="ru-RU" sz="1400"/>
        </a:p>
      </dgm:t>
    </dgm:pt>
    <dgm:pt modelId="{BE979FE7-0991-4EC7-ADFB-191D9F40E3A2}" type="sibTrans" cxnId="{D38DAF2B-A2AC-43C7-885A-FEFB8BFEE622}">
      <dgm:prSet/>
      <dgm:spPr/>
      <dgm:t>
        <a:bodyPr/>
        <a:lstStyle/>
        <a:p>
          <a:endParaRPr lang="ru-RU" sz="1400"/>
        </a:p>
      </dgm:t>
    </dgm:pt>
    <dgm:pt modelId="{3D5366E9-C53A-46EC-BF8F-6900A9E59A9D}">
      <dgm:prSet custT="1"/>
      <dgm:spPr/>
      <dgm:t>
        <a:bodyPr/>
        <a:lstStyle/>
        <a:p>
          <a:r>
            <a:rPr lang="ru-RU" sz="1400"/>
            <a:t>24 - печать;</a:t>
          </a:r>
        </a:p>
      </dgm:t>
    </dgm:pt>
    <dgm:pt modelId="{5A4580AC-C572-40CC-9CF4-1220CA7072D2}" type="parTrans" cxnId="{499AE4DD-BF08-4462-9264-E4F4A2E0CC12}">
      <dgm:prSet/>
      <dgm:spPr/>
      <dgm:t>
        <a:bodyPr/>
        <a:lstStyle/>
        <a:p>
          <a:endParaRPr lang="ru-RU" sz="1400"/>
        </a:p>
      </dgm:t>
    </dgm:pt>
    <dgm:pt modelId="{2DB11D9E-AC99-4FB3-A3CD-63E8D78F907F}" type="sibTrans" cxnId="{499AE4DD-BF08-4462-9264-E4F4A2E0CC12}">
      <dgm:prSet/>
      <dgm:spPr/>
      <dgm:t>
        <a:bodyPr/>
        <a:lstStyle/>
        <a:p>
          <a:endParaRPr lang="ru-RU" sz="1400"/>
        </a:p>
      </dgm:t>
    </dgm:pt>
    <dgm:pt modelId="{4FBF0F18-F987-4F9A-B28A-0F6EF5F42C28}">
      <dgm:prSet custT="1"/>
      <dgm:spPr/>
      <dgm:t>
        <a:bodyPr/>
        <a:lstStyle/>
        <a:p>
          <a:r>
            <a:rPr lang="ru-RU" sz="1400"/>
            <a:t>25 - отметка об исполнителе;</a:t>
          </a:r>
        </a:p>
      </dgm:t>
    </dgm:pt>
    <dgm:pt modelId="{36F10F04-3F19-4B40-A83A-095117B8A9A3}" type="parTrans" cxnId="{4502BB89-2EEE-44D8-9F3A-2349CC87D038}">
      <dgm:prSet/>
      <dgm:spPr/>
      <dgm:t>
        <a:bodyPr/>
        <a:lstStyle/>
        <a:p>
          <a:endParaRPr lang="ru-RU" sz="1400"/>
        </a:p>
      </dgm:t>
    </dgm:pt>
    <dgm:pt modelId="{F5985E1F-79CC-4B8D-9397-2AD5BF205CEC}" type="sibTrans" cxnId="{4502BB89-2EEE-44D8-9F3A-2349CC87D038}">
      <dgm:prSet/>
      <dgm:spPr/>
      <dgm:t>
        <a:bodyPr/>
        <a:lstStyle/>
        <a:p>
          <a:endParaRPr lang="ru-RU" sz="1400"/>
        </a:p>
      </dgm:t>
    </dgm:pt>
    <dgm:pt modelId="{BBA525D7-46FE-4CCE-9C94-ACE184C09870}">
      <dgm:prSet custT="1"/>
      <dgm:spPr/>
      <dgm:t>
        <a:bodyPr/>
        <a:lstStyle/>
        <a:p>
          <a:r>
            <a:rPr lang="ru-RU" sz="1400"/>
            <a:t>26 - отметка о заверении копии;</a:t>
          </a:r>
        </a:p>
      </dgm:t>
    </dgm:pt>
    <dgm:pt modelId="{A40BC853-71DF-4274-849A-AB4D50FAE28A}" type="parTrans" cxnId="{577F51BA-D21D-4E93-BB1F-944CE6381615}">
      <dgm:prSet/>
      <dgm:spPr/>
      <dgm:t>
        <a:bodyPr/>
        <a:lstStyle/>
        <a:p>
          <a:endParaRPr lang="ru-RU" sz="1400"/>
        </a:p>
      </dgm:t>
    </dgm:pt>
    <dgm:pt modelId="{53A53E47-9940-4F28-87D6-B07E10C97818}" type="sibTrans" cxnId="{577F51BA-D21D-4E93-BB1F-944CE6381615}">
      <dgm:prSet/>
      <dgm:spPr/>
      <dgm:t>
        <a:bodyPr/>
        <a:lstStyle/>
        <a:p>
          <a:endParaRPr lang="ru-RU" sz="1400"/>
        </a:p>
      </dgm:t>
    </dgm:pt>
    <dgm:pt modelId="{4D8CE230-B368-4F2A-9A59-7541360F53CD}">
      <dgm:prSet custT="1"/>
      <dgm:spPr/>
      <dgm:t>
        <a:bodyPr/>
        <a:lstStyle/>
        <a:p>
          <a:r>
            <a:rPr lang="ru-RU" sz="1400"/>
            <a:t>27 - отметка о поступлении документа;</a:t>
          </a:r>
        </a:p>
      </dgm:t>
    </dgm:pt>
    <dgm:pt modelId="{170A2BF8-E791-4DA8-B050-ECF3D043AD5B}" type="parTrans" cxnId="{E43D3DA3-1563-415B-992C-917856F7790E}">
      <dgm:prSet/>
      <dgm:spPr/>
      <dgm:t>
        <a:bodyPr/>
        <a:lstStyle/>
        <a:p>
          <a:endParaRPr lang="ru-RU" sz="1400"/>
        </a:p>
      </dgm:t>
    </dgm:pt>
    <dgm:pt modelId="{62F9D7ED-A376-4B16-B152-60A84BE34B3B}" type="sibTrans" cxnId="{E43D3DA3-1563-415B-992C-917856F7790E}">
      <dgm:prSet/>
      <dgm:spPr/>
      <dgm:t>
        <a:bodyPr/>
        <a:lstStyle/>
        <a:p>
          <a:endParaRPr lang="ru-RU" sz="1400"/>
        </a:p>
      </dgm:t>
    </dgm:pt>
    <dgm:pt modelId="{F16FFED2-0F05-42C1-BC7C-BDCC1ABEB37C}">
      <dgm:prSet custT="1"/>
      <dgm:spPr/>
      <dgm:t>
        <a:bodyPr/>
        <a:lstStyle/>
        <a:p>
          <a:r>
            <a:rPr lang="ru-RU" sz="1400"/>
            <a:t>28 - резолюция;</a:t>
          </a:r>
        </a:p>
      </dgm:t>
    </dgm:pt>
    <dgm:pt modelId="{2A75FADB-538C-4519-B6F7-160CE75627AC}" type="parTrans" cxnId="{DC4BDB53-AE22-4036-96B6-A563F839D94D}">
      <dgm:prSet/>
      <dgm:spPr/>
      <dgm:t>
        <a:bodyPr/>
        <a:lstStyle/>
        <a:p>
          <a:endParaRPr lang="ru-RU" sz="1400"/>
        </a:p>
      </dgm:t>
    </dgm:pt>
    <dgm:pt modelId="{E633EA53-01BE-4785-8BEA-355C1066E213}" type="sibTrans" cxnId="{DC4BDB53-AE22-4036-96B6-A563F839D94D}">
      <dgm:prSet/>
      <dgm:spPr/>
      <dgm:t>
        <a:bodyPr/>
        <a:lstStyle/>
        <a:p>
          <a:endParaRPr lang="ru-RU" sz="1400"/>
        </a:p>
      </dgm:t>
    </dgm:pt>
    <dgm:pt modelId="{989C3724-AFC7-4312-A05F-0FC3FA921669}">
      <dgm:prSet custT="1"/>
      <dgm:spPr/>
      <dgm:t>
        <a:bodyPr/>
        <a:lstStyle/>
        <a:p>
          <a:r>
            <a:rPr lang="ru-RU" sz="1400"/>
            <a:t>29 - отметка о контроле;</a:t>
          </a:r>
        </a:p>
      </dgm:t>
    </dgm:pt>
    <dgm:pt modelId="{F237716A-D417-426F-A699-8A450C817776}" type="parTrans" cxnId="{6A365E26-142C-47A0-B425-F13E1E5A9DF6}">
      <dgm:prSet/>
      <dgm:spPr/>
      <dgm:t>
        <a:bodyPr/>
        <a:lstStyle/>
        <a:p>
          <a:endParaRPr lang="ru-RU" sz="1400"/>
        </a:p>
      </dgm:t>
    </dgm:pt>
    <dgm:pt modelId="{3FB98DC3-FB89-456B-B70C-0F4797EA0458}" type="sibTrans" cxnId="{6A365E26-142C-47A0-B425-F13E1E5A9DF6}">
      <dgm:prSet/>
      <dgm:spPr/>
      <dgm:t>
        <a:bodyPr/>
        <a:lstStyle/>
        <a:p>
          <a:endParaRPr lang="ru-RU" sz="1400"/>
        </a:p>
      </dgm:t>
    </dgm:pt>
    <dgm:pt modelId="{FDF8D4FB-EDE1-47C5-AE17-6AC0789A0AF9}">
      <dgm:prSet custT="1"/>
      <dgm:spPr/>
      <dgm:t>
        <a:bodyPr/>
        <a:lstStyle/>
        <a:p>
          <a:r>
            <a:rPr lang="ru-RU" sz="1400"/>
            <a:t>30 - отметка о направлении документа в дело;</a:t>
          </a:r>
        </a:p>
      </dgm:t>
    </dgm:pt>
    <dgm:pt modelId="{714D4A49-9336-4257-A4A6-7C4369410E50}" type="parTrans" cxnId="{B81713B3-3BE4-494E-8E7B-177EADECDEDE}">
      <dgm:prSet/>
      <dgm:spPr/>
      <dgm:t>
        <a:bodyPr/>
        <a:lstStyle/>
        <a:p>
          <a:endParaRPr lang="ru-RU" sz="1400"/>
        </a:p>
      </dgm:t>
    </dgm:pt>
    <dgm:pt modelId="{249064BD-77EF-4915-9201-DBD73367D376}" type="sibTrans" cxnId="{B81713B3-3BE4-494E-8E7B-177EADECDEDE}">
      <dgm:prSet/>
      <dgm:spPr/>
      <dgm:t>
        <a:bodyPr/>
        <a:lstStyle/>
        <a:p>
          <a:endParaRPr lang="ru-RU" sz="1400"/>
        </a:p>
      </dgm:t>
    </dgm:pt>
    <dgm:pt modelId="{50219A83-7072-4086-BEAF-A65FBCDA4853}">
      <dgm:prSet custT="1"/>
      <dgm:spPr/>
      <dgm:t>
        <a:bodyPr/>
        <a:lstStyle/>
        <a:p>
          <a:r>
            <a:rPr lang="ru-RU" sz="1400"/>
            <a:t>31 - штрих-код (</a:t>
          </a:r>
          <a:r>
            <a:rPr lang="fr-FR" sz="1400"/>
            <a:t>QR-</a:t>
          </a:r>
          <a:r>
            <a:rPr lang="ru-RU" sz="1400"/>
            <a:t>код) документа.</a:t>
          </a:r>
        </a:p>
      </dgm:t>
    </dgm:pt>
    <dgm:pt modelId="{EE13CEE9-2B67-46ED-B341-8660FE8169D5}" type="parTrans" cxnId="{E5459EEE-282A-4B7E-8F5C-50B8CB874D59}">
      <dgm:prSet/>
      <dgm:spPr/>
      <dgm:t>
        <a:bodyPr/>
        <a:lstStyle/>
        <a:p>
          <a:endParaRPr lang="ru-RU" sz="1400"/>
        </a:p>
      </dgm:t>
    </dgm:pt>
    <dgm:pt modelId="{BCE46001-6EB6-45D3-8FAE-D35DFB61F62F}" type="sibTrans" cxnId="{E5459EEE-282A-4B7E-8F5C-50B8CB874D59}">
      <dgm:prSet/>
      <dgm:spPr/>
      <dgm:t>
        <a:bodyPr/>
        <a:lstStyle/>
        <a:p>
          <a:endParaRPr lang="ru-RU" sz="1400"/>
        </a:p>
      </dgm:t>
    </dgm:pt>
    <dgm:pt modelId="{E150A093-6C5B-44F6-9FD3-CD662303BF9E}" type="pres">
      <dgm:prSet presAssocID="{2DCD0E9D-DD3B-439B-B750-4EFB8E3C674F}" presName="diagram" presStyleCnt="0">
        <dgm:presLayoutVars>
          <dgm:dir/>
          <dgm:resizeHandles val="exact"/>
        </dgm:presLayoutVars>
      </dgm:prSet>
      <dgm:spPr/>
    </dgm:pt>
    <dgm:pt modelId="{2ABD8DF6-8837-45C6-8E74-F30A275EAD50}" type="pres">
      <dgm:prSet presAssocID="{7646C868-8DF1-48C6-87AE-5472223FF72F}" presName="node" presStyleLbl="node1" presStyleIdx="0" presStyleCnt="31" custScaleY="133102">
        <dgm:presLayoutVars>
          <dgm:bulletEnabled val="1"/>
        </dgm:presLayoutVars>
      </dgm:prSet>
      <dgm:spPr/>
    </dgm:pt>
    <dgm:pt modelId="{D4A5E7CD-F46C-4008-98B3-0A75282BD6A5}" type="pres">
      <dgm:prSet presAssocID="{A827027D-B5F0-43ED-8C68-D9CC52D6F86E}" presName="sibTrans" presStyleCnt="0"/>
      <dgm:spPr/>
    </dgm:pt>
    <dgm:pt modelId="{EC61AE1C-7D74-45B3-B924-FAE30B998692}" type="pres">
      <dgm:prSet presAssocID="{2FA04E8E-E348-42DF-B441-22FD8620FC6B}" presName="node" presStyleLbl="node1" presStyleIdx="1" presStyleCnt="31" custScaleY="133102">
        <dgm:presLayoutVars>
          <dgm:bulletEnabled val="1"/>
        </dgm:presLayoutVars>
      </dgm:prSet>
      <dgm:spPr/>
    </dgm:pt>
    <dgm:pt modelId="{97940331-142A-4B2E-BFE4-93F6ECA6104E}" type="pres">
      <dgm:prSet presAssocID="{72CC5FC3-C37B-427D-8948-11037D82A8C1}" presName="sibTrans" presStyleCnt="0"/>
      <dgm:spPr/>
    </dgm:pt>
    <dgm:pt modelId="{6D21E6A6-79AB-45AA-A652-FCD0C625724D}" type="pres">
      <dgm:prSet presAssocID="{1D05A305-A90F-468F-AFAA-15E617CD98E8}" presName="node" presStyleLbl="node1" presStyleIdx="2" presStyleCnt="31" custScaleY="133102">
        <dgm:presLayoutVars>
          <dgm:bulletEnabled val="1"/>
        </dgm:presLayoutVars>
      </dgm:prSet>
      <dgm:spPr/>
    </dgm:pt>
    <dgm:pt modelId="{348161BB-9A3E-4440-B825-9B005FA62BE2}" type="pres">
      <dgm:prSet presAssocID="{DEF8DC51-B233-42C1-95F9-379DFF5B5390}" presName="sibTrans" presStyleCnt="0"/>
      <dgm:spPr/>
    </dgm:pt>
    <dgm:pt modelId="{C1582227-638D-4F93-8627-7A1A9C5CA3D4}" type="pres">
      <dgm:prSet presAssocID="{69E89204-EA03-4D65-89CE-8C518DE24894}" presName="node" presStyleLbl="node1" presStyleIdx="3" presStyleCnt="31" custScaleY="133102">
        <dgm:presLayoutVars>
          <dgm:bulletEnabled val="1"/>
        </dgm:presLayoutVars>
      </dgm:prSet>
      <dgm:spPr/>
    </dgm:pt>
    <dgm:pt modelId="{35B919F9-AC9D-44DD-97AB-3952ECD9BFA5}" type="pres">
      <dgm:prSet presAssocID="{2462B874-6F0C-4A6C-A945-E20ED9789BF8}" presName="sibTrans" presStyleCnt="0"/>
      <dgm:spPr/>
    </dgm:pt>
    <dgm:pt modelId="{932A2118-351E-404E-A081-0AF6D97FBFC8}" type="pres">
      <dgm:prSet presAssocID="{5AF643AC-D803-495F-8F64-4F8DAF2B4B85}" presName="node" presStyleLbl="node1" presStyleIdx="4" presStyleCnt="31" custScaleY="133102">
        <dgm:presLayoutVars>
          <dgm:bulletEnabled val="1"/>
        </dgm:presLayoutVars>
      </dgm:prSet>
      <dgm:spPr/>
    </dgm:pt>
    <dgm:pt modelId="{A1820A93-1ED8-4368-B8CF-9A412135451E}" type="pres">
      <dgm:prSet presAssocID="{8DB2EE57-E81A-42DF-A3DF-577006523864}" presName="sibTrans" presStyleCnt="0"/>
      <dgm:spPr/>
    </dgm:pt>
    <dgm:pt modelId="{18DFC519-C17D-435B-A485-5A21281C1D96}" type="pres">
      <dgm:prSet presAssocID="{F33E6DFB-5C34-4AC5-82B7-2AB61852705D}" presName="node" presStyleLbl="node1" presStyleIdx="5" presStyleCnt="31" custScaleY="133102">
        <dgm:presLayoutVars>
          <dgm:bulletEnabled val="1"/>
        </dgm:presLayoutVars>
      </dgm:prSet>
      <dgm:spPr/>
    </dgm:pt>
    <dgm:pt modelId="{C71897B8-6AC3-41C5-A606-3E3DD4B921ED}" type="pres">
      <dgm:prSet presAssocID="{96E40EA1-CD11-40D0-9E84-CFF53368C1AC}" presName="sibTrans" presStyleCnt="0"/>
      <dgm:spPr/>
    </dgm:pt>
    <dgm:pt modelId="{10F14D3E-96F8-4C69-9DF5-5C73EBE2C45B}" type="pres">
      <dgm:prSet presAssocID="{76C7E326-0067-4F04-9028-2D390D35CD47}" presName="node" presStyleLbl="node1" presStyleIdx="6" presStyleCnt="31" custScaleY="133102">
        <dgm:presLayoutVars>
          <dgm:bulletEnabled val="1"/>
        </dgm:presLayoutVars>
      </dgm:prSet>
      <dgm:spPr/>
    </dgm:pt>
    <dgm:pt modelId="{9A3B8932-D6E7-46C4-BA19-040611D30439}" type="pres">
      <dgm:prSet presAssocID="{FFD8F18D-2699-4060-B817-3F6515DF74E0}" presName="sibTrans" presStyleCnt="0"/>
      <dgm:spPr/>
    </dgm:pt>
    <dgm:pt modelId="{647CB585-6D4D-4DBC-9C1C-E3E8159EC569}" type="pres">
      <dgm:prSet presAssocID="{8F6D5756-A784-4843-9B21-B5037AB8245B}" presName="node" presStyleLbl="node1" presStyleIdx="7" presStyleCnt="31" custScaleY="133102">
        <dgm:presLayoutVars>
          <dgm:bulletEnabled val="1"/>
        </dgm:presLayoutVars>
      </dgm:prSet>
      <dgm:spPr/>
    </dgm:pt>
    <dgm:pt modelId="{500C2201-588F-4BAE-ABBC-D72EC81641A3}" type="pres">
      <dgm:prSet presAssocID="{D8F75D99-A82D-420B-8A41-87349488CA51}" presName="sibTrans" presStyleCnt="0"/>
      <dgm:spPr/>
    </dgm:pt>
    <dgm:pt modelId="{43977CA0-0748-4371-87CE-2B70FD5078CF}" type="pres">
      <dgm:prSet presAssocID="{B6C99ED2-5E14-4726-ACFF-80DB9D6C53C7}" presName="node" presStyleLbl="node1" presStyleIdx="8" presStyleCnt="31" custScaleY="133102">
        <dgm:presLayoutVars>
          <dgm:bulletEnabled val="1"/>
        </dgm:presLayoutVars>
      </dgm:prSet>
      <dgm:spPr/>
    </dgm:pt>
    <dgm:pt modelId="{31056309-DA81-4C15-B52D-D69CD402D209}" type="pres">
      <dgm:prSet presAssocID="{8A1BB13B-42DD-40ED-B423-C5A9C01F3E43}" presName="sibTrans" presStyleCnt="0"/>
      <dgm:spPr/>
    </dgm:pt>
    <dgm:pt modelId="{96B97CD7-3B2C-4B35-9D3E-DDAD283E6B4C}" type="pres">
      <dgm:prSet presAssocID="{C7B4F5E6-C3B7-4CBE-AB64-97DCF0F345BC}" presName="node" presStyleLbl="node1" presStyleIdx="9" presStyleCnt="31" custScaleY="133102">
        <dgm:presLayoutVars>
          <dgm:bulletEnabled val="1"/>
        </dgm:presLayoutVars>
      </dgm:prSet>
      <dgm:spPr/>
    </dgm:pt>
    <dgm:pt modelId="{9EEFBA9E-267B-4E93-826D-07CE38658386}" type="pres">
      <dgm:prSet presAssocID="{97F6E8DD-B40C-491A-9F5E-0D49D8CF25DD}" presName="sibTrans" presStyleCnt="0"/>
      <dgm:spPr/>
    </dgm:pt>
    <dgm:pt modelId="{22047B71-3071-45EF-A2F6-5815A77B53DB}" type="pres">
      <dgm:prSet presAssocID="{5EDA76B1-B4CE-4C8E-84BA-05B8DA414664}" presName="node" presStyleLbl="node1" presStyleIdx="10" presStyleCnt="31" custScaleY="133102">
        <dgm:presLayoutVars>
          <dgm:bulletEnabled val="1"/>
        </dgm:presLayoutVars>
      </dgm:prSet>
      <dgm:spPr/>
    </dgm:pt>
    <dgm:pt modelId="{8747FFEA-77FB-47D4-AD45-5697ACD4BA84}" type="pres">
      <dgm:prSet presAssocID="{6D7E4B5B-9FAC-4BA9-969C-95F29FCB0219}" presName="sibTrans" presStyleCnt="0"/>
      <dgm:spPr/>
    </dgm:pt>
    <dgm:pt modelId="{558976B7-764F-4932-9259-61E08705F6BB}" type="pres">
      <dgm:prSet presAssocID="{A0E7C9DC-BB14-4A5F-9F46-033CE816A38B}" presName="node" presStyleLbl="node1" presStyleIdx="11" presStyleCnt="31" custScaleY="133102">
        <dgm:presLayoutVars>
          <dgm:bulletEnabled val="1"/>
        </dgm:presLayoutVars>
      </dgm:prSet>
      <dgm:spPr/>
    </dgm:pt>
    <dgm:pt modelId="{40D11CA6-EED6-4388-BBC4-0AC432B2AAA7}" type="pres">
      <dgm:prSet presAssocID="{23AAFFCE-DF67-4BD5-8F9B-A315AA40B5E6}" presName="sibTrans" presStyleCnt="0"/>
      <dgm:spPr/>
    </dgm:pt>
    <dgm:pt modelId="{C733B5FC-E676-440E-BA40-9030A740ACAC}" type="pres">
      <dgm:prSet presAssocID="{401B04CD-2C60-4C0E-9C28-DF9A06E9FE49}" presName="node" presStyleLbl="node1" presStyleIdx="12" presStyleCnt="31" custScaleY="133102">
        <dgm:presLayoutVars>
          <dgm:bulletEnabled val="1"/>
        </dgm:presLayoutVars>
      </dgm:prSet>
      <dgm:spPr/>
    </dgm:pt>
    <dgm:pt modelId="{48407925-1150-4922-9488-FBE70924885F}" type="pres">
      <dgm:prSet presAssocID="{F1AE55C5-038A-4C94-812B-319D7C2B0F72}" presName="sibTrans" presStyleCnt="0"/>
      <dgm:spPr/>
    </dgm:pt>
    <dgm:pt modelId="{2B55C725-3D55-40AD-A296-9B9AB8C320B2}" type="pres">
      <dgm:prSet presAssocID="{7CA5C44A-BA96-4687-B4DB-FDC4FBAAD65C}" presName="node" presStyleLbl="node1" presStyleIdx="13" presStyleCnt="31" custScaleY="133102">
        <dgm:presLayoutVars>
          <dgm:bulletEnabled val="1"/>
        </dgm:presLayoutVars>
      </dgm:prSet>
      <dgm:spPr/>
    </dgm:pt>
    <dgm:pt modelId="{B1C18097-C016-4405-9408-A9D46056EE33}" type="pres">
      <dgm:prSet presAssocID="{E7160EB0-2B6F-4073-9CE2-5968AD732BE8}" presName="sibTrans" presStyleCnt="0"/>
      <dgm:spPr/>
    </dgm:pt>
    <dgm:pt modelId="{A6295BCE-3788-4B91-BFBC-7858BF0D1688}" type="pres">
      <dgm:prSet presAssocID="{1A654000-CC90-48D6-A7C1-6AA87B86B7CC}" presName="node" presStyleLbl="node1" presStyleIdx="14" presStyleCnt="31" custScaleY="133102">
        <dgm:presLayoutVars>
          <dgm:bulletEnabled val="1"/>
        </dgm:presLayoutVars>
      </dgm:prSet>
      <dgm:spPr/>
    </dgm:pt>
    <dgm:pt modelId="{35C77A74-DD05-4E6D-BF12-0CB261992B85}" type="pres">
      <dgm:prSet presAssocID="{7BFCDEB4-1CF7-4249-9BF7-31B5B2B86A99}" presName="sibTrans" presStyleCnt="0"/>
      <dgm:spPr/>
    </dgm:pt>
    <dgm:pt modelId="{83B9D8BE-11C1-4807-910F-A723AF26D426}" type="pres">
      <dgm:prSet presAssocID="{C56C3466-6701-4F1C-A947-FF093DA6CE51}" presName="node" presStyleLbl="node1" presStyleIdx="15" presStyleCnt="31" custScaleY="133102">
        <dgm:presLayoutVars>
          <dgm:bulletEnabled val="1"/>
        </dgm:presLayoutVars>
      </dgm:prSet>
      <dgm:spPr/>
    </dgm:pt>
    <dgm:pt modelId="{4E2E9571-7EB3-43F3-B7B9-005A8A0DCA59}" type="pres">
      <dgm:prSet presAssocID="{A2EB927F-0570-4653-9559-E17EFD69C55B}" presName="sibTrans" presStyleCnt="0"/>
      <dgm:spPr/>
    </dgm:pt>
    <dgm:pt modelId="{D9E2A538-2706-4441-A017-0D1DC479B420}" type="pres">
      <dgm:prSet presAssocID="{D4B71717-BA18-4F91-9935-6EE645536AB1}" presName="node" presStyleLbl="node1" presStyleIdx="16" presStyleCnt="31" custScaleY="133102">
        <dgm:presLayoutVars>
          <dgm:bulletEnabled val="1"/>
        </dgm:presLayoutVars>
      </dgm:prSet>
      <dgm:spPr/>
    </dgm:pt>
    <dgm:pt modelId="{E7D5F649-AE9E-4448-8240-0D2B042A487A}" type="pres">
      <dgm:prSet presAssocID="{5382017A-3DB0-4619-BDF8-6323F8DAC80C}" presName="sibTrans" presStyleCnt="0"/>
      <dgm:spPr/>
    </dgm:pt>
    <dgm:pt modelId="{3172B725-47D7-4B9D-8B35-5907E3F97D9E}" type="pres">
      <dgm:prSet presAssocID="{AA1CF7C3-A021-46EC-8972-BB32B4365EC3}" presName="node" presStyleLbl="node1" presStyleIdx="17" presStyleCnt="31" custScaleY="133102">
        <dgm:presLayoutVars>
          <dgm:bulletEnabled val="1"/>
        </dgm:presLayoutVars>
      </dgm:prSet>
      <dgm:spPr/>
    </dgm:pt>
    <dgm:pt modelId="{8292529D-6D20-4ACE-A1A6-F0FE98C1E33B}" type="pres">
      <dgm:prSet presAssocID="{1D73C227-ECCC-41D6-9929-632D19B15E8C}" presName="sibTrans" presStyleCnt="0"/>
      <dgm:spPr/>
    </dgm:pt>
    <dgm:pt modelId="{AB348E57-6C6A-477B-94CA-70DA3E7342B5}" type="pres">
      <dgm:prSet presAssocID="{E1E8723E-5500-4682-815F-64A543E7B8A2}" presName="node" presStyleLbl="node1" presStyleIdx="18" presStyleCnt="31" custScaleY="133102">
        <dgm:presLayoutVars>
          <dgm:bulletEnabled val="1"/>
        </dgm:presLayoutVars>
      </dgm:prSet>
      <dgm:spPr/>
    </dgm:pt>
    <dgm:pt modelId="{288C0946-52F1-4BCD-AD80-0262C97A3A64}" type="pres">
      <dgm:prSet presAssocID="{5E0D02C8-6962-4B50-B455-1F6136C1E661}" presName="sibTrans" presStyleCnt="0"/>
      <dgm:spPr/>
    </dgm:pt>
    <dgm:pt modelId="{1C321EDF-3B3E-4F5F-BAE5-0913D3A47768}" type="pres">
      <dgm:prSet presAssocID="{B852D63F-25D9-4B1A-AFAC-B4CF121FFF38}" presName="node" presStyleLbl="node1" presStyleIdx="19" presStyleCnt="31" custScaleY="133102">
        <dgm:presLayoutVars>
          <dgm:bulletEnabled val="1"/>
        </dgm:presLayoutVars>
      </dgm:prSet>
      <dgm:spPr/>
    </dgm:pt>
    <dgm:pt modelId="{4DCDF0EC-3CD0-4216-AA26-A61B18F11454}" type="pres">
      <dgm:prSet presAssocID="{A367424A-06A3-4967-991E-CFEDEB5B8C78}" presName="sibTrans" presStyleCnt="0"/>
      <dgm:spPr/>
    </dgm:pt>
    <dgm:pt modelId="{329F2ADF-AD08-41C0-A4C9-D48DF205E121}" type="pres">
      <dgm:prSet presAssocID="{C62EE6EA-D68E-4CAB-8971-B1D117A9FACD}" presName="node" presStyleLbl="node1" presStyleIdx="20" presStyleCnt="31" custScaleY="133102">
        <dgm:presLayoutVars>
          <dgm:bulletEnabled val="1"/>
        </dgm:presLayoutVars>
      </dgm:prSet>
      <dgm:spPr/>
    </dgm:pt>
    <dgm:pt modelId="{40D856D3-234E-4E9B-9AB2-1585BE7A42E8}" type="pres">
      <dgm:prSet presAssocID="{65919D4E-BA2C-4941-AA1D-DA7D7ACF0554}" presName="sibTrans" presStyleCnt="0"/>
      <dgm:spPr/>
    </dgm:pt>
    <dgm:pt modelId="{BD18F508-AF2B-4E53-9CA8-16ECBD0B6CF3}" type="pres">
      <dgm:prSet presAssocID="{BF904842-E2E7-4269-9C1D-7539567EA09F}" presName="node" presStyleLbl="node1" presStyleIdx="21" presStyleCnt="31" custScaleY="133102">
        <dgm:presLayoutVars>
          <dgm:bulletEnabled val="1"/>
        </dgm:presLayoutVars>
      </dgm:prSet>
      <dgm:spPr/>
    </dgm:pt>
    <dgm:pt modelId="{38644BDC-FC60-46B0-905E-3084AED4695A}" type="pres">
      <dgm:prSet presAssocID="{4D6631A0-B717-49E5-A292-A04FF5940EFD}" presName="sibTrans" presStyleCnt="0"/>
      <dgm:spPr/>
    </dgm:pt>
    <dgm:pt modelId="{C556A6F6-4DB0-47B4-BED4-84A3B0A39200}" type="pres">
      <dgm:prSet presAssocID="{5A28B123-9D32-4362-B871-B4FD6415EBF5}" presName="node" presStyleLbl="node1" presStyleIdx="22" presStyleCnt="31" custScaleY="133102">
        <dgm:presLayoutVars>
          <dgm:bulletEnabled val="1"/>
        </dgm:presLayoutVars>
      </dgm:prSet>
      <dgm:spPr/>
    </dgm:pt>
    <dgm:pt modelId="{E928CD7D-E979-419A-B8E9-90FE1DB4F077}" type="pres">
      <dgm:prSet presAssocID="{BE979FE7-0991-4EC7-ADFB-191D9F40E3A2}" presName="sibTrans" presStyleCnt="0"/>
      <dgm:spPr/>
    </dgm:pt>
    <dgm:pt modelId="{F06B745A-81D0-487D-A4AA-4E2D439AA6DC}" type="pres">
      <dgm:prSet presAssocID="{3D5366E9-C53A-46EC-BF8F-6900A9E59A9D}" presName="node" presStyleLbl="node1" presStyleIdx="23" presStyleCnt="31" custScaleY="133102">
        <dgm:presLayoutVars>
          <dgm:bulletEnabled val="1"/>
        </dgm:presLayoutVars>
      </dgm:prSet>
      <dgm:spPr/>
    </dgm:pt>
    <dgm:pt modelId="{2EBFA437-DA69-41A1-8AF6-468102B0AC49}" type="pres">
      <dgm:prSet presAssocID="{2DB11D9E-AC99-4FB3-A3CD-63E8D78F907F}" presName="sibTrans" presStyleCnt="0"/>
      <dgm:spPr/>
    </dgm:pt>
    <dgm:pt modelId="{B4AA2D5E-F722-4A15-8DD5-CBA2C0256C05}" type="pres">
      <dgm:prSet presAssocID="{4FBF0F18-F987-4F9A-B28A-0F6EF5F42C28}" presName="node" presStyleLbl="node1" presStyleIdx="24" presStyleCnt="31" custScaleY="133102">
        <dgm:presLayoutVars>
          <dgm:bulletEnabled val="1"/>
        </dgm:presLayoutVars>
      </dgm:prSet>
      <dgm:spPr/>
    </dgm:pt>
    <dgm:pt modelId="{492B4012-8857-4F79-B938-D468C1C5D670}" type="pres">
      <dgm:prSet presAssocID="{F5985E1F-79CC-4B8D-9397-2AD5BF205CEC}" presName="sibTrans" presStyleCnt="0"/>
      <dgm:spPr/>
    </dgm:pt>
    <dgm:pt modelId="{DFF72125-E019-4DFF-A7E1-0492B2A1DEAC}" type="pres">
      <dgm:prSet presAssocID="{BBA525D7-46FE-4CCE-9C94-ACE184C09870}" presName="node" presStyleLbl="node1" presStyleIdx="25" presStyleCnt="31" custScaleY="133102">
        <dgm:presLayoutVars>
          <dgm:bulletEnabled val="1"/>
        </dgm:presLayoutVars>
      </dgm:prSet>
      <dgm:spPr/>
    </dgm:pt>
    <dgm:pt modelId="{BE9942DF-0418-4BD7-8994-FCCEE8D2FC1D}" type="pres">
      <dgm:prSet presAssocID="{53A53E47-9940-4F28-87D6-B07E10C97818}" presName="sibTrans" presStyleCnt="0"/>
      <dgm:spPr/>
    </dgm:pt>
    <dgm:pt modelId="{3AAE6B85-88F4-4EE1-8B3A-4957CEC2276A}" type="pres">
      <dgm:prSet presAssocID="{4D8CE230-B368-4F2A-9A59-7541360F53CD}" presName="node" presStyleLbl="node1" presStyleIdx="26" presStyleCnt="31" custScaleY="133102">
        <dgm:presLayoutVars>
          <dgm:bulletEnabled val="1"/>
        </dgm:presLayoutVars>
      </dgm:prSet>
      <dgm:spPr/>
    </dgm:pt>
    <dgm:pt modelId="{C40BF6EF-7EA0-4D73-837F-D78E81D68EAF}" type="pres">
      <dgm:prSet presAssocID="{62F9D7ED-A376-4B16-B152-60A84BE34B3B}" presName="sibTrans" presStyleCnt="0"/>
      <dgm:spPr/>
    </dgm:pt>
    <dgm:pt modelId="{1D5F3011-B2EF-446F-BF3D-741CBEDA84B8}" type="pres">
      <dgm:prSet presAssocID="{F16FFED2-0F05-42C1-BC7C-BDCC1ABEB37C}" presName="node" presStyleLbl="node1" presStyleIdx="27" presStyleCnt="31" custScaleY="133102">
        <dgm:presLayoutVars>
          <dgm:bulletEnabled val="1"/>
        </dgm:presLayoutVars>
      </dgm:prSet>
      <dgm:spPr/>
    </dgm:pt>
    <dgm:pt modelId="{13F5961B-647C-4175-AE2F-B9883C5FDF6E}" type="pres">
      <dgm:prSet presAssocID="{E633EA53-01BE-4785-8BEA-355C1066E213}" presName="sibTrans" presStyleCnt="0"/>
      <dgm:spPr/>
    </dgm:pt>
    <dgm:pt modelId="{54D814E0-653D-4D62-A74E-5AF3BA0C719C}" type="pres">
      <dgm:prSet presAssocID="{989C3724-AFC7-4312-A05F-0FC3FA921669}" presName="node" presStyleLbl="node1" presStyleIdx="28" presStyleCnt="31" custScaleY="133102">
        <dgm:presLayoutVars>
          <dgm:bulletEnabled val="1"/>
        </dgm:presLayoutVars>
      </dgm:prSet>
      <dgm:spPr/>
    </dgm:pt>
    <dgm:pt modelId="{83D5B0CA-4543-4511-BD2C-21ABBC9C06EE}" type="pres">
      <dgm:prSet presAssocID="{3FB98DC3-FB89-456B-B70C-0F4797EA0458}" presName="sibTrans" presStyleCnt="0"/>
      <dgm:spPr/>
    </dgm:pt>
    <dgm:pt modelId="{2D7878D0-F86F-4815-914D-B0A46CA87E53}" type="pres">
      <dgm:prSet presAssocID="{FDF8D4FB-EDE1-47C5-AE17-6AC0789A0AF9}" presName="node" presStyleLbl="node1" presStyleIdx="29" presStyleCnt="31" custScaleY="133102">
        <dgm:presLayoutVars>
          <dgm:bulletEnabled val="1"/>
        </dgm:presLayoutVars>
      </dgm:prSet>
      <dgm:spPr/>
    </dgm:pt>
    <dgm:pt modelId="{E3FF6BA1-2987-4683-9B5B-D010799ACFD8}" type="pres">
      <dgm:prSet presAssocID="{249064BD-77EF-4915-9201-DBD73367D376}" presName="sibTrans" presStyleCnt="0"/>
      <dgm:spPr/>
    </dgm:pt>
    <dgm:pt modelId="{9957AA16-2B45-410B-B067-ACFE7A913745}" type="pres">
      <dgm:prSet presAssocID="{50219A83-7072-4086-BEAF-A65FBCDA4853}" presName="node" presStyleLbl="node1" presStyleIdx="30" presStyleCnt="31" custScaleY="133102">
        <dgm:presLayoutVars>
          <dgm:bulletEnabled val="1"/>
        </dgm:presLayoutVars>
      </dgm:prSet>
      <dgm:spPr/>
    </dgm:pt>
  </dgm:ptLst>
  <dgm:cxnLst>
    <dgm:cxn modelId="{92A16F05-D417-48DA-9AB1-8A71589A4AB7}" type="presOf" srcId="{8F6D5756-A784-4843-9B21-B5037AB8245B}" destId="{647CB585-6D4D-4DBC-9C1C-E3E8159EC569}" srcOrd="0" destOrd="0" presId="urn:microsoft.com/office/officeart/2005/8/layout/default"/>
    <dgm:cxn modelId="{A6CE4613-F16C-4F7E-800C-4DFFFE7626E7}" type="presOf" srcId="{3D5366E9-C53A-46EC-BF8F-6900A9E59A9D}" destId="{F06B745A-81D0-487D-A4AA-4E2D439AA6DC}" srcOrd="0" destOrd="0" presId="urn:microsoft.com/office/officeart/2005/8/layout/default"/>
    <dgm:cxn modelId="{BEBF8314-7523-4298-9B3F-D46E9D4DBB26}" type="presOf" srcId="{4D8CE230-B368-4F2A-9A59-7541360F53CD}" destId="{3AAE6B85-88F4-4EE1-8B3A-4957CEC2276A}" srcOrd="0" destOrd="0" presId="urn:microsoft.com/office/officeart/2005/8/layout/default"/>
    <dgm:cxn modelId="{4254351D-B47C-4282-81FD-F8CC2BD9AB61}" type="presOf" srcId="{69E89204-EA03-4D65-89CE-8C518DE24894}" destId="{C1582227-638D-4F93-8627-7A1A9C5CA3D4}" srcOrd="0" destOrd="0" presId="urn:microsoft.com/office/officeart/2005/8/layout/default"/>
    <dgm:cxn modelId="{6EE00722-F93F-4BC2-A205-846E3C8650CA}" type="presOf" srcId="{F33E6DFB-5C34-4AC5-82B7-2AB61852705D}" destId="{18DFC519-C17D-435B-A485-5A21281C1D96}" srcOrd="0" destOrd="0" presId="urn:microsoft.com/office/officeart/2005/8/layout/default"/>
    <dgm:cxn modelId="{A7A35D22-D732-4AE3-A4F7-8D5E969BD583}" srcId="{2DCD0E9D-DD3B-439B-B750-4EFB8E3C674F}" destId="{A0E7C9DC-BB14-4A5F-9F46-033CE816A38B}" srcOrd="11" destOrd="0" parTransId="{27D4F6DB-CBCD-4128-A2FD-BBE762768BD5}" sibTransId="{23AAFFCE-DF67-4BD5-8F9B-A315AA40B5E6}"/>
    <dgm:cxn modelId="{6A365E26-142C-47A0-B425-F13E1E5A9DF6}" srcId="{2DCD0E9D-DD3B-439B-B750-4EFB8E3C674F}" destId="{989C3724-AFC7-4312-A05F-0FC3FA921669}" srcOrd="28" destOrd="0" parTransId="{F237716A-D417-426F-A699-8A450C817776}" sibTransId="{3FB98DC3-FB89-456B-B70C-0F4797EA0458}"/>
    <dgm:cxn modelId="{FDA5CE2A-35CB-4ED9-AF5B-278D4CA12430}" type="presOf" srcId="{A0E7C9DC-BB14-4A5F-9F46-033CE816A38B}" destId="{558976B7-764F-4932-9259-61E08705F6BB}" srcOrd="0" destOrd="0" presId="urn:microsoft.com/office/officeart/2005/8/layout/default"/>
    <dgm:cxn modelId="{D38DAF2B-A2AC-43C7-885A-FEFB8BFEE622}" srcId="{2DCD0E9D-DD3B-439B-B750-4EFB8E3C674F}" destId="{5A28B123-9D32-4362-B871-B4FD6415EBF5}" srcOrd="22" destOrd="0" parTransId="{5690D8B4-51EA-4036-821A-36F48AF5F76B}" sibTransId="{BE979FE7-0991-4EC7-ADFB-191D9F40E3A2}"/>
    <dgm:cxn modelId="{89500531-B87B-433E-A33D-4D31E2D76D3F}" srcId="{2DCD0E9D-DD3B-439B-B750-4EFB8E3C674F}" destId="{5EDA76B1-B4CE-4C8E-84BA-05B8DA414664}" srcOrd="10" destOrd="0" parTransId="{5D73E271-A76F-42B8-81C6-001238388A27}" sibTransId="{6D7E4B5B-9FAC-4BA9-969C-95F29FCB0219}"/>
    <dgm:cxn modelId="{79238B37-3501-464D-BB6C-56FD2D044EE8}" srcId="{2DCD0E9D-DD3B-439B-B750-4EFB8E3C674F}" destId="{1D05A305-A90F-468F-AFAA-15E617CD98E8}" srcOrd="2" destOrd="0" parTransId="{F0B40C56-F935-4A52-967C-F023D3AD3EA0}" sibTransId="{DEF8DC51-B233-42C1-95F9-379DFF5B5390}"/>
    <dgm:cxn modelId="{DD39CD3B-2686-4CF3-A115-7826524302B4}" srcId="{2DCD0E9D-DD3B-439B-B750-4EFB8E3C674F}" destId="{C7B4F5E6-C3B7-4CBE-AB64-97DCF0F345BC}" srcOrd="9" destOrd="0" parTransId="{B6633195-0B85-4700-8091-3C70C9A42958}" sibTransId="{97F6E8DD-B40C-491A-9F5E-0D49D8CF25DD}"/>
    <dgm:cxn modelId="{5118E840-CE63-4F9D-A3CF-C113372D2B88}" type="presOf" srcId="{C7B4F5E6-C3B7-4CBE-AB64-97DCF0F345BC}" destId="{96B97CD7-3B2C-4B35-9D3E-DDAD283E6B4C}" srcOrd="0" destOrd="0" presId="urn:microsoft.com/office/officeart/2005/8/layout/default"/>
    <dgm:cxn modelId="{8836D35F-872B-4916-BA29-757CAFB4F941}" type="presOf" srcId="{2FA04E8E-E348-42DF-B441-22FD8620FC6B}" destId="{EC61AE1C-7D74-45B3-B924-FAE30B998692}" srcOrd="0" destOrd="0" presId="urn:microsoft.com/office/officeart/2005/8/layout/default"/>
    <dgm:cxn modelId="{4F12BC60-63B0-4F79-867A-2198492B437A}" srcId="{2DCD0E9D-DD3B-439B-B750-4EFB8E3C674F}" destId="{B6C99ED2-5E14-4726-ACFF-80DB9D6C53C7}" srcOrd="8" destOrd="0" parTransId="{472F72D2-DD43-49CB-AFFF-BBB13E04BC91}" sibTransId="{8A1BB13B-42DD-40ED-B423-C5A9C01F3E43}"/>
    <dgm:cxn modelId="{2D711C45-07D4-4F5C-A28F-435A60C45EB8}" srcId="{2DCD0E9D-DD3B-439B-B750-4EFB8E3C674F}" destId="{E1E8723E-5500-4682-815F-64A543E7B8A2}" srcOrd="18" destOrd="0" parTransId="{2DB39C76-9861-4EB5-8E1D-69277051D48F}" sibTransId="{5E0D02C8-6962-4B50-B455-1F6136C1E661}"/>
    <dgm:cxn modelId="{5F8E3867-C78F-4038-A6DE-E223B6C3B1F9}" type="presOf" srcId="{1D05A305-A90F-468F-AFAA-15E617CD98E8}" destId="{6D21E6A6-79AB-45AA-A652-FCD0C625724D}" srcOrd="0" destOrd="0" presId="urn:microsoft.com/office/officeart/2005/8/layout/default"/>
    <dgm:cxn modelId="{1D37E547-B189-4942-8CB8-4FAC3438BCE8}" type="presOf" srcId="{5EDA76B1-B4CE-4C8E-84BA-05B8DA414664}" destId="{22047B71-3071-45EF-A2F6-5815A77B53DB}" srcOrd="0" destOrd="0" presId="urn:microsoft.com/office/officeart/2005/8/layout/default"/>
    <dgm:cxn modelId="{32F57F48-582A-44B9-95A3-B19FD47BAA5D}" type="presOf" srcId="{50219A83-7072-4086-BEAF-A65FBCDA4853}" destId="{9957AA16-2B45-410B-B067-ACFE7A913745}" srcOrd="0" destOrd="0" presId="urn:microsoft.com/office/officeart/2005/8/layout/default"/>
    <dgm:cxn modelId="{2D258C69-0A8B-41FA-86AA-D5B7C1AAA403}" type="presOf" srcId="{D4B71717-BA18-4F91-9935-6EE645536AB1}" destId="{D9E2A538-2706-4441-A017-0D1DC479B420}" srcOrd="0" destOrd="0" presId="urn:microsoft.com/office/officeart/2005/8/layout/default"/>
    <dgm:cxn modelId="{6040BA69-E6D3-456F-BEE3-D6A1650DED9D}" srcId="{2DCD0E9D-DD3B-439B-B750-4EFB8E3C674F}" destId="{401B04CD-2C60-4C0E-9C28-DF9A06E9FE49}" srcOrd="12" destOrd="0" parTransId="{4585EC9E-9CBA-4208-A10F-E43475F1343B}" sibTransId="{F1AE55C5-038A-4C94-812B-319D7C2B0F72}"/>
    <dgm:cxn modelId="{FD0C414B-65AB-4E34-9E53-A67ABE7A39CD}" type="presOf" srcId="{401B04CD-2C60-4C0E-9C28-DF9A06E9FE49}" destId="{C733B5FC-E676-440E-BA40-9030A740ACAC}" srcOrd="0" destOrd="0" presId="urn:microsoft.com/office/officeart/2005/8/layout/default"/>
    <dgm:cxn modelId="{CFB3924B-E278-41B9-9F62-A2F5676ABAF0}" srcId="{2DCD0E9D-DD3B-439B-B750-4EFB8E3C674F}" destId="{5AF643AC-D803-495F-8F64-4F8DAF2B4B85}" srcOrd="4" destOrd="0" parTransId="{BD998AC9-31DF-4400-8A23-6AD9C858C70F}" sibTransId="{8DB2EE57-E81A-42DF-A3DF-577006523864}"/>
    <dgm:cxn modelId="{74940D6D-61D9-4979-B6BD-BCF3C5CEE603}" srcId="{2DCD0E9D-DD3B-439B-B750-4EFB8E3C674F}" destId="{7646C868-8DF1-48C6-87AE-5472223FF72F}" srcOrd="0" destOrd="0" parTransId="{001B2B40-E430-415C-950A-6D54BB1612FE}" sibTransId="{A827027D-B5F0-43ED-8C68-D9CC52D6F86E}"/>
    <dgm:cxn modelId="{8665C64D-D7A7-4DA7-9AB2-F16F6AF11241}" type="presOf" srcId="{7CA5C44A-BA96-4687-B4DB-FDC4FBAAD65C}" destId="{2B55C725-3D55-40AD-A296-9B9AB8C320B2}" srcOrd="0" destOrd="0" presId="urn:microsoft.com/office/officeart/2005/8/layout/default"/>
    <dgm:cxn modelId="{DC4BDB53-AE22-4036-96B6-A563F839D94D}" srcId="{2DCD0E9D-DD3B-439B-B750-4EFB8E3C674F}" destId="{F16FFED2-0F05-42C1-BC7C-BDCC1ABEB37C}" srcOrd="27" destOrd="0" parTransId="{2A75FADB-538C-4519-B6F7-160CE75627AC}" sibTransId="{E633EA53-01BE-4785-8BEA-355C1066E213}"/>
    <dgm:cxn modelId="{C2C66378-DFD2-46CD-9AFD-760DF3D87747}" type="presOf" srcId="{BBA525D7-46FE-4CCE-9C94-ACE184C09870}" destId="{DFF72125-E019-4DFF-A7E1-0492B2A1DEAC}" srcOrd="0" destOrd="0" presId="urn:microsoft.com/office/officeart/2005/8/layout/default"/>
    <dgm:cxn modelId="{05A29278-DFD8-49B2-9D29-6FDE59F0E023}" srcId="{2DCD0E9D-DD3B-439B-B750-4EFB8E3C674F}" destId="{B852D63F-25D9-4B1A-AFAC-B4CF121FFF38}" srcOrd="19" destOrd="0" parTransId="{E602E5D7-C88A-4F60-8438-A91B9AFA03C5}" sibTransId="{A367424A-06A3-4967-991E-CFEDEB5B8C78}"/>
    <dgm:cxn modelId="{15762E59-691C-4E4C-98B7-4AD505CFC7BC}" type="presOf" srcId="{4FBF0F18-F987-4F9A-B28A-0F6EF5F42C28}" destId="{B4AA2D5E-F722-4A15-8DD5-CBA2C0256C05}" srcOrd="0" destOrd="0" presId="urn:microsoft.com/office/officeart/2005/8/layout/default"/>
    <dgm:cxn modelId="{F6A5A35A-02B6-4A08-BFE2-36F5439AEC91}" srcId="{2DCD0E9D-DD3B-439B-B750-4EFB8E3C674F}" destId="{76C7E326-0067-4F04-9028-2D390D35CD47}" srcOrd="6" destOrd="0" parTransId="{B18F771B-98CC-44A2-9F57-4110CA1C9B3D}" sibTransId="{FFD8F18D-2699-4060-B817-3F6515DF74E0}"/>
    <dgm:cxn modelId="{A3B16482-3CAA-4B0F-B81F-6C669051AFB4}" type="presOf" srcId="{E1E8723E-5500-4682-815F-64A543E7B8A2}" destId="{AB348E57-6C6A-477B-94CA-70DA3E7342B5}" srcOrd="0" destOrd="0" presId="urn:microsoft.com/office/officeart/2005/8/layout/default"/>
    <dgm:cxn modelId="{4502BB89-2EEE-44D8-9F3A-2349CC87D038}" srcId="{2DCD0E9D-DD3B-439B-B750-4EFB8E3C674F}" destId="{4FBF0F18-F987-4F9A-B28A-0F6EF5F42C28}" srcOrd="24" destOrd="0" parTransId="{36F10F04-3F19-4B40-A83A-095117B8A9A3}" sibTransId="{F5985E1F-79CC-4B8D-9397-2AD5BF205CEC}"/>
    <dgm:cxn modelId="{BB670997-4446-4726-9F70-6CCA137FC032}" srcId="{2DCD0E9D-DD3B-439B-B750-4EFB8E3C674F}" destId="{BF904842-E2E7-4269-9C1D-7539567EA09F}" srcOrd="21" destOrd="0" parTransId="{131831D2-4953-442F-B425-54394DAEEE25}" sibTransId="{4D6631A0-B717-49E5-A292-A04FF5940EFD}"/>
    <dgm:cxn modelId="{7F8B6898-A553-417B-B80E-69D9A8BF0E2B}" srcId="{2DCD0E9D-DD3B-439B-B750-4EFB8E3C674F}" destId="{1A654000-CC90-48D6-A7C1-6AA87B86B7CC}" srcOrd="14" destOrd="0" parTransId="{14243065-C01F-4C88-A8A1-F5CD6DB376BD}" sibTransId="{7BFCDEB4-1CF7-4249-9BF7-31B5B2B86A99}"/>
    <dgm:cxn modelId="{8FC31B9C-3EBB-4EE3-B146-F745F4603AA0}" type="presOf" srcId="{989C3724-AFC7-4312-A05F-0FC3FA921669}" destId="{54D814E0-653D-4D62-A74E-5AF3BA0C719C}" srcOrd="0" destOrd="0" presId="urn:microsoft.com/office/officeart/2005/8/layout/default"/>
    <dgm:cxn modelId="{E43D3DA3-1563-415B-992C-917856F7790E}" srcId="{2DCD0E9D-DD3B-439B-B750-4EFB8E3C674F}" destId="{4D8CE230-B368-4F2A-9A59-7541360F53CD}" srcOrd="26" destOrd="0" parTransId="{170A2BF8-E791-4DA8-B050-ECF3D043AD5B}" sibTransId="{62F9D7ED-A376-4B16-B152-60A84BE34B3B}"/>
    <dgm:cxn modelId="{EAC513A6-22FE-47BD-BE35-370B16AA8381}" type="presOf" srcId="{7646C868-8DF1-48C6-87AE-5472223FF72F}" destId="{2ABD8DF6-8837-45C6-8E74-F30A275EAD50}" srcOrd="0" destOrd="0" presId="urn:microsoft.com/office/officeart/2005/8/layout/default"/>
    <dgm:cxn modelId="{3FCFA7A7-71B6-4841-88C3-2A2F35DA8A66}" type="presOf" srcId="{F16FFED2-0F05-42C1-BC7C-BDCC1ABEB37C}" destId="{1D5F3011-B2EF-446F-BF3D-741CBEDA84B8}" srcOrd="0" destOrd="0" presId="urn:microsoft.com/office/officeart/2005/8/layout/default"/>
    <dgm:cxn modelId="{2C8481AA-DDF1-42F1-8294-54FDC36A5E60}" srcId="{2DCD0E9D-DD3B-439B-B750-4EFB8E3C674F}" destId="{7CA5C44A-BA96-4687-B4DB-FDC4FBAAD65C}" srcOrd="13" destOrd="0" parTransId="{E55BFAA0-BC27-4B9C-A4C9-F56792B9CBFE}" sibTransId="{E7160EB0-2B6F-4073-9CE2-5968AD732BE8}"/>
    <dgm:cxn modelId="{B81713B3-3BE4-494E-8E7B-177EADECDEDE}" srcId="{2DCD0E9D-DD3B-439B-B750-4EFB8E3C674F}" destId="{FDF8D4FB-EDE1-47C5-AE17-6AC0789A0AF9}" srcOrd="29" destOrd="0" parTransId="{714D4A49-9336-4257-A4A6-7C4369410E50}" sibTransId="{249064BD-77EF-4915-9201-DBD73367D376}"/>
    <dgm:cxn modelId="{F89600B4-9B8B-4D0C-B091-09F6ADB2C099}" srcId="{2DCD0E9D-DD3B-439B-B750-4EFB8E3C674F}" destId="{C56C3466-6701-4F1C-A947-FF093DA6CE51}" srcOrd="15" destOrd="0" parTransId="{96DA4A60-FE9F-4D47-9D16-EE0DE936CCA9}" sibTransId="{A2EB927F-0570-4653-9559-E17EFD69C55B}"/>
    <dgm:cxn modelId="{E8A704B7-2AA9-4299-B24B-F95AC6FA4E02}" type="presOf" srcId="{C62EE6EA-D68E-4CAB-8971-B1D117A9FACD}" destId="{329F2ADF-AD08-41C0-A4C9-D48DF205E121}" srcOrd="0" destOrd="0" presId="urn:microsoft.com/office/officeart/2005/8/layout/default"/>
    <dgm:cxn modelId="{577F51BA-D21D-4E93-BB1F-944CE6381615}" srcId="{2DCD0E9D-DD3B-439B-B750-4EFB8E3C674F}" destId="{BBA525D7-46FE-4CCE-9C94-ACE184C09870}" srcOrd="25" destOrd="0" parTransId="{A40BC853-71DF-4274-849A-AB4D50FAE28A}" sibTransId="{53A53E47-9940-4F28-87D6-B07E10C97818}"/>
    <dgm:cxn modelId="{5F975FBC-9963-4CB3-825D-E0A728AA56AF}" type="presOf" srcId="{1A654000-CC90-48D6-A7C1-6AA87B86B7CC}" destId="{A6295BCE-3788-4B91-BFBC-7858BF0D1688}" srcOrd="0" destOrd="0" presId="urn:microsoft.com/office/officeart/2005/8/layout/default"/>
    <dgm:cxn modelId="{CCCA42C6-A569-4576-BED2-DEC941893537}" type="presOf" srcId="{2DCD0E9D-DD3B-439B-B750-4EFB8E3C674F}" destId="{E150A093-6C5B-44F6-9FD3-CD662303BF9E}" srcOrd="0" destOrd="0" presId="urn:microsoft.com/office/officeart/2005/8/layout/default"/>
    <dgm:cxn modelId="{FAD816C7-04A8-4456-8145-4998273B0272}" type="presOf" srcId="{C56C3466-6701-4F1C-A947-FF093DA6CE51}" destId="{83B9D8BE-11C1-4807-910F-A723AF26D426}" srcOrd="0" destOrd="0" presId="urn:microsoft.com/office/officeart/2005/8/layout/default"/>
    <dgm:cxn modelId="{277827C7-B05B-48D1-ACBF-EDD3D1DA4339}" srcId="{2DCD0E9D-DD3B-439B-B750-4EFB8E3C674F}" destId="{69E89204-EA03-4D65-89CE-8C518DE24894}" srcOrd="3" destOrd="0" parTransId="{23C29301-75A0-4B37-96B3-BCA920618017}" sibTransId="{2462B874-6F0C-4A6C-A945-E20ED9789BF8}"/>
    <dgm:cxn modelId="{CC91B7C9-625B-49EE-B567-CDC1EE05FB94}" type="presOf" srcId="{FDF8D4FB-EDE1-47C5-AE17-6AC0789A0AF9}" destId="{2D7878D0-F86F-4815-914D-B0A46CA87E53}" srcOrd="0" destOrd="0" presId="urn:microsoft.com/office/officeart/2005/8/layout/default"/>
    <dgm:cxn modelId="{BA04A1CA-8AF3-4126-ACBA-692FC1E57D28}" type="presOf" srcId="{BF904842-E2E7-4269-9C1D-7539567EA09F}" destId="{BD18F508-AF2B-4E53-9CA8-16ECBD0B6CF3}" srcOrd="0" destOrd="0" presId="urn:microsoft.com/office/officeart/2005/8/layout/default"/>
    <dgm:cxn modelId="{1CB6ABCF-2796-47EF-940C-04D872BCD533}" srcId="{2DCD0E9D-DD3B-439B-B750-4EFB8E3C674F}" destId="{C62EE6EA-D68E-4CAB-8971-B1D117A9FACD}" srcOrd="20" destOrd="0" parTransId="{8DCEA936-7DDD-4B41-B41A-1D05B5B4E2C5}" sibTransId="{65919D4E-BA2C-4941-AA1D-DA7D7ACF0554}"/>
    <dgm:cxn modelId="{8BB2AFD5-74BC-49F3-8A8E-12A5B44D1A42}" srcId="{2DCD0E9D-DD3B-439B-B750-4EFB8E3C674F}" destId="{2FA04E8E-E348-42DF-B441-22FD8620FC6B}" srcOrd="1" destOrd="0" parTransId="{DD360222-B028-406B-9691-79C448D88F8A}" sibTransId="{72CC5FC3-C37B-427D-8948-11037D82A8C1}"/>
    <dgm:cxn modelId="{E75B47D8-5787-44EC-BB74-35FE2575E8E7}" srcId="{2DCD0E9D-DD3B-439B-B750-4EFB8E3C674F}" destId="{F33E6DFB-5C34-4AC5-82B7-2AB61852705D}" srcOrd="5" destOrd="0" parTransId="{10A15707-9ED7-4BCA-A581-A0CE90D53B50}" sibTransId="{96E40EA1-CD11-40D0-9E84-CFF53368C1AC}"/>
    <dgm:cxn modelId="{9F874FDB-29BE-4A8C-A108-9ABA63756241}" srcId="{2DCD0E9D-DD3B-439B-B750-4EFB8E3C674F}" destId="{8F6D5756-A784-4843-9B21-B5037AB8245B}" srcOrd="7" destOrd="0" parTransId="{168C40BA-8558-4AC7-AC2F-2678C1813781}" sibTransId="{D8F75D99-A82D-420B-8A41-87349488CA51}"/>
    <dgm:cxn modelId="{499AE4DD-BF08-4462-9264-E4F4A2E0CC12}" srcId="{2DCD0E9D-DD3B-439B-B750-4EFB8E3C674F}" destId="{3D5366E9-C53A-46EC-BF8F-6900A9E59A9D}" srcOrd="23" destOrd="0" parTransId="{5A4580AC-C572-40CC-9CF4-1220CA7072D2}" sibTransId="{2DB11D9E-AC99-4FB3-A3CD-63E8D78F907F}"/>
    <dgm:cxn modelId="{C167F3DD-4A17-48CA-98C0-DAE39376B693}" type="presOf" srcId="{B852D63F-25D9-4B1A-AFAC-B4CF121FFF38}" destId="{1C321EDF-3B3E-4F5F-BAE5-0913D3A47768}" srcOrd="0" destOrd="0" presId="urn:microsoft.com/office/officeart/2005/8/layout/default"/>
    <dgm:cxn modelId="{DB58C1E2-159D-4AFA-9B72-B9E712E256EE}" type="presOf" srcId="{AA1CF7C3-A021-46EC-8972-BB32B4365EC3}" destId="{3172B725-47D7-4B9D-8B35-5907E3F97D9E}" srcOrd="0" destOrd="0" presId="urn:microsoft.com/office/officeart/2005/8/layout/default"/>
    <dgm:cxn modelId="{CD76A0E7-EA2B-4964-B939-8AE72289DB1E}" srcId="{2DCD0E9D-DD3B-439B-B750-4EFB8E3C674F}" destId="{AA1CF7C3-A021-46EC-8972-BB32B4365EC3}" srcOrd="17" destOrd="0" parTransId="{23624DAB-18E6-4486-A4CC-A3292127C33C}" sibTransId="{1D73C227-ECCC-41D6-9929-632D19B15E8C}"/>
    <dgm:cxn modelId="{E5459EEE-282A-4B7E-8F5C-50B8CB874D59}" srcId="{2DCD0E9D-DD3B-439B-B750-4EFB8E3C674F}" destId="{50219A83-7072-4086-BEAF-A65FBCDA4853}" srcOrd="30" destOrd="0" parTransId="{EE13CEE9-2B67-46ED-B341-8660FE8169D5}" sibTransId="{BCE46001-6EB6-45D3-8FAE-D35DFB61F62F}"/>
    <dgm:cxn modelId="{5C5BE6F4-2A9B-4E90-B9B2-ECBDF7BF7530}" type="presOf" srcId="{5A28B123-9D32-4362-B871-B4FD6415EBF5}" destId="{C556A6F6-4DB0-47B4-BED4-84A3B0A39200}" srcOrd="0" destOrd="0" presId="urn:microsoft.com/office/officeart/2005/8/layout/default"/>
    <dgm:cxn modelId="{F408F4F7-6108-4269-899A-ECBB79E9A74F}" type="presOf" srcId="{76C7E326-0067-4F04-9028-2D390D35CD47}" destId="{10F14D3E-96F8-4C69-9DF5-5C73EBE2C45B}" srcOrd="0" destOrd="0" presId="urn:microsoft.com/office/officeart/2005/8/layout/default"/>
    <dgm:cxn modelId="{798B7CFA-4004-4D75-8A3A-5DD4BFB81B61}" type="presOf" srcId="{5AF643AC-D803-495F-8F64-4F8DAF2B4B85}" destId="{932A2118-351E-404E-A081-0AF6D97FBFC8}" srcOrd="0" destOrd="0" presId="urn:microsoft.com/office/officeart/2005/8/layout/default"/>
    <dgm:cxn modelId="{FB790AFD-626C-470C-ADC8-73C66643ADA0}" type="presOf" srcId="{B6C99ED2-5E14-4726-ACFF-80DB9D6C53C7}" destId="{43977CA0-0748-4371-87CE-2B70FD5078CF}" srcOrd="0" destOrd="0" presId="urn:microsoft.com/office/officeart/2005/8/layout/default"/>
    <dgm:cxn modelId="{35497EFF-9734-4B8E-A229-63C083A27D4B}" srcId="{2DCD0E9D-DD3B-439B-B750-4EFB8E3C674F}" destId="{D4B71717-BA18-4F91-9935-6EE645536AB1}" srcOrd="16" destOrd="0" parTransId="{AE4CC098-6C38-48E7-9F6A-3F45B1F2C05E}" sibTransId="{5382017A-3DB0-4619-BDF8-6323F8DAC80C}"/>
    <dgm:cxn modelId="{CCEBF596-E2B5-4477-B4F6-B600ACDCDF0B}" type="presParOf" srcId="{E150A093-6C5B-44F6-9FD3-CD662303BF9E}" destId="{2ABD8DF6-8837-45C6-8E74-F30A275EAD50}" srcOrd="0" destOrd="0" presId="urn:microsoft.com/office/officeart/2005/8/layout/default"/>
    <dgm:cxn modelId="{CD70053F-0ECE-4D19-93AE-F094DE55BA78}" type="presParOf" srcId="{E150A093-6C5B-44F6-9FD3-CD662303BF9E}" destId="{D4A5E7CD-F46C-4008-98B3-0A75282BD6A5}" srcOrd="1" destOrd="0" presId="urn:microsoft.com/office/officeart/2005/8/layout/default"/>
    <dgm:cxn modelId="{0C1A2C99-6BD5-45B2-A5AF-CF7B42070FB3}" type="presParOf" srcId="{E150A093-6C5B-44F6-9FD3-CD662303BF9E}" destId="{EC61AE1C-7D74-45B3-B924-FAE30B998692}" srcOrd="2" destOrd="0" presId="urn:microsoft.com/office/officeart/2005/8/layout/default"/>
    <dgm:cxn modelId="{DC31519E-F900-46E9-AFF2-C3AA9995F3FE}" type="presParOf" srcId="{E150A093-6C5B-44F6-9FD3-CD662303BF9E}" destId="{97940331-142A-4B2E-BFE4-93F6ECA6104E}" srcOrd="3" destOrd="0" presId="urn:microsoft.com/office/officeart/2005/8/layout/default"/>
    <dgm:cxn modelId="{2143B331-AB07-4DF4-A8DA-27CF6B94655E}" type="presParOf" srcId="{E150A093-6C5B-44F6-9FD3-CD662303BF9E}" destId="{6D21E6A6-79AB-45AA-A652-FCD0C625724D}" srcOrd="4" destOrd="0" presId="urn:microsoft.com/office/officeart/2005/8/layout/default"/>
    <dgm:cxn modelId="{3A4BBAA8-989A-4C31-B09D-42A5F65EF56D}" type="presParOf" srcId="{E150A093-6C5B-44F6-9FD3-CD662303BF9E}" destId="{348161BB-9A3E-4440-B825-9B005FA62BE2}" srcOrd="5" destOrd="0" presId="urn:microsoft.com/office/officeart/2005/8/layout/default"/>
    <dgm:cxn modelId="{2138E442-BF16-44B4-826C-DD8937EF05EA}" type="presParOf" srcId="{E150A093-6C5B-44F6-9FD3-CD662303BF9E}" destId="{C1582227-638D-4F93-8627-7A1A9C5CA3D4}" srcOrd="6" destOrd="0" presId="urn:microsoft.com/office/officeart/2005/8/layout/default"/>
    <dgm:cxn modelId="{4713A3ED-0947-4EA0-93B5-88233D227405}" type="presParOf" srcId="{E150A093-6C5B-44F6-9FD3-CD662303BF9E}" destId="{35B919F9-AC9D-44DD-97AB-3952ECD9BFA5}" srcOrd="7" destOrd="0" presId="urn:microsoft.com/office/officeart/2005/8/layout/default"/>
    <dgm:cxn modelId="{9EA5B07C-2936-4EDC-9ECB-0E7FE6CA05E6}" type="presParOf" srcId="{E150A093-6C5B-44F6-9FD3-CD662303BF9E}" destId="{932A2118-351E-404E-A081-0AF6D97FBFC8}" srcOrd="8" destOrd="0" presId="urn:microsoft.com/office/officeart/2005/8/layout/default"/>
    <dgm:cxn modelId="{3B7C6BED-1036-454C-AD47-317843505BA5}" type="presParOf" srcId="{E150A093-6C5B-44F6-9FD3-CD662303BF9E}" destId="{A1820A93-1ED8-4368-B8CF-9A412135451E}" srcOrd="9" destOrd="0" presId="urn:microsoft.com/office/officeart/2005/8/layout/default"/>
    <dgm:cxn modelId="{4BE82763-0446-450D-BBF8-2E66F5893081}" type="presParOf" srcId="{E150A093-6C5B-44F6-9FD3-CD662303BF9E}" destId="{18DFC519-C17D-435B-A485-5A21281C1D96}" srcOrd="10" destOrd="0" presId="urn:microsoft.com/office/officeart/2005/8/layout/default"/>
    <dgm:cxn modelId="{D5168411-6192-440A-9726-FDF14492105E}" type="presParOf" srcId="{E150A093-6C5B-44F6-9FD3-CD662303BF9E}" destId="{C71897B8-6AC3-41C5-A606-3E3DD4B921ED}" srcOrd="11" destOrd="0" presId="urn:microsoft.com/office/officeart/2005/8/layout/default"/>
    <dgm:cxn modelId="{5A597D13-70B9-48D6-9BA3-BD2CE1D71D73}" type="presParOf" srcId="{E150A093-6C5B-44F6-9FD3-CD662303BF9E}" destId="{10F14D3E-96F8-4C69-9DF5-5C73EBE2C45B}" srcOrd="12" destOrd="0" presId="urn:microsoft.com/office/officeart/2005/8/layout/default"/>
    <dgm:cxn modelId="{5317DF9D-9AC4-4B95-A747-7D8CA5E58C0B}" type="presParOf" srcId="{E150A093-6C5B-44F6-9FD3-CD662303BF9E}" destId="{9A3B8932-D6E7-46C4-BA19-040611D30439}" srcOrd="13" destOrd="0" presId="urn:microsoft.com/office/officeart/2005/8/layout/default"/>
    <dgm:cxn modelId="{6BC7F119-8946-4583-ACE9-447915AB52F7}" type="presParOf" srcId="{E150A093-6C5B-44F6-9FD3-CD662303BF9E}" destId="{647CB585-6D4D-4DBC-9C1C-E3E8159EC569}" srcOrd="14" destOrd="0" presId="urn:microsoft.com/office/officeart/2005/8/layout/default"/>
    <dgm:cxn modelId="{26120841-520E-45E9-9E5C-934FA8E1803C}" type="presParOf" srcId="{E150A093-6C5B-44F6-9FD3-CD662303BF9E}" destId="{500C2201-588F-4BAE-ABBC-D72EC81641A3}" srcOrd="15" destOrd="0" presId="urn:microsoft.com/office/officeart/2005/8/layout/default"/>
    <dgm:cxn modelId="{EF593A61-064F-43D9-957A-0A3CE1CDBB89}" type="presParOf" srcId="{E150A093-6C5B-44F6-9FD3-CD662303BF9E}" destId="{43977CA0-0748-4371-87CE-2B70FD5078CF}" srcOrd="16" destOrd="0" presId="urn:microsoft.com/office/officeart/2005/8/layout/default"/>
    <dgm:cxn modelId="{B0DD3A40-1B73-4351-B66B-114FCACCCF63}" type="presParOf" srcId="{E150A093-6C5B-44F6-9FD3-CD662303BF9E}" destId="{31056309-DA81-4C15-B52D-D69CD402D209}" srcOrd="17" destOrd="0" presId="urn:microsoft.com/office/officeart/2005/8/layout/default"/>
    <dgm:cxn modelId="{AF672125-78FC-4C47-BEF3-3A5AEB3D7F20}" type="presParOf" srcId="{E150A093-6C5B-44F6-9FD3-CD662303BF9E}" destId="{96B97CD7-3B2C-4B35-9D3E-DDAD283E6B4C}" srcOrd="18" destOrd="0" presId="urn:microsoft.com/office/officeart/2005/8/layout/default"/>
    <dgm:cxn modelId="{245015B3-2480-43EE-A8B8-A7FA902210D8}" type="presParOf" srcId="{E150A093-6C5B-44F6-9FD3-CD662303BF9E}" destId="{9EEFBA9E-267B-4E93-826D-07CE38658386}" srcOrd="19" destOrd="0" presId="urn:microsoft.com/office/officeart/2005/8/layout/default"/>
    <dgm:cxn modelId="{E136714F-3736-4770-8899-70A835F6969D}" type="presParOf" srcId="{E150A093-6C5B-44F6-9FD3-CD662303BF9E}" destId="{22047B71-3071-45EF-A2F6-5815A77B53DB}" srcOrd="20" destOrd="0" presId="urn:microsoft.com/office/officeart/2005/8/layout/default"/>
    <dgm:cxn modelId="{141264CB-0659-4F08-ACB7-C42084F1230A}" type="presParOf" srcId="{E150A093-6C5B-44F6-9FD3-CD662303BF9E}" destId="{8747FFEA-77FB-47D4-AD45-5697ACD4BA84}" srcOrd="21" destOrd="0" presId="urn:microsoft.com/office/officeart/2005/8/layout/default"/>
    <dgm:cxn modelId="{04D3A4BC-C660-428C-9703-DE8F148FD784}" type="presParOf" srcId="{E150A093-6C5B-44F6-9FD3-CD662303BF9E}" destId="{558976B7-764F-4932-9259-61E08705F6BB}" srcOrd="22" destOrd="0" presId="urn:microsoft.com/office/officeart/2005/8/layout/default"/>
    <dgm:cxn modelId="{56FF7114-9463-414F-9153-666E63BFB3D2}" type="presParOf" srcId="{E150A093-6C5B-44F6-9FD3-CD662303BF9E}" destId="{40D11CA6-EED6-4388-BBC4-0AC432B2AAA7}" srcOrd="23" destOrd="0" presId="urn:microsoft.com/office/officeart/2005/8/layout/default"/>
    <dgm:cxn modelId="{E6C23599-F38C-459A-821C-9864541C6200}" type="presParOf" srcId="{E150A093-6C5B-44F6-9FD3-CD662303BF9E}" destId="{C733B5FC-E676-440E-BA40-9030A740ACAC}" srcOrd="24" destOrd="0" presId="urn:microsoft.com/office/officeart/2005/8/layout/default"/>
    <dgm:cxn modelId="{F43C5669-9D57-47DA-A4AC-30C1931381C8}" type="presParOf" srcId="{E150A093-6C5B-44F6-9FD3-CD662303BF9E}" destId="{48407925-1150-4922-9488-FBE70924885F}" srcOrd="25" destOrd="0" presId="urn:microsoft.com/office/officeart/2005/8/layout/default"/>
    <dgm:cxn modelId="{5A8B3BB8-D12E-47C3-993C-ED80E80AD9A5}" type="presParOf" srcId="{E150A093-6C5B-44F6-9FD3-CD662303BF9E}" destId="{2B55C725-3D55-40AD-A296-9B9AB8C320B2}" srcOrd="26" destOrd="0" presId="urn:microsoft.com/office/officeart/2005/8/layout/default"/>
    <dgm:cxn modelId="{26A16915-9458-430A-A9BD-D59F9CEF4065}" type="presParOf" srcId="{E150A093-6C5B-44F6-9FD3-CD662303BF9E}" destId="{B1C18097-C016-4405-9408-A9D46056EE33}" srcOrd="27" destOrd="0" presId="urn:microsoft.com/office/officeart/2005/8/layout/default"/>
    <dgm:cxn modelId="{06FAB924-3C0F-4409-A268-2DD1FCA59CB6}" type="presParOf" srcId="{E150A093-6C5B-44F6-9FD3-CD662303BF9E}" destId="{A6295BCE-3788-4B91-BFBC-7858BF0D1688}" srcOrd="28" destOrd="0" presId="urn:microsoft.com/office/officeart/2005/8/layout/default"/>
    <dgm:cxn modelId="{D6B4801F-DA89-4033-BA86-AC65B39ED929}" type="presParOf" srcId="{E150A093-6C5B-44F6-9FD3-CD662303BF9E}" destId="{35C77A74-DD05-4E6D-BF12-0CB261992B85}" srcOrd="29" destOrd="0" presId="urn:microsoft.com/office/officeart/2005/8/layout/default"/>
    <dgm:cxn modelId="{DB4F57DA-8DBC-4F3B-A3FC-F2545E217881}" type="presParOf" srcId="{E150A093-6C5B-44F6-9FD3-CD662303BF9E}" destId="{83B9D8BE-11C1-4807-910F-A723AF26D426}" srcOrd="30" destOrd="0" presId="urn:microsoft.com/office/officeart/2005/8/layout/default"/>
    <dgm:cxn modelId="{36F2CF6C-DA9D-49DF-B603-C8BD08B78A04}" type="presParOf" srcId="{E150A093-6C5B-44F6-9FD3-CD662303BF9E}" destId="{4E2E9571-7EB3-43F3-B7B9-005A8A0DCA59}" srcOrd="31" destOrd="0" presId="urn:microsoft.com/office/officeart/2005/8/layout/default"/>
    <dgm:cxn modelId="{68AF7D52-A9A5-4887-BFBC-96E246AE5B17}" type="presParOf" srcId="{E150A093-6C5B-44F6-9FD3-CD662303BF9E}" destId="{D9E2A538-2706-4441-A017-0D1DC479B420}" srcOrd="32" destOrd="0" presId="urn:microsoft.com/office/officeart/2005/8/layout/default"/>
    <dgm:cxn modelId="{DE55F948-0F70-4199-B08E-8825BBF7AE14}" type="presParOf" srcId="{E150A093-6C5B-44F6-9FD3-CD662303BF9E}" destId="{E7D5F649-AE9E-4448-8240-0D2B042A487A}" srcOrd="33" destOrd="0" presId="urn:microsoft.com/office/officeart/2005/8/layout/default"/>
    <dgm:cxn modelId="{FB726D71-D877-400E-8D91-5DC7F188D34B}" type="presParOf" srcId="{E150A093-6C5B-44F6-9FD3-CD662303BF9E}" destId="{3172B725-47D7-4B9D-8B35-5907E3F97D9E}" srcOrd="34" destOrd="0" presId="urn:microsoft.com/office/officeart/2005/8/layout/default"/>
    <dgm:cxn modelId="{4670F78F-BFF9-4894-891F-EB0B7A1E31B2}" type="presParOf" srcId="{E150A093-6C5B-44F6-9FD3-CD662303BF9E}" destId="{8292529D-6D20-4ACE-A1A6-F0FE98C1E33B}" srcOrd="35" destOrd="0" presId="urn:microsoft.com/office/officeart/2005/8/layout/default"/>
    <dgm:cxn modelId="{09C240E4-44AF-4788-8390-CD4F70C4A090}" type="presParOf" srcId="{E150A093-6C5B-44F6-9FD3-CD662303BF9E}" destId="{AB348E57-6C6A-477B-94CA-70DA3E7342B5}" srcOrd="36" destOrd="0" presId="urn:microsoft.com/office/officeart/2005/8/layout/default"/>
    <dgm:cxn modelId="{A4F30485-2946-4E66-BA83-3B76BEB18D99}" type="presParOf" srcId="{E150A093-6C5B-44F6-9FD3-CD662303BF9E}" destId="{288C0946-52F1-4BCD-AD80-0262C97A3A64}" srcOrd="37" destOrd="0" presId="urn:microsoft.com/office/officeart/2005/8/layout/default"/>
    <dgm:cxn modelId="{6D5B19BC-F7B3-458B-A241-66D983A91492}" type="presParOf" srcId="{E150A093-6C5B-44F6-9FD3-CD662303BF9E}" destId="{1C321EDF-3B3E-4F5F-BAE5-0913D3A47768}" srcOrd="38" destOrd="0" presId="urn:microsoft.com/office/officeart/2005/8/layout/default"/>
    <dgm:cxn modelId="{5132EC1D-C0E6-4417-9EA5-C8A4F79A4DF0}" type="presParOf" srcId="{E150A093-6C5B-44F6-9FD3-CD662303BF9E}" destId="{4DCDF0EC-3CD0-4216-AA26-A61B18F11454}" srcOrd="39" destOrd="0" presId="urn:microsoft.com/office/officeart/2005/8/layout/default"/>
    <dgm:cxn modelId="{AA8BC7C4-3E84-4008-96EC-DB3528A65F9F}" type="presParOf" srcId="{E150A093-6C5B-44F6-9FD3-CD662303BF9E}" destId="{329F2ADF-AD08-41C0-A4C9-D48DF205E121}" srcOrd="40" destOrd="0" presId="urn:microsoft.com/office/officeart/2005/8/layout/default"/>
    <dgm:cxn modelId="{070403D6-0210-4478-89C9-A1D5819E7579}" type="presParOf" srcId="{E150A093-6C5B-44F6-9FD3-CD662303BF9E}" destId="{40D856D3-234E-4E9B-9AB2-1585BE7A42E8}" srcOrd="41" destOrd="0" presId="urn:microsoft.com/office/officeart/2005/8/layout/default"/>
    <dgm:cxn modelId="{D28EFD8C-00BC-4EBE-B6BF-2E031DFC7C15}" type="presParOf" srcId="{E150A093-6C5B-44F6-9FD3-CD662303BF9E}" destId="{BD18F508-AF2B-4E53-9CA8-16ECBD0B6CF3}" srcOrd="42" destOrd="0" presId="urn:microsoft.com/office/officeart/2005/8/layout/default"/>
    <dgm:cxn modelId="{802574B2-7E3A-4FF2-BA12-6CCBB3ABE57D}" type="presParOf" srcId="{E150A093-6C5B-44F6-9FD3-CD662303BF9E}" destId="{38644BDC-FC60-46B0-905E-3084AED4695A}" srcOrd="43" destOrd="0" presId="urn:microsoft.com/office/officeart/2005/8/layout/default"/>
    <dgm:cxn modelId="{429F99D7-073E-4485-A4F1-5C974C37AF1F}" type="presParOf" srcId="{E150A093-6C5B-44F6-9FD3-CD662303BF9E}" destId="{C556A6F6-4DB0-47B4-BED4-84A3B0A39200}" srcOrd="44" destOrd="0" presId="urn:microsoft.com/office/officeart/2005/8/layout/default"/>
    <dgm:cxn modelId="{7A53BF88-12E3-4547-811D-D72CE6D22A46}" type="presParOf" srcId="{E150A093-6C5B-44F6-9FD3-CD662303BF9E}" destId="{E928CD7D-E979-419A-B8E9-90FE1DB4F077}" srcOrd="45" destOrd="0" presId="urn:microsoft.com/office/officeart/2005/8/layout/default"/>
    <dgm:cxn modelId="{DF9554FF-0525-4A09-A839-BD5AD55C8A95}" type="presParOf" srcId="{E150A093-6C5B-44F6-9FD3-CD662303BF9E}" destId="{F06B745A-81D0-487D-A4AA-4E2D439AA6DC}" srcOrd="46" destOrd="0" presId="urn:microsoft.com/office/officeart/2005/8/layout/default"/>
    <dgm:cxn modelId="{9428D0EA-FC62-4DE3-8E20-83557CE50A3B}" type="presParOf" srcId="{E150A093-6C5B-44F6-9FD3-CD662303BF9E}" destId="{2EBFA437-DA69-41A1-8AF6-468102B0AC49}" srcOrd="47" destOrd="0" presId="urn:microsoft.com/office/officeart/2005/8/layout/default"/>
    <dgm:cxn modelId="{A9D179C9-80AF-450F-A785-EC8E3AAB803D}" type="presParOf" srcId="{E150A093-6C5B-44F6-9FD3-CD662303BF9E}" destId="{B4AA2D5E-F722-4A15-8DD5-CBA2C0256C05}" srcOrd="48" destOrd="0" presId="urn:microsoft.com/office/officeart/2005/8/layout/default"/>
    <dgm:cxn modelId="{8199FD5A-3825-4897-A06D-57A60A7AA0F8}" type="presParOf" srcId="{E150A093-6C5B-44F6-9FD3-CD662303BF9E}" destId="{492B4012-8857-4F79-B938-D468C1C5D670}" srcOrd="49" destOrd="0" presId="urn:microsoft.com/office/officeart/2005/8/layout/default"/>
    <dgm:cxn modelId="{7AB584ED-B53B-48A6-B46C-CF2EEB7F6019}" type="presParOf" srcId="{E150A093-6C5B-44F6-9FD3-CD662303BF9E}" destId="{DFF72125-E019-4DFF-A7E1-0492B2A1DEAC}" srcOrd="50" destOrd="0" presId="urn:microsoft.com/office/officeart/2005/8/layout/default"/>
    <dgm:cxn modelId="{058AAFD0-2F84-4206-B45D-A80A1310DBA4}" type="presParOf" srcId="{E150A093-6C5B-44F6-9FD3-CD662303BF9E}" destId="{BE9942DF-0418-4BD7-8994-FCCEE8D2FC1D}" srcOrd="51" destOrd="0" presId="urn:microsoft.com/office/officeart/2005/8/layout/default"/>
    <dgm:cxn modelId="{8E4977F0-EFC0-43BC-931B-3C29D69F1CBA}" type="presParOf" srcId="{E150A093-6C5B-44F6-9FD3-CD662303BF9E}" destId="{3AAE6B85-88F4-4EE1-8B3A-4957CEC2276A}" srcOrd="52" destOrd="0" presId="urn:microsoft.com/office/officeart/2005/8/layout/default"/>
    <dgm:cxn modelId="{F93A754E-F84B-4DC3-8BD0-00F9592352C6}" type="presParOf" srcId="{E150A093-6C5B-44F6-9FD3-CD662303BF9E}" destId="{C40BF6EF-7EA0-4D73-837F-D78E81D68EAF}" srcOrd="53" destOrd="0" presId="urn:microsoft.com/office/officeart/2005/8/layout/default"/>
    <dgm:cxn modelId="{43D1C97B-4E27-4F3D-9986-E3140B138EDE}" type="presParOf" srcId="{E150A093-6C5B-44F6-9FD3-CD662303BF9E}" destId="{1D5F3011-B2EF-446F-BF3D-741CBEDA84B8}" srcOrd="54" destOrd="0" presId="urn:microsoft.com/office/officeart/2005/8/layout/default"/>
    <dgm:cxn modelId="{EE020176-968E-4530-8B71-F30E961FF842}" type="presParOf" srcId="{E150A093-6C5B-44F6-9FD3-CD662303BF9E}" destId="{13F5961B-647C-4175-AE2F-B9883C5FDF6E}" srcOrd="55" destOrd="0" presId="urn:microsoft.com/office/officeart/2005/8/layout/default"/>
    <dgm:cxn modelId="{499D9623-C1F9-4591-B265-1650B9C7CD0F}" type="presParOf" srcId="{E150A093-6C5B-44F6-9FD3-CD662303BF9E}" destId="{54D814E0-653D-4D62-A74E-5AF3BA0C719C}" srcOrd="56" destOrd="0" presId="urn:microsoft.com/office/officeart/2005/8/layout/default"/>
    <dgm:cxn modelId="{B2E7D844-72E4-4174-9C5D-B2679ADE97A7}" type="presParOf" srcId="{E150A093-6C5B-44F6-9FD3-CD662303BF9E}" destId="{83D5B0CA-4543-4511-BD2C-21ABBC9C06EE}" srcOrd="57" destOrd="0" presId="urn:microsoft.com/office/officeart/2005/8/layout/default"/>
    <dgm:cxn modelId="{5F32CDB0-4B7B-4556-A5AB-6657DB00C378}" type="presParOf" srcId="{E150A093-6C5B-44F6-9FD3-CD662303BF9E}" destId="{2D7878D0-F86F-4815-914D-B0A46CA87E53}" srcOrd="58" destOrd="0" presId="urn:microsoft.com/office/officeart/2005/8/layout/default"/>
    <dgm:cxn modelId="{38DEAC24-ED08-43B2-A896-F1CA5620E130}" type="presParOf" srcId="{E150A093-6C5B-44F6-9FD3-CD662303BF9E}" destId="{E3FF6BA1-2987-4683-9B5B-D010799ACFD8}" srcOrd="59" destOrd="0" presId="urn:microsoft.com/office/officeart/2005/8/layout/default"/>
    <dgm:cxn modelId="{01F4DDE6-C04D-43BE-B26A-1683307F2973}" type="presParOf" srcId="{E150A093-6C5B-44F6-9FD3-CD662303BF9E}" destId="{9957AA16-2B45-410B-B067-ACFE7A913745}" srcOrd="6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DEF997D-A93E-41C1-A8F5-41BE44EFE1D2}"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ru-RU"/>
        </a:p>
      </dgm:t>
    </dgm:pt>
    <dgm:pt modelId="{71D5C33E-D970-4486-8C65-995C0624C7A7}">
      <dgm:prSet/>
      <dgm:spPr/>
      <dgm:t>
        <a:bodyPr/>
        <a:lstStyle/>
        <a:p>
          <a:r>
            <a:rPr lang="ru-RU" b="1"/>
            <a:t>Эмблема организации </a:t>
          </a:r>
          <a:r>
            <a:rPr lang="ru-RU"/>
            <a:t>– знак или логотип ведомства, может размещаться на бланках (не применяется вместе с гербом РФ).</a:t>
          </a:r>
        </a:p>
      </dgm:t>
    </dgm:pt>
    <dgm:pt modelId="{B4D1E12E-A6DA-4EB2-AC4A-3F73B007675F}" type="parTrans" cxnId="{B5AF218C-FE9F-44BC-9E35-3D3ABB9F7906}">
      <dgm:prSet/>
      <dgm:spPr/>
      <dgm:t>
        <a:bodyPr/>
        <a:lstStyle/>
        <a:p>
          <a:endParaRPr lang="ru-RU"/>
        </a:p>
      </dgm:t>
    </dgm:pt>
    <dgm:pt modelId="{D9F7EB1E-791D-4E1D-9556-A328F7932567}" type="sibTrans" cxnId="{B5AF218C-FE9F-44BC-9E35-3D3ABB9F7906}">
      <dgm:prSet/>
      <dgm:spPr/>
      <dgm:t>
        <a:bodyPr/>
        <a:lstStyle/>
        <a:p>
          <a:endParaRPr lang="ru-RU"/>
        </a:p>
      </dgm:t>
    </dgm:pt>
    <dgm:pt modelId="{79F6F322-35FD-4494-8C99-7F43289D536E}">
      <dgm:prSet/>
      <dgm:spPr/>
      <dgm:t>
        <a:bodyPr/>
        <a:lstStyle/>
        <a:p>
          <a:r>
            <a:rPr lang="ru-RU" b="1" dirty="0"/>
            <a:t>Товарный знак </a:t>
          </a:r>
          <a:r>
            <a:rPr lang="ru-RU" dirty="0"/>
            <a:t>– для коммерческих организаций; для госорганов не актуален.</a:t>
          </a:r>
        </a:p>
      </dgm:t>
    </dgm:pt>
    <dgm:pt modelId="{AE2AC204-5FFD-446E-BDD6-A72225B81D47}" type="parTrans" cxnId="{6FBB0E42-83F5-428D-A6C9-C7F918B254BB}">
      <dgm:prSet/>
      <dgm:spPr/>
      <dgm:t>
        <a:bodyPr/>
        <a:lstStyle/>
        <a:p>
          <a:endParaRPr lang="ru-RU"/>
        </a:p>
      </dgm:t>
    </dgm:pt>
    <dgm:pt modelId="{634A107C-29CF-4B63-AE84-DD3D0B79316D}" type="sibTrans" cxnId="{6FBB0E42-83F5-428D-A6C9-C7F918B254BB}">
      <dgm:prSet/>
      <dgm:spPr/>
      <dgm:t>
        <a:bodyPr/>
        <a:lstStyle/>
        <a:p>
          <a:endParaRPr lang="ru-RU"/>
        </a:p>
      </dgm:t>
    </dgm:pt>
    <dgm:pt modelId="{C00ACB1F-4D60-46E9-99B7-8B1A8523543D}" type="pres">
      <dgm:prSet presAssocID="{CDEF997D-A93E-41C1-A8F5-41BE44EFE1D2}" presName="diagram" presStyleCnt="0">
        <dgm:presLayoutVars>
          <dgm:dir/>
          <dgm:resizeHandles val="exact"/>
        </dgm:presLayoutVars>
      </dgm:prSet>
      <dgm:spPr/>
    </dgm:pt>
    <dgm:pt modelId="{C5DF262E-2510-4347-97E7-5347EC30F5A4}" type="pres">
      <dgm:prSet presAssocID="{71D5C33E-D970-4486-8C65-995C0624C7A7}" presName="node" presStyleLbl="node1" presStyleIdx="0" presStyleCnt="2" custScaleY="46651">
        <dgm:presLayoutVars>
          <dgm:bulletEnabled val="1"/>
        </dgm:presLayoutVars>
      </dgm:prSet>
      <dgm:spPr/>
    </dgm:pt>
    <dgm:pt modelId="{1F8F3DBE-F452-468E-BC9F-BAC2D21CBB12}" type="pres">
      <dgm:prSet presAssocID="{D9F7EB1E-791D-4E1D-9556-A328F7932567}" presName="sibTrans" presStyleCnt="0"/>
      <dgm:spPr/>
    </dgm:pt>
    <dgm:pt modelId="{5FFEC32D-C343-4E61-B983-C00A227E1635}" type="pres">
      <dgm:prSet presAssocID="{79F6F322-35FD-4494-8C99-7F43289D536E}" presName="node" presStyleLbl="node1" presStyleIdx="1" presStyleCnt="2" custScaleY="46651">
        <dgm:presLayoutVars>
          <dgm:bulletEnabled val="1"/>
        </dgm:presLayoutVars>
      </dgm:prSet>
      <dgm:spPr/>
    </dgm:pt>
  </dgm:ptLst>
  <dgm:cxnLst>
    <dgm:cxn modelId="{6FBB0E42-83F5-428D-A6C9-C7F918B254BB}" srcId="{CDEF997D-A93E-41C1-A8F5-41BE44EFE1D2}" destId="{79F6F322-35FD-4494-8C99-7F43289D536E}" srcOrd="1" destOrd="0" parTransId="{AE2AC204-5FFD-446E-BDD6-A72225B81D47}" sibTransId="{634A107C-29CF-4B63-AE84-DD3D0B79316D}"/>
    <dgm:cxn modelId="{AFBCBC7E-7155-422F-B62D-2A3DBEC6FA1B}" type="presOf" srcId="{71D5C33E-D970-4486-8C65-995C0624C7A7}" destId="{C5DF262E-2510-4347-97E7-5347EC30F5A4}" srcOrd="0" destOrd="0" presId="urn:microsoft.com/office/officeart/2005/8/layout/default"/>
    <dgm:cxn modelId="{B5AF218C-FE9F-44BC-9E35-3D3ABB9F7906}" srcId="{CDEF997D-A93E-41C1-A8F5-41BE44EFE1D2}" destId="{71D5C33E-D970-4486-8C65-995C0624C7A7}" srcOrd="0" destOrd="0" parTransId="{B4D1E12E-A6DA-4EB2-AC4A-3F73B007675F}" sibTransId="{D9F7EB1E-791D-4E1D-9556-A328F7932567}"/>
    <dgm:cxn modelId="{1C3760D2-755C-4C17-A2EE-653DA61032E6}" type="presOf" srcId="{79F6F322-35FD-4494-8C99-7F43289D536E}" destId="{5FFEC32D-C343-4E61-B983-C00A227E1635}" srcOrd="0" destOrd="0" presId="urn:microsoft.com/office/officeart/2005/8/layout/default"/>
    <dgm:cxn modelId="{3F454AE2-A910-4CDE-8CE0-4FEAEFE24990}" type="presOf" srcId="{CDEF997D-A93E-41C1-A8F5-41BE44EFE1D2}" destId="{C00ACB1F-4D60-46E9-99B7-8B1A8523543D}" srcOrd="0" destOrd="0" presId="urn:microsoft.com/office/officeart/2005/8/layout/default"/>
    <dgm:cxn modelId="{50F164B8-B996-46F8-AFD6-CE50328E6CF1}" type="presParOf" srcId="{C00ACB1F-4D60-46E9-99B7-8B1A8523543D}" destId="{C5DF262E-2510-4347-97E7-5347EC30F5A4}" srcOrd="0" destOrd="0" presId="urn:microsoft.com/office/officeart/2005/8/layout/default"/>
    <dgm:cxn modelId="{2B1D7EB9-0B52-42ED-BB3B-040A1B41773B}" type="presParOf" srcId="{C00ACB1F-4D60-46E9-99B7-8B1A8523543D}" destId="{1F8F3DBE-F452-468E-BC9F-BAC2D21CBB12}" srcOrd="1" destOrd="0" presId="urn:microsoft.com/office/officeart/2005/8/layout/default"/>
    <dgm:cxn modelId="{2372962C-8977-45CD-B47A-371780AE76FF}" type="presParOf" srcId="{C00ACB1F-4D60-46E9-99B7-8B1A8523543D}" destId="{5FFEC32D-C343-4E61-B983-C00A227E1635}"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DEF997D-A93E-41C1-A8F5-41BE44EFE1D2}"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ru-RU"/>
        </a:p>
      </dgm:t>
    </dgm:pt>
    <dgm:pt modelId="{71D5C33E-D970-4486-8C65-995C0624C7A7}">
      <dgm:prSet/>
      <dgm:spPr/>
      <dgm:t>
        <a:bodyPr/>
        <a:lstStyle/>
        <a:p>
          <a:r>
            <a:rPr lang="ru-RU" b="1" dirty="0"/>
            <a:t>Наименование структурного подразделения</a:t>
          </a:r>
          <a:r>
            <a:rPr lang="ru-RU" dirty="0"/>
            <a:t> (если документ исходящий от конкретного департамента, управления и т.д.).</a:t>
          </a:r>
        </a:p>
      </dgm:t>
    </dgm:pt>
    <dgm:pt modelId="{B4D1E12E-A6DA-4EB2-AC4A-3F73B007675F}" type="parTrans" cxnId="{B5AF218C-FE9F-44BC-9E35-3D3ABB9F7906}">
      <dgm:prSet/>
      <dgm:spPr/>
      <dgm:t>
        <a:bodyPr/>
        <a:lstStyle/>
        <a:p>
          <a:endParaRPr lang="ru-RU"/>
        </a:p>
      </dgm:t>
    </dgm:pt>
    <dgm:pt modelId="{D9F7EB1E-791D-4E1D-9556-A328F7932567}" type="sibTrans" cxnId="{B5AF218C-FE9F-44BC-9E35-3D3ABB9F7906}">
      <dgm:prSet/>
      <dgm:spPr/>
      <dgm:t>
        <a:bodyPr/>
        <a:lstStyle/>
        <a:p>
          <a:endParaRPr lang="ru-RU"/>
        </a:p>
      </dgm:t>
    </dgm:pt>
    <dgm:pt modelId="{79F6F322-35FD-4494-8C99-7F43289D536E}">
      <dgm:prSet/>
      <dgm:spPr/>
      <dgm:t>
        <a:bodyPr/>
        <a:lstStyle/>
        <a:p>
          <a:r>
            <a:rPr lang="ru-RU" b="1" dirty="0"/>
            <a:t>Наименование должности</a:t>
          </a:r>
          <a:r>
            <a:rPr lang="ru-RU" dirty="0"/>
            <a:t> – должностное лицо, от имени которого издается документ (например, Министр, Руководитель Департамента).</a:t>
          </a:r>
        </a:p>
      </dgm:t>
    </dgm:pt>
    <dgm:pt modelId="{AE2AC204-5FFD-446E-BDD6-A72225B81D47}" type="parTrans" cxnId="{6FBB0E42-83F5-428D-A6C9-C7F918B254BB}">
      <dgm:prSet/>
      <dgm:spPr/>
      <dgm:t>
        <a:bodyPr/>
        <a:lstStyle/>
        <a:p>
          <a:endParaRPr lang="ru-RU"/>
        </a:p>
      </dgm:t>
    </dgm:pt>
    <dgm:pt modelId="{634A107C-29CF-4B63-AE84-DD3D0B79316D}" type="sibTrans" cxnId="{6FBB0E42-83F5-428D-A6C9-C7F918B254BB}">
      <dgm:prSet/>
      <dgm:spPr/>
      <dgm:t>
        <a:bodyPr/>
        <a:lstStyle/>
        <a:p>
          <a:endParaRPr lang="ru-RU"/>
        </a:p>
      </dgm:t>
    </dgm:pt>
    <dgm:pt modelId="{C00ACB1F-4D60-46E9-99B7-8B1A8523543D}" type="pres">
      <dgm:prSet presAssocID="{CDEF997D-A93E-41C1-A8F5-41BE44EFE1D2}" presName="diagram" presStyleCnt="0">
        <dgm:presLayoutVars>
          <dgm:dir/>
          <dgm:resizeHandles val="exact"/>
        </dgm:presLayoutVars>
      </dgm:prSet>
      <dgm:spPr/>
    </dgm:pt>
    <dgm:pt modelId="{C5DF262E-2510-4347-97E7-5347EC30F5A4}" type="pres">
      <dgm:prSet presAssocID="{71D5C33E-D970-4486-8C65-995C0624C7A7}" presName="node" presStyleLbl="node1" presStyleIdx="0" presStyleCnt="2" custScaleY="46652">
        <dgm:presLayoutVars>
          <dgm:bulletEnabled val="1"/>
        </dgm:presLayoutVars>
      </dgm:prSet>
      <dgm:spPr/>
    </dgm:pt>
    <dgm:pt modelId="{1F8F3DBE-F452-468E-BC9F-BAC2D21CBB12}" type="pres">
      <dgm:prSet presAssocID="{D9F7EB1E-791D-4E1D-9556-A328F7932567}" presName="sibTrans" presStyleCnt="0"/>
      <dgm:spPr/>
    </dgm:pt>
    <dgm:pt modelId="{5FFEC32D-C343-4E61-B983-C00A227E1635}" type="pres">
      <dgm:prSet presAssocID="{79F6F322-35FD-4494-8C99-7F43289D536E}" presName="node" presStyleLbl="node1" presStyleIdx="1" presStyleCnt="2" custScaleY="46652">
        <dgm:presLayoutVars>
          <dgm:bulletEnabled val="1"/>
        </dgm:presLayoutVars>
      </dgm:prSet>
      <dgm:spPr/>
    </dgm:pt>
  </dgm:ptLst>
  <dgm:cxnLst>
    <dgm:cxn modelId="{6FBB0E42-83F5-428D-A6C9-C7F918B254BB}" srcId="{CDEF997D-A93E-41C1-A8F5-41BE44EFE1D2}" destId="{79F6F322-35FD-4494-8C99-7F43289D536E}" srcOrd="1" destOrd="0" parTransId="{AE2AC204-5FFD-446E-BDD6-A72225B81D47}" sibTransId="{634A107C-29CF-4B63-AE84-DD3D0B79316D}"/>
    <dgm:cxn modelId="{AFBCBC7E-7155-422F-B62D-2A3DBEC6FA1B}" type="presOf" srcId="{71D5C33E-D970-4486-8C65-995C0624C7A7}" destId="{C5DF262E-2510-4347-97E7-5347EC30F5A4}" srcOrd="0" destOrd="0" presId="urn:microsoft.com/office/officeart/2005/8/layout/default"/>
    <dgm:cxn modelId="{B5AF218C-FE9F-44BC-9E35-3D3ABB9F7906}" srcId="{CDEF997D-A93E-41C1-A8F5-41BE44EFE1D2}" destId="{71D5C33E-D970-4486-8C65-995C0624C7A7}" srcOrd="0" destOrd="0" parTransId="{B4D1E12E-A6DA-4EB2-AC4A-3F73B007675F}" sibTransId="{D9F7EB1E-791D-4E1D-9556-A328F7932567}"/>
    <dgm:cxn modelId="{1C3760D2-755C-4C17-A2EE-653DA61032E6}" type="presOf" srcId="{79F6F322-35FD-4494-8C99-7F43289D536E}" destId="{5FFEC32D-C343-4E61-B983-C00A227E1635}" srcOrd="0" destOrd="0" presId="urn:microsoft.com/office/officeart/2005/8/layout/default"/>
    <dgm:cxn modelId="{3F454AE2-A910-4CDE-8CE0-4FEAEFE24990}" type="presOf" srcId="{CDEF997D-A93E-41C1-A8F5-41BE44EFE1D2}" destId="{C00ACB1F-4D60-46E9-99B7-8B1A8523543D}" srcOrd="0" destOrd="0" presId="urn:microsoft.com/office/officeart/2005/8/layout/default"/>
    <dgm:cxn modelId="{50F164B8-B996-46F8-AFD6-CE50328E6CF1}" type="presParOf" srcId="{C00ACB1F-4D60-46E9-99B7-8B1A8523543D}" destId="{C5DF262E-2510-4347-97E7-5347EC30F5A4}" srcOrd="0" destOrd="0" presId="urn:microsoft.com/office/officeart/2005/8/layout/default"/>
    <dgm:cxn modelId="{2B1D7EB9-0B52-42ED-BB3B-040A1B41773B}" type="presParOf" srcId="{C00ACB1F-4D60-46E9-99B7-8B1A8523543D}" destId="{1F8F3DBE-F452-468E-BC9F-BAC2D21CBB12}" srcOrd="1" destOrd="0" presId="urn:microsoft.com/office/officeart/2005/8/layout/default"/>
    <dgm:cxn modelId="{2372962C-8977-45CD-B47A-371780AE76FF}" type="presParOf" srcId="{C00ACB1F-4D60-46E9-99B7-8B1A8523543D}" destId="{5FFEC32D-C343-4E61-B983-C00A227E1635}" srcOrd="2" destOrd="0" presId="urn:microsoft.com/office/officeart/2005/8/layout/defaul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EDB1520-26FB-46B3-8674-BB2301297E4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ru-RU"/>
        </a:p>
      </dgm:t>
    </dgm:pt>
    <dgm:pt modelId="{DE7416FC-D35D-4DB5-896C-AD61D1738793}">
      <dgm:prSet phldrT="[Текст]"/>
      <dgm:spPr/>
      <dgm:t>
        <a:bodyPr/>
        <a:lstStyle/>
        <a:p>
          <a:r>
            <a:rPr lang="ru-RU"/>
            <a:t>Организационные</a:t>
          </a:r>
          <a:endParaRPr lang="ru-RU" dirty="0"/>
        </a:p>
      </dgm:t>
    </dgm:pt>
    <dgm:pt modelId="{2F5338B7-8649-4AD1-8DF4-DCCE2BA93181}" type="parTrans" cxnId="{10D1B766-DBA9-445B-9769-AFF97AA519D6}">
      <dgm:prSet/>
      <dgm:spPr/>
      <dgm:t>
        <a:bodyPr/>
        <a:lstStyle/>
        <a:p>
          <a:endParaRPr lang="ru-RU"/>
        </a:p>
      </dgm:t>
    </dgm:pt>
    <dgm:pt modelId="{D466BE62-6624-492C-B787-58D572A1E470}" type="sibTrans" cxnId="{10D1B766-DBA9-445B-9769-AFF97AA519D6}">
      <dgm:prSet/>
      <dgm:spPr/>
      <dgm:t>
        <a:bodyPr/>
        <a:lstStyle/>
        <a:p>
          <a:endParaRPr lang="ru-RU"/>
        </a:p>
      </dgm:t>
    </dgm:pt>
    <dgm:pt modelId="{30B7F31D-515A-45AF-8520-2F88963FA4DB}">
      <dgm:prSet phldrT="[Текст]"/>
      <dgm:spPr/>
      <dgm:t>
        <a:bodyPr/>
        <a:lstStyle/>
        <a:p>
          <a:pPr>
            <a:lnSpc>
              <a:spcPct val="100000"/>
            </a:lnSpc>
          </a:pPr>
          <a:r>
            <a:rPr lang="ru-RU" dirty="0"/>
            <a:t>Устав</a:t>
          </a:r>
        </a:p>
      </dgm:t>
    </dgm:pt>
    <dgm:pt modelId="{21B83D52-A001-42FF-B0F4-841B66A36C4F}" type="parTrans" cxnId="{090B9402-8984-4BF8-A391-A693C4CF8016}">
      <dgm:prSet/>
      <dgm:spPr/>
      <dgm:t>
        <a:bodyPr/>
        <a:lstStyle/>
        <a:p>
          <a:endParaRPr lang="ru-RU"/>
        </a:p>
      </dgm:t>
    </dgm:pt>
    <dgm:pt modelId="{CC95FFC8-1BB0-4202-805F-72480134719B}" type="sibTrans" cxnId="{090B9402-8984-4BF8-A391-A693C4CF8016}">
      <dgm:prSet/>
      <dgm:spPr/>
      <dgm:t>
        <a:bodyPr/>
        <a:lstStyle/>
        <a:p>
          <a:endParaRPr lang="ru-RU"/>
        </a:p>
      </dgm:t>
    </dgm:pt>
    <dgm:pt modelId="{032389AA-1E65-4343-A102-5A10AC0BF2E6}">
      <dgm:prSet phldrT="[Текст]"/>
      <dgm:spPr/>
      <dgm:t>
        <a:bodyPr/>
        <a:lstStyle/>
        <a:p>
          <a:pPr>
            <a:lnSpc>
              <a:spcPct val="100000"/>
            </a:lnSpc>
          </a:pPr>
          <a:r>
            <a:rPr lang="ru-RU" dirty="0"/>
            <a:t>Положение</a:t>
          </a:r>
        </a:p>
      </dgm:t>
    </dgm:pt>
    <dgm:pt modelId="{7AA006EE-B725-443C-A746-3C6A95BBD693}" type="parTrans" cxnId="{12FC4EFE-8786-455A-8646-7B7D9B4908C9}">
      <dgm:prSet/>
      <dgm:spPr/>
      <dgm:t>
        <a:bodyPr/>
        <a:lstStyle/>
        <a:p>
          <a:endParaRPr lang="ru-RU"/>
        </a:p>
      </dgm:t>
    </dgm:pt>
    <dgm:pt modelId="{C80702B9-CACD-4364-A8C2-3C8B55465486}" type="sibTrans" cxnId="{12FC4EFE-8786-455A-8646-7B7D9B4908C9}">
      <dgm:prSet/>
      <dgm:spPr/>
      <dgm:t>
        <a:bodyPr/>
        <a:lstStyle/>
        <a:p>
          <a:endParaRPr lang="ru-RU"/>
        </a:p>
      </dgm:t>
    </dgm:pt>
    <dgm:pt modelId="{3DBFD515-B8FD-4B25-A879-96D949F2E46B}">
      <dgm:prSet phldrT="[Текст]"/>
      <dgm:spPr/>
      <dgm:t>
        <a:bodyPr/>
        <a:lstStyle/>
        <a:p>
          <a:r>
            <a:rPr lang="ru-RU" b="1"/>
            <a:t>Распорядительные</a:t>
          </a:r>
          <a:endParaRPr lang="ru-RU" b="1" dirty="0"/>
        </a:p>
      </dgm:t>
    </dgm:pt>
    <dgm:pt modelId="{9C12624B-193E-4520-BE20-5D86D7314B64}" type="parTrans" cxnId="{D8AC6E6A-7110-4547-8891-51B85F6A2FEA}">
      <dgm:prSet/>
      <dgm:spPr/>
      <dgm:t>
        <a:bodyPr/>
        <a:lstStyle/>
        <a:p>
          <a:endParaRPr lang="ru-RU"/>
        </a:p>
      </dgm:t>
    </dgm:pt>
    <dgm:pt modelId="{3ABDD54F-5B46-4AF9-9D74-5E0F8A1B3098}" type="sibTrans" cxnId="{D8AC6E6A-7110-4547-8891-51B85F6A2FEA}">
      <dgm:prSet/>
      <dgm:spPr/>
      <dgm:t>
        <a:bodyPr/>
        <a:lstStyle/>
        <a:p>
          <a:endParaRPr lang="ru-RU"/>
        </a:p>
      </dgm:t>
    </dgm:pt>
    <dgm:pt modelId="{FBE52F2F-44FB-43F1-83BF-68580B81D0E3}">
      <dgm:prSet phldrT="[Текст]"/>
      <dgm:spPr/>
      <dgm:t>
        <a:bodyPr/>
        <a:lstStyle/>
        <a:p>
          <a:pPr>
            <a:lnSpc>
              <a:spcPct val="100000"/>
            </a:lnSpc>
          </a:pPr>
          <a:r>
            <a:rPr lang="ru-RU" dirty="0"/>
            <a:t>Указ</a:t>
          </a:r>
        </a:p>
      </dgm:t>
    </dgm:pt>
    <dgm:pt modelId="{185172C4-9254-4E9D-A2B3-395235756276}" type="parTrans" cxnId="{1B92E38F-27BF-4C4A-9AA8-560DFF3D2A94}">
      <dgm:prSet/>
      <dgm:spPr/>
      <dgm:t>
        <a:bodyPr/>
        <a:lstStyle/>
        <a:p>
          <a:endParaRPr lang="ru-RU"/>
        </a:p>
      </dgm:t>
    </dgm:pt>
    <dgm:pt modelId="{176D760F-E594-4259-AD1A-39A4E060C209}" type="sibTrans" cxnId="{1B92E38F-27BF-4C4A-9AA8-560DFF3D2A94}">
      <dgm:prSet/>
      <dgm:spPr/>
      <dgm:t>
        <a:bodyPr/>
        <a:lstStyle/>
        <a:p>
          <a:endParaRPr lang="ru-RU"/>
        </a:p>
      </dgm:t>
    </dgm:pt>
    <dgm:pt modelId="{D96DE571-A4DE-4075-A3E7-08697066D855}">
      <dgm:prSet phldrT="[Текст]"/>
      <dgm:spPr/>
      <dgm:t>
        <a:bodyPr/>
        <a:lstStyle/>
        <a:p>
          <a:pPr>
            <a:lnSpc>
              <a:spcPct val="100000"/>
            </a:lnSpc>
          </a:pPr>
          <a:r>
            <a:rPr lang="ru-RU" dirty="0"/>
            <a:t>Постановление</a:t>
          </a:r>
        </a:p>
      </dgm:t>
    </dgm:pt>
    <dgm:pt modelId="{D6A61A00-282B-41C7-AB60-859E2053A525}" type="parTrans" cxnId="{898F4189-46E9-4A6E-B6D2-FCF0B031B2B1}">
      <dgm:prSet/>
      <dgm:spPr/>
      <dgm:t>
        <a:bodyPr/>
        <a:lstStyle/>
        <a:p>
          <a:endParaRPr lang="ru-RU"/>
        </a:p>
      </dgm:t>
    </dgm:pt>
    <dgm:pt modelId="{57899187-5FB3-4165-AB6D-251568419331}" type="sibTrans" cxnId="{898F4189-46E9-4A6E-B6D2-FCF0B031B2B1}">
      <dgm:prSet/>
      <dgm:spPr/>
      <dgm:t>
        <a:bodyPr/>
        <a:lstStyle/>
        <a:p>
          <a:endParaRPr lang="ru-RU"/>
        </a:p>
      </dgm:t>
    </dgm:pt>
    <dgm:pt modelId="{1EDC0529-E631-4615-AD46-3013C1B92CF9}">
      <dgm:prSet phldrT="[Текст]"/>
      <dgm:spPr/>
      <dgm:t>
        <a:bodyPr/>
        <a:lstStyle/>
        <a:p>
          <a:r>
            <a:rPr lang="ru-RU"/>
            <a:t>Информационно-справочные</a:t>
          </a:r>
          <a:endParaRPr lang="ru-RU" dirty="0"/>
        </a:p>
      </dgm:t>
    </dgm:pt>
    <dgm:pt modelId="{CA275E91-F933-4312-BEC5-85AB823BF669}" type="parTrans" cxnId="{BDC45733-DE36-434A-B36E-C5716886F2A4}">
      <dgm:prSet/>
      <dgm:spPr/>
      <dgm:t>
        <a:bodyPr/>
        <a:lstStyle/>
        <a:p>
          <a:endParaRPr lang="ru-RU"/>
        </a:p>
      </dgm:t>
    </dgm:pt>
    <dgm:pt modelId="{78013BED-6403-4F0D-97A8-A8FD9163B7DD}" type="sibTrans" cxnId="{BDC45733-DE36-434A-B36E-C5716886F2A4}">
      <dgm:prSet/>
      <dgm:spPr/>
      <dgm:t>
        <a:bodyPr/>
        <a:lstStyle/>
        <a:p>
          <a:endParaRPr lang="ru-RU"/>
        </a:p>
      </dgm:t>
    </dgm:pt>
    <dgm:pt modelId="{8036177C-1074-42ED-A3C5-C9B2EC317262}">
      <dgm:prSet phldrT="[Текст]"/>
      <dgm:spPr/>
      <dgm:t>
        <a:bodyPr/>
        <a:lstStyle/>
        <a:p>
          <a:pPr>
            <a:lnSpc>
              <a:spcPct val="100000"/>
            </a:lnSpc>
          </a:pPr>
          <a:r>
            <a:rPr lang="ru-RU" dirty="0"/>
            <a:t>Служебная записка</a:t>
          </a:r>
        </a:p>
      </dgm:t>
    </dgm:pt>
    <dgm:pt modelId="{2E359432-1BDE-4725-BAB6-C091A892810B}" type="parTrans" cxnId="{EA46BCA3-6194-42A7-92A7-F81A4BB48FFE}">
      <dgm:prSet/>
      <dgm:spPr/>
      <dgm:t>
        <a:bodyPr/>
        <a:lstStyle/>
        <a:p>
          <a:endParaRPr lang="ru-RU"/>
        </a:p>
      </dgm:t>
    </dgm:pt>
    <dgm:pt modelId="{2AB1BEDF-A452-4A17-BBC1-67582B201F6B}" type="sibTrans" cxnId="{EA46BCA3-6194-42A7-92A7-F81A4BB48FFE}">
      <dgm:prSet/>
      <dgm:spPr/>
      <dgm:t>
        <a:bodyPr/>
        <a:lstStyle/>
        <a:p>
          <a:endParaRPr lang="ru-RU"/>
        </a:p>
      </dgm:t>
    </dgm:pt>
    <dgm:pt modelId="{11C0DF89-0B3E-4EB9-9329-CB626A9F06FD}">
      <dgm:prSet phldrT="[Текст]"/>
      <dgm:spPr/>
      <dgm:t>
        <a:bodyPr/>
        <a:lstStyle/>
        <a:p>
          <a:pPr>
            <a:lnSpc>
              <a:spcPct val="100000"/>
            </a:lnSpc>
          </a:pPr>
          <a:r>
            <a:rPr lang="ru-RU" dirty="0"/>
            <a:t>Протокол</a:t>
          </a:r>
        </a:p>
      </dgm:t>
    </dgm:pt>
    <dgm:pt modelId="{E5322677-2C12-4889-BF17-F964AF830789}" type="parTrans" cxnId="{D7625882-9DD1-4042-A0B1-E201985E3CCB}">
      <dgm:prSet/>
      <dgm:spPr/>
      <dgm:t>
        <a:bodyPr/>
        <a:lstStyle/>
        <a:p>
          <a:endParaRPr lang="ru-RU"/>
        </a:p>
      </dgm:t>
    </dgm:pt>
    <dgm:pt modelId="{3A481D26-6F1A-4E82-B666-F66A079515B0}" type="sibTrans" cxnId="{D7625882-9DD1-4042-A0B1-E201985E3CCB}">
      <dgm:prSet/>
      <dgm:spPr/>
      <dgm:t>
        <a:bodyPr/>
        <a:lstStyle/>
        <a:p>
          <a:endParaRPr lang="ru-RU"/>
        </a:p>
      </dgm:t>
    </dgm:pt>
    <dgm:pt modelId="{99F19F76-7E74-4E6D-BF68-FE938CB17DFA}">
      <dgm:prSet phldrT="[Текст]"/>
      <dgm:spPr/>
      <dgm:t>
        <a:bodyPr/>
        <a:lstStyle/>
        <a:p>
          <a:pPr>
            <a:lnSpc>
              <a:spcPct val="100000"/>
            </a:lnSpc>
          </a:pPr>
          <a:r>
            <a:rPr lang="ru-RU" dirty="0"/>
            <a:t>Правила (</a:t>
          </a:r>
          <a:r>
            <a:rPr lang="ru-RU" i="1" dirty="0"/>
            <a:t>служебного поведения, трудового распорядка</a:t>
          </a:r>
          <a:r>
            <a:rPr lang="ru-RU" dirty="0"/>
            <a:t>)</a:t>
          </a:r>
        </a:p>
      </dgm:t>
    </dgm:pt>
    <dgm:pt modelId="{A0A15A10-FD0C-4031-8589-1109E6C7DAE8}" type="parTrans" cxnId="{8837FCE6-F7F0-45EE-8A56-25736C573BB2}">
      <dgm:prSet/>
      <dgm:spPr/>
      <dgm:t>
        <a:bodyPr/>
        <a:lstStyle/>
        <a:p>
          <a:endParaRPr lang="ru-RU"/>
        </a:p>
      </dgm:t>
    </dgm:pt>
    <dgm:pt modelId="{839696F6-780C-4590-A1AE-9553FFD211FA}" type="sibTrans" cxnId="{8837FCE6-F7F0-45EE-8A56-25736C573BB2}">
      <dgm:prSet/>
      <dgm:spPr/>
      <dgm:t>
        <a:bodyPr/>
        <a:lstStyle/>
        <a:p>
          <a:endParaRPr lang="ru-RU"/>
        </a:p>
      </dgm:t>
    </dgm:pt>
    <dgm:pt modelId="{2813848A-4E31-4654-91D5-6157186FC774}">
      <dgm:prSet phldrT="[Текст]"/>
      <dgm:spPr/>
      <dgm:t>
        <a:bodyPr/>
        <a:lstStyle/>
        <a:p>
          <a:pPr>
            <a:lnSpc>
              <a:spcPct val="100000"/>
            </a:lnSpc>
          </a:pPr>
          <a:r>
            <a:rPr lang="ru-RU" dirty="0"/>
            <a:t>Инструкции (</a:t>
          </a:r>
          <a:r>
            <a:rPr lang="ru-RU" i="1" dirty="0"/>
            <a:t>делопроизводства</a:t>
          </a:r>
          <a:r>
            <a:rPr lang="ru-RU" dirty="0"/>
            <a:t>)</a:t>
          </a:r>
        </a:p>
      </dgm:t>
    </dgm:pt>
    <dgm:pt modelId="{82F2BEC8-0048-41D4-80E1-BCFBAD960A64}" type="parTrans" cxnId="{2F77A8A9-4309-424B-9D5C-ACF0D62014D1}">
      <dgm:prSet/>
      <dgm:spPr/>
      <dgm:t>
        <a:bodyPr/>
        <a:lstStyle/>
        <a:p>
          <a:endParaRPr lang="ru-RU"/>
        </a:p>
      </dgm:t>
    </dgm:pt>
    <dgm:pt modelId="{47C51CA2-1273-40DD-8A55-181643D05F91}" type="sibTrans" cxnId="{2F77A8A9-4309-424B-9D5C-ACF0D62014D1}">
      <dgm:prSet/>
      <dgm:spPr/>
      <dgm:t>
        <a:bodyPr/>
        <a:lstStyle/>
        <a:p>
          <a:endParaRPr lang="ru-RU"/>
        </a:p>
      </dgm:t>
    </dgm:pt>
    <dgm:pt modelId="{A1E64CE9-4010-4C6E-98CD-262ECD7956D0}">
      <dgm:prSet phldrT="[Текст]"/>
      <dgm:spPr/>
      <dgm:t>
        <a:bodyPr/>
        <a:lstStyle/>
        <a:p>
          <a:pPr>
            <a:lnSpc>
              <a:spcPct val="100000"/>
            </a:lnSpc>
          </a:pPr>
          <a:r>
            <a:rPr lang="ru-RU" dirty="0"/>
            <a:t>Регламент (</a:t>
          </a:r>
          <a:r>
            <a:rPr lang="ru-RU" i="1" dirty="0"/>
            <a:t>должностной</a:t>
          </a:r>
          <a:r>
            <a:rPr lang="ru-RU" dirty="0"/>
            <a:t>) </a:t>
          </a:r>
        </a:p>
      </dgm:t>
    </dgm:pt>
    <dgm:pt modelId="{C5B29AA1-81C4-4138-8264-268E352421BD}" type="parTrans" cxnId="{9B2B04A2-C01A-4FF9-BF95-04953C96DCF5}">
      <dgm:prSet/>
      <dgm:spPr/>
      <dgm:t>
        <a:bodyPr/>
        <a:lstStyle/>
        <a:p>
          <a:endParaRPr lang="ru-RU"/>
        </a:p>
      </dgm:t>
    </dgm:pt>
    <dgm:pt modelId="{190C3EE8-E749-40D2-ABDC-797EB4E4DEB8}" type="sibTrans" cxnId="{9B2B04A2-C01A-4FF9-BF95-04953C96DCF5}">
      <dgm:prSet/>
      <dgm:spPr/>
      <dgm:t>
        <a:bodyPr/>
        <a:lstStyle/>
        <a:p>
          <a:endParaRPr lang="ru-RU"/>
        </a:p>
      </dgm:t>
    </dgm:pt>
    <dgm:pt modelId="{233E3D23-855A-4599-9124-766CBA28232B}">
      <dgm:prSet phldrT="[Текст]"/>
      <dgm:spPr/>
      <dgm:t>
        <a:bodyPr/>
        <a:lstStyle/>
        <a:p>
          <a:pPr>
            <a:lnSpc>
              <a:spcPct val="100000"/>
            </a:lnSpc>
          </a:pPr>
          <a:r>
            <a:rPr lang="ru-RU" dirty="0"/>
            <a:t>Штатное расписание</a:t>
          </a:r>
        </a:p>
      </dgm:t>
    </dgm:pt>
    <dgm:pt modelId="{32D29FF5-6A98-4952-8F55-BC8125A903F7}" type="parTrans" cxnId="{8C68B1A6-1252-4D3A-BB6E-2A98D246C1EE}">
      <dgm:prSet/>
      <dgm:spPr/>
      <dgm:t>
        <a:bodyPr/>
        <a:lstStyle/>
        <a:p>
          <a:endParaRPr lang="ru-RU"/>
        </a:p>
      </dgm:t>
    </dgm:pt>
    <dgm:pt modelId="{7363DF06-6957-424D-8122-04F612D21731}" type="sibTrans" cxnId="{8C68B1A6-1252-4D3A-BB6E-2A98D246C1EE}">
      <dgm:prSet/>
      <dgm:spPr/>
      <dgm:t>
        <a:bodyPr/>
        <a:lstStyle/>
        <a:p>
          <a:endParaRPr lang="ru-RU"/>
        </a:p>
      </dgm:t>
    </dgm:pt>
    <dgm:pt modelId="{F3A5AA8B-D1AA-469F-85D8-B70CA09DA97D}">
      <dgm:prSet phldrT="[Текст]"/>
      <dgm:spPr/>
      <dgm:t>
        <a:bodyPr/>
        <a:lstStyle/>
        <a:p>
          <a:pPr>
            <a:lnSpc>
              <a:spcPct val="100000"/>
            </a:lnSpc>
          </a:pPr>
          <a:r>
            <a:rPr lang="ru-RU" dirty="0"/>
            <a:t>И другие… (</a:t>
          </a:r>
          <a:r>
            <a:rPr lang="ru-RU" i="1" dirty="0"/>
            <a:t>договор</a:t>
          </a:r>
          <a:r>
            <a:rPr lang="ru-RU" dirty="0"/>
            <a:t>)</a:t>
          </a:r>
        </a:p>
      </dgm:t>
    </dgm:pt>
    <dgm:pt modelId="{A2836319-27C6-4CFD-AF6A-E913F7717EA9}" type="parTrans" cxnId="{E8B3F383-E646-4BDF-AD3C-600660CCD1A0}">
      <dgm:prSet/>
      <dgm:spPr/>
      <dgm:t>
        <a:bodyPr/>
        <a:lstStyle/>
        <a:p>
          <a:endParaRPr lang="ru-RU"/>
        </a:p>
      </dgm:t>
    </dgm:pt>
    <dgm:pt modelId="{4EE5CF6D-504C-4C61-8001-B7926119C049}" type="sibTrans" cxnId="{E8B3F383-E646-4BDF-AD3C-600660CCD1A0}">
      <dgm:prSet/>
      <dgm:spPr/>
      <dgm:t>
        <a:bodyPr/>
        <a:lstStyle/>
        <a:p>
          <a:endParaRPr lang="ru-RU"/>
        </a:p>
      </dgm:t>
    </dgm:pt>
    <dgm:pt modelId="{391D7870-407A-4DDE-AAB3-903E87EA9340}">
      <dgm:prSet phldrT="[Текст]"/>
      <dgm:spPr/>
      <dgm:t>
        <a:bodyPr/>
        <a:lstStyle/>
        <a:p>
          <a:pPr>
            <a:lnSpc>
              <a:spcPct val="100000"/>
            </a:lnSpc>
          </a:pPr>
          <a:r>
            <a:rPr lang="ru-RU" dirty="0"/>
            <a:t>Распоряжение</a:t>
          </a:r>
        </a:p>
      </dgm:t>
    </dgm:pt>
    <dgm:pt modelId="{2A99F533-BE40-4A42-9C01-1419F153D28D}" type="parTrans" cxnId="{2E8F0B14-48FD-41EC-812C-F0A06D2DD8DC}">
      <dgm:prSet/>
      <dgm:spPr/>
      <dgm:t>
        <a:bodyPr/>
        <a:lstStyle/>
        <a:p>
          <a:endParaRPr lang="ru-RU"/>
        </a:p>
      </dgm:t>
    </dgm:pt>
    <dgm:pt modelId="{98BF3A3C-4EC5-41C7-B58C-9F89500E8422}" type="sibTrans" cxnId="{2E8F0B14-48FD-41EC-812C-F0A06D2DD8DC}">
      <dgm:prSet/>
      <dgm:spPr/>
      <dgm:t>
        <a:bodyPr/>
        <a:lstStyle/>
        <a:p>
          <a:endParaRPr lang="ru-RU"/>
        </a:p>
      </dgm:t>
    </dgm:pt>
    <dgm:pt modelId="{CA8C0772-D1CD-4A7C-98D6-9F2C24918A88}">
      <dgm:prSet phldrT="[Текст]"/>
      <dgm:spPr/>
      <dgm:t>
        <a:bodyPr/>
        <a:lstStyle/>
        <a:p>
          <a:pPr>
            <a:lnSpc>
              <a:spcPct val="100000"/>
            </a:lnSpc>
          </a:pPr>
          <a:r>
            <a:rPr lang="ru-RU" dirty="0"/>
            <a:t>Решение</a:t>
          </a:r>
        </a:p>
      </dgm:t>
    </dgm:pt>
    <dgm:pt modelId="{2409F0D2-5FC1-44F1-9A0A-229F0442F022}" type="parTrans" cxnId="{566DF465-6BD9-4203-A973-89E6C6A45EA3}">
      <dgm:prSet/>
      <dgm:spPr/>
      <dgm:t>
        <a:bodyPr/>
        <a:lstStyle/>
        <a:p>
          <a:endParaRPr lang="ru-RU"/>
        </a:p>
      </dgm:t>
    </dgm:pt>
    <dgm:pt modelId="{B904BD77-D260-4595-A19F-9E3941C015DF}" type="sibTrans" cxnId="{566DF465-6BD9-4203-A973-89E6C6A45EA3}">
      <dgm:prSet/>
      <dgm:spPr/>
      <dgm:t>
        <a:bodyPr/>
        <a:lstStyle/>
        <a:p>
          <a:endParaRPr lang="ru-RU"/>
        </a:p>
      </dgm:t>
    </dgm:pt>
    <dgm:pt modelId="{F265EE6A-62C2-4BEF-ACC1-5BBFC67E9667}">
      <dgm:prSet phldrT="[Текст]"/>
      <dgm:spPr/>
      <dgm:t>
        <a:bodyPr/>
        <a:lstStyle/>
        <a:p>
          <a:pPr>
            <a:lnSpc>
              <a:spcPct val="100000"/>
            </a:lnSpc>
          </a:pPr>
          <a:r>
            <a:rPr lang="ru-RU" dirty="0"/>
            <a:t>Справка</a:t>
          </a:r>
        </a:p>
      </dgm:t>
    </dgm:pt>
    <dgm:pt modelId="{A144550F-13DE-4A2B-B8BA-9210533840E1}" type="parTrans" cxnId="{7130E168-51C4-4B8F-BDE7-596DB18D00B6}">
      <dgm:prSet/>
      <dgm:spPr/>
      <dgm:t>
        <a:bodyPr/>
        <a:lstStyle/>
        <a:p>
          <a:endParaRPr lang="ru-RU"/>
        </a:p>
      </dgm:t>
    </dgm:pt>
    <dgm:pt modelId="{60D353B7-1023-4A06-A9EF-C6708D3B6128}" type="sibTrans" cxnId="{7130E168-51C4-4B8F-BDE7-596DB18D00B6}">
      <dgm:prSet/>
      <dgm:spPr/>
      <dgm:t>
        <a:bodyPr/>
        <a:lstStyle/>
        <a:p>
          <a:endParaRPr lang="ru-RU"/>
        </a:p>
      </dgm:t>
    </dgm:pt>
    <dgm:pt modelId="{537E72D2-0935-4736-B667-5C7AA8837A9A}">
      <dgm:prSet phldrT="[Текст]"/>
      <dgm:spPr/>
      <dgm:t>
        <a:bodyPr/>
        <a:lstStyle/>
        <a:p>
          <a:pPr>
            <a:lnSpc>
              <a:spcPct val="100000"/>
            </a:lnSpc>
          </a:pPr>
          <a:r>
            <a:rPr lang="ru-RU" dirty="0"/>
            <a:t>Акт</a:t>
          </a:r>
        </a:p>
      </dgm:t>
    </dgm:pt>
    <dgm:pt modelId="{F3EE72F0-5931-4460-AE35-00A93EC56E98}" type="parTrans" cxnId="{A63AFFC4-CA62-41DE-BEB3-7D478097B9C9}">
      <dgm:prSet/>
      <dgm:spPr/>
      <dgm:t>
        <a:bodyPr/>
        <a:lstStyle/>
        <a:p>
          <a:endParaRPr lang="ru-RU"/>
        </a:p>
      </dgm:t>
    </dgm:pt>
    <dgm:pt modelId="{059B2CC2-A865-4647-8317-56353DA5E702}" type="sibTrans" cxnId="{A63AFFC4-CA62-41DE-BEB3-7D478097B9C9}">
      <dgm:prSet/>
      <dgm:spPr/>
      <dgm:t>
        <a:bodyPr/>
        <a:lstStyle/>
        <a:p>
          <a:endParaRPr lang="ru-RU"/>
        </a:p>
      </dgm:t>
    </dgm:pt>
    <dgm:pt modelId="{04CEC6A5-CE84-457E-BA47-0AD0EC76E197}">
      <dgm:prSet phldrT="[Текст]"/>
      <dgm:spPr/>
      <dgm:t>
        <a:bodyPr/>
        <a:lstStyle/>
        <a:p>
          <a:pPr>
            <a:lnSpc>
              <a:spcPct val="100000"/>
            </a:lnSpc>
          </a:pPr>
          <a:r>
            <a:rPr lang="ru-RU" dirty="0"/>
            <a:t>И другие… </a:t>
          </a:r>
          <a:br>
            <a:rPr lang="ru-RU" dirty="0"/>
          </a:br>
          <a:r>
            <a:rPr lang="ru-RU" dirty="0"/>
            <a:t>(</a:t>
          </a:r>
          <a:r>
            <a:rPr lang="ru-RU" i="1" dirty="0"/>
            <a:t>докладная записка, служебное письмо</a:t>
          </a:r>
          <a:r>
            <a:rPr lang="ru-RU" dirty="0"/>
            <a:t>)</a:t>
          </a:r>
        </a:p>
      </dgm:t>
    </dgm:pt>
    <dgm:pt modelId="{A88B9F46-A2C4-4BA0-9DD4-FD1658E0698F}" type="parTrans" cxnId="{54F42EFB-C12C-4782-8276-BB6E5039EAC9}">
      <dgm:prSet/>
      <dgm:spPr/>
      <dgm:t>
        <a:bodyPr/>
        <a:lstStyle/>
        <a:p>
          <a:endParaRPr lang="ru-RU"/>
        </a:p>
      </dgm:t>
    </dgm:pt>
    <dgm:pt modelId="{CFADD926-FC4F-427B-8EEF-CD9D06867728}" type="sibTrans" cxnId="{54F42EFB-C12C-4782-8276-BB6E5039EAC9}">
      <dgm:prSet/>
      <dgm:spPr/>
      <dgm:t>
        <a:bodyPr/>
        <a:lstStyle/>
        <a:p>
          <a:endParaRPr lang="ru-RU"/>
        </a:p>
      </dgm:t>
    </dgm:pt>
    <dgm:pt modelId="{051EFBE4-81F9-4FC5-A356-5BE1884B3067}">
      <dgm:prSet phldrT="[Текст]"/>
      <dgm:spPr/>
      <dgm:t>
        <a:bodyPr/>
        <a:lstStyle/>
        <a:p>
          <a:pPr>
            <a:lnSpc>
              <a:spcPct val="100000"/>
            </a:lnSpc>
          </a:pPr>
          <a:endParaRPr lang="ru-RU" dirty="0"/>
        </a:p>
      </dgm:t>
    </dgm:pt>
    <dgm:pt modelId="{E791D1F4-C535-4577-965F-268020864B54}" type="parTrans" cxnId="{97C2921A-C93E-4322-B10F-128CA6536C05}">
      <dgm:prSet/>
      <dgm:spPr/>
      <dgm:t>
        <a:bodyPr/>
        <a:lstStyle/>
        <a:p>
          <a:endParaRPr lang="ru-RU"/>
        </a:p>
      </dgm:t>
    </dgm:pt>
    <dgm:pt modelId="{C8712B74-66A3-47C0-8FDC-C320A95A850A}" type="sibTrans" cxnId="{97C2921A-C93E-4322-B10F-128CA6536C05}">
      <dgm:prSet/>
      <dgm:spPr/>
      <dgm:t>
        <a:bodyPr/>
        <a:lstStyle/>
        <a:p>
          <a:endParaRPr lang="ru-RU"/>
        </a:p>
      </dgm:t>
    </dgm:pt>
    <dgm:pt modelId="{13924EA6-287E-4422-9DD3-8EE680F741ED}">
      <dgm:prSet phldrT="[Текст]"/>
      <dgm:spPr/>
      <dgm:t>
        <a:bodyPr/>
        <a:lstStyle/>
        <a:p>
          <a:pPr>
            <a:lnSpc>
              <a:spcPct val="100000"/>
            </a:lnSpc>
          </a:pPr>
          <a:r>
            <a:rPr lang="ru-RU" dirty="0"/>
            <a:t>Приказ</a:t>
          </a:r>
        </a:p>
      </dgm:t>
    </dgm:pt>
    <dgm:pt modelId="{415ACA8E-6B79-4D48-B0C2-AA00358CF763}" type="parTrans" cxnId="{4F7985EA-C243-430E-BC7D-AFC20A52983D}">
      <dgm:prSet/>
      <dgm:spPr/>
      <dgm:t>
        <a:bodyPr/>
        <a:lstStyle/>
        <a:p>
          <a:endParaRPr lang="ru-RU"/>
        </a:p>
      </dgm:t>
    </dgm:pt>
    <dgm:pt modelId="{A54DC106-A79F-44FE-8882-E7C876DA3E86}" type="sibTrans" cxnId="{4F7985EA-C243-430E-BC7D-AFC20A52983D}">
      <dgm:prSet/>
      <dgm:spPr/>
      <dgm:t>
        <a:bodyPr/>
        <a:lstStyle/>
        <a:p>
          <a:endParaRPr lang="ru-RU"/>
        </a:p>
      </dgm:t>
    </dgm:pt>
    <dgm:pt modelId="{2ED1715C-4D09-4B9A-9AB1-F44CF9308990}" type="pres">
      <dgm:prSet presAssocID="{7EDB1520-26FB-46B3-8674-BB2301297E49}" presName="Name0" presStyleCnt="0">
        <dgm:presLayoutVars>
          <dgm:dir/>
          <dgm:animLvl val="lvl"/>
          <dgm:resizeHandles val="exact"/>
        </dgm:presLayoutVars>
      </dgm:prSet>
      <dgm:spPr/>
    </dgm:pt>
    <dgm:pt modelId="{17BE3D08-F84A-4341-AC27-AD044CB77F48}" type="pres">
      <dgm:prSet presAssocID="{DE7416FC-D35D-4DB5-896C-AD61D1738793}" presName="composite" presStyleCnt="0"/>
      <dgm:spPr/>
    </dgm:pt>
    <dgm:pt modelId="{4F5339B9-9DFD-4237-8BB4-EDF3CC90605B}" type="pres">
      <dgm:prSet presAssocID="{DE7416FC-D35D-4DB5-896C-AD61D1738793}" presName="parTx" presStyleLbl="alignNode1" presStyleIdx="0" presStyleCnt="3">
        <dgm:presLayoutVars>
          <dgm:chMax val="0"/>
          <dgm:chPref val="0"/>
          <dgm:bulletEnabled val="1"/>
        </dgm:presLayoutVars>
      </dgm:prSet>
      <dgm:spPr/>
    </dgm:pt>
    <dgm:pt modelId="{46E2EBA7-9C38-4D03-A9CD-1F4613B29167}" type="pres">
      <dgm:prSet presAssocID="{DE7416FC-D35D-4DB5-896C-AD61D1738793}" presName="desTx" presStyleLbl="alignAccFollowNode1" presStyleIdx="0" presStyleCnt="3">
        <dgm:presLayoutVars>
          <dgm:bulletEnabled val="1"/>
        </dgm:presLayoutVars>
      </dgm:prSet>
      <dgm:spPr/>
    </dgm:pt>
    <dgm:pt modelId="{A5620380-046E-4B45-B790-96779C0AEF83}" type="pres">
      <dgm:prSet presAssocID="{D466BE62-6624-492C-B787-58D572A1E470}" presName="space" presStyleCnt="0"/>
      <dgm:spPr/>
    </dgm:pt>
    <dgm:pt modelId="{CBE3506B-238A-40CD-B60F-1CA3BA379C92}" type="pres">
      <dgm:prSet presAssocID="{3DBFD515-B8FD-4B25-A879-96D949F2E46B}" presName="composite" presStyleCnt="0"/>
      <dgm:spPr/>
    </dgm:pt>
    <dgm:pt modelId="{303F6974-C797-4953-884D-74A66DA74E05}" type="pres">
      <dgm:prSet presAssocID="{3DBFD515-B8FD-4B25-A879-96D949F2E46B}" presName="parTx" presStyleLbl="alignNode1" presStyleIdx="1" presStyleCnt="3">
        <dgm:presLayoutVars>
          <dgm:chMax val="0"/>
          <dgm:chPref val="0"/>
          <dgm:bulletEnabled val="1"/>
        </dgm:presLayoutVars>
      </dgm:prSet>
      <dgm:spPr/>
    </dgm:pt>
    <dgm:pt modelId="{BCAAE8D3-5C1A-4E3D-A2F6-8509C9B86A29}" type="pres">
      <dgm:prSet presAssocID="{3DBFD515-B8FD-4B25-A879-96D949F2E46B}" presName="desTx" presStyleLbl="alignAccFollowNode1" presStyleIdx="1" presStyleCnt="3">
        <dgm:presLayoutVars>
          <dgm:bulletEnabled val="1"/>
        </dgm:presLayoutVars>
      </dgm:prSet>
      <dgm:spPr/>
    </dgm:pt>
    <dgm:pt modelId="{A4B3A230-2965-4ADF-AAAB-53459442873E}" type="pres">
      <dgm:prSet presAssocID="{3ABDD54F-5B46-4AF9-9D74-5E0F8A1B3098}" presName="space" presStyleCnt="0"/>
      <dgm:spPr/>
    </dgm:pt>
    <dgm:pt modelId="{64ABFE12-4EDC-4841-BE36-63DE9BD9980E}" type="pres">
      <dgm:prSet presAssocID="{1EDC0529-E631-4615-AD46-3013C1B92CF9}" presName="composite" presStyleCnt="0"/>
      <dgm:spPr/>
    </dgm:pt>
    <dgm:pt modelId="{2CFDB0C8-6D80-4B5A-A178-584D8BBEBCB3}" type="pres">
      <dgm:prSet presAssocID="{1EDC0529-E631-4615-AD46-3013C1B92CF9}" presName="parTx" presStyleLbl="alignNode1" presStyleIdx="2" presStyleCnt="3">
        <dgm:presLayoutVars>
          <dgm:chMax val="0"/>
          <dgm:chPref val="0"/>
          <dgm:bulletEnabled val="1"/>
        </dgm:presLayoutVars>
      </dgm:prSet>
      <dgm:spPr/>
    </dgm:pt>
    <dgm:pt modelId="{DE76321F-4F0A-49DF-947D-E3AC9B7F6BE4}" type="pres">
      <dgm:prSet presAssocID="{1EDC0529-E631-4615-AD46-3013C1B92CF9}" presName="desTx" presStyleLbl="alignAccFollowNode1" presStyleIdx="2" presStyleCnt="3">
        <dgm:presLayoutVars>
          <dgm:bulletEnabled val="1"/>
        </dgm:presLayoutVars>
      </dgm:prSet>
      <dgm:spPr/>
    </dgm:pt>
  </dgm:ptLst>
  <dgm:cxnLst>
    <dgm:cxn modelId="{090B9402-8984-4BF8-A391-A693C4CF8016}" srcId="{DE7416FC-D35D-4DB5-896C-AD61D1738793}" destId="{30B7F31D-515A-45AF-8520-2F88963FA4DB}" srcOrd="0" destOrd="0" parTransId="{21B83D52-A001-42FF-B0F4-841B66A36C4F}" sibTransId="{CC95FFC8-1BB0-4202-805F-72480134719B}"/>
    <dgm:cxn modelId="{6E764008-970D-43A0-BF9F-B42107789E6C}" type="presOf" srcId="{D96DE571-A4DE-4075-A3E7-08697066D855}" destId="{BCAAE8D3-5C1A-4E3D-A2F6-8509C9B86A29}" srcOrd="0" destOrd="1" presId="urn:microsoft.com/office/officeart/2005/8/layout/hList1"/>
    <dgm:cxn modelId="{E5CD1A09-1237-4078-9E71-10816190329A}" type="presOf" srcId="{A1E64CE9-4010-4C6E-98CD-262ECD7956D0}" destId="{46E2EBA7-9C38-4D03-A9CD-1F4613B29167}" srcOrd="0" destOrd="4" presId="urn:microsoft.com/office/officeart/2005/8/layout/hList1"/>
    <dgm:cxn modelId="{99A7F610-B26F-4677-B447-8D348F8F9FE8}" type="presOf" srcId="{3DBFD515-B8FD-4B25-A879-96D949F2E46B}" destId="{303F6974-C797-4953-884D-74A66DA74E05}" srcOrd="0" destOrd="0" presId="urn:microsoft.com/office/officeart/2005/8/layout/hList1"/>
    <dgm:cxn modelId="{2E8F0B14-48FD-41EC-812C-F0A06D2DD8DC}" srcId="{3DBFD515-B8FD-4B25-A879-96D949F2E46B}" destId="{391D7870-407A-4DDE-AAB3-903E87EA9340}" srcOrd="2" destOrd="0" parTransId="{2A99F533-BE40-4A42-9C01-1419F153D28D}" sibTransId="{98BF3A3C-4EC5-41C7-B58C-9F89500E8422}"/>
    <dgm:cxn modelId="{97C2921A-C93E-4322-B10F-128CA6536C05}" srcId="{3DBFD515-B8FD-4B25-A879-96D949F2E46B}" destId="{051EFBE4-81F9-4FC5-A356-5BE1884B3067}" srcOrd="5" destOrd="0" parTransId="{E791D1F4-C535-4577-965F-268020864B54}" sibTransId="{C8712B74-66A3-47C0-8FDC-C320A95A850A}"/>
    <dgm:cxn modelId="{74BD4D30-41B4-430C-B76F-6D224D972F53}" type="presOf" srcId="{CA8C0772-D1CD-4A7C-98D6-9F2C24918A88}" destId="{BCAAE8D3-5C1A-4E3D-A2F6-8509C9B86A29}" srcOrd="0" destOrd="4" presId="urn:microsoft.com/office/officeart/2005/8/layout/hList1"/>
    <dgm:cxn modelId="{BDC45733-DE36-434A-B36E-C5716886F2A4}" srcId="{7EDB1520-26FB-46B3-8674-BB2301297E49}" destId="{1EDC0529-E631-4615-AD46-3013C1B92CF9}" srcOrd="2" destOrd="0" parTransId="{CA275E91-F933-4312-BEC5-85AB823BF669}" sibTransId="{78013BED-6403-4F0D-97A8-A8FD9163B7DD}"/>
    <dgm:cxn modelId="{FF9EA938-3882-42F9-A76B-ECFBA458B547}" type="presOf" srcId="{032389AA-1E65-4343-A102-5A10AC0BF2E6}" destId="{46E2EBA7-9C38-4D03-A9CD-1F4613B29167}" srcOrd="0" destOrd="1" presId="urn:microsoft.com/office/officeart/2005/8/layout/hList1"/>
    <dgm:cxn modelId="{0A3FBF3A-4C03-44AC-A55B-BA5CA8B8FC68}" type="presOf" srcId="{391D7870-407A-4DDE-AAB3-903E87EA9340}" destId="{BCAAE8D3-5C1A-4E3D-A2F6-8509C9B86A29}" srcOrd="0" destOrd="2" presId="urn:microsoft.com/office/officeart/2005/8/layout/hList1"/>
    <dgm:cxn modelId="{6C144C62-7F8E-4C61-904E-F44F65B5E87A}" type="presOf" srcId="{7EDB1520-26FB-46B3-8674-BB2301297E49}" destId="{2ED1715C-4D09-4B9A-9AB1-F44CF9308990}" srcOrd="0" destOrd="0" presId="urn:microsoft.com/office/officeart/2005/8/layout/hList1"/>
    <dgm:cxn modelId="{566DF465-6BD9-4203-A973-89E6C6A45EA3}" srcId="{3DBFD515-B8FD-4B25-A879-96D949F2E46B}" destId="{CA8C0772-D1CD-4A7C-98D6-9F2C24918A88}" srcOrd="4" destOrd="0" parTransId="{2409F0D2-5FC1-44F1-9A0A-229F0442F022}" sibTransId="{B904BD77-D260-4595-A19F-9E3941C015DF}"/>
    <dgm:cxn modelId="{10D1B766-DBA9-445B-9769-AFF97AA519D6}" srcId="{7EDB1520-26FB-46B3-8674-BB2301297E49}" destId="{DE7416FC-D35D-4DB5-896C-AD61D1738793}" srcOrd="0" destOrd="0" parTransId="{2F5338B7-8649-4AD1-8DF4-DCCE2BA93181}" sibTransId="{D466BE62-6624-492C-B787-58D572A1E470}"/>
    <dgm:cxn modelId="{52207268-F89A-414F-87CA-AB107CDD59CE}" type="presOf" srcId="{537E72D2-0935-4736-B667-5C7AA8837A9A}" destId="{DE76321F-4F0A-49DF-947D-E3AC9B7F6BE4}" srcOrd="0" destOrd="3" presId="urn:microsoft.com/office/officeart/2005/8/layout/hList1"/>
    <dgm:cxn modelId="{7130E168-51C4-4B8F-BDE7-596DB18D00B6}" srcId="{1EDC0529-E631-4615-AD46-3013C1B92CF9}" destId="{F265EE6A-62C2-4BEF-ACC1-5BBFC67E9667}" srcOrd="2" destOrd="0" parTransId="{A144550F-13DE-4A2B-B8BA-9210533840E1}" sibTransId="{60D353B7-1023-4A06-A9EF-C6708D3B6128}"/>
    <dgm:cxn modelId="{D8AC6E6A-7110-4547-8891-51B85F6A2FEA}" srcId="{7EDB1520-26FB-46B3-8674-BB2301297E49}" destId="{3DBFD515-B8FD-4B25-A879-96D949F2E46B}" srcOrd="1" destOrd="0" parTransId="{9C12624B-193E-4520-BE20-5D86D7314B64}" sibTransId="{3ABDD54F-5B46-4AF9-9D74-5E0F8A1B3098}"/>
    <dgm:cxn modelId="{CD5AA16C-0117-4879-A003-228F07B8C0B9}" type="presOf" srcId="{2813848A-4E31-4654-91D5-6157186FC774}" destId="{46E2EBA7-9C38-4D03-A9CD-1F4613B29167}" srcOrd="0" destOrd="3" presId="urn:microsoft.com/office/officeart/2005/8/layout/hList1"/>
    <dgm:cxn modelId="{1ABB246D-91E3-45D4-9E2D-935254651ED0}" type="presOf" srcId="{FBE52F2F-44FB-43F1-83BF-68580B81D0E3}" destId="{BCAAE8D3-5C1A-4E3D-A2F6-8509C9B86A29}" srcOrd="0" destOrd="0" presId="urn:microsoft.com/office/officeart/2005/8/layout/hList1"/>
    <dgm:cxn modelId="{D7625882-9DD1-4042-A0B1-E201985E3CCB}" srcId="{1EDC0529-E631-4615-AD46-3013C1B92CF9}" destId="{11C0DF89-0B3E-4EB9-9329-CB626A9F06FD}" srcOrd="1" destOrd="0" parTransId="{E5322677-2C12-4889-BF17-F964AF830789}" sibTransId="{3A481D26-6F1A-4E82-B666-F66A079515B0}"/>
    <dgm:cxn modelId="{E8B3F383-E646-4BDF-AD3C-600660CCD1A0}" srcId="{DE7416FC-D35D-4DB5-896C-AD61D1738793}" destId="{F3A5AA8B-D1AA-469F-85D8-B70CA09DA97D}" srcOrd="6" destOrd="0" parTransId="{A2836319-27C6-4CFD-AF6A-E913F7717EA9}" sibTransId="{4EE5CF6D-504C-4C61-8001-B7926119C049}"/>
    <dgm:cxn modelId="{898F4189-46E9-4A6E-B6D2-FCF0B031B2B1}" srcId="{3DBFD515-B8FD-4B25-A879-96D949F2E46B}" destId="{D96DE571-A4DE-4075-A3E7-08697066D855}" srcOrd="1" destOrd="0" parTransId="{D6A61A00-282B-41C7-AB60-859E2053A525}" sibTransId="{57899187-5FB3-4165-AB6D-251568419331}"/>
    <dgm:cxn modelId="{1B92E38F-27BF-4C4A-9AA8-560DFF3D2A94}" srcId="{3DBFD515-B8FD-4B25-A879-96D949F2E46B}" destId="{FBE52F2F-44FB-43F1-83BF-68580B81D0E3}" srcOrd="0" destOrd="0" parTransId="{185172C4-9254-4E9D-A2B3-395235756276}" sibTransId="{176D760F-E594-4259-AD1A-39A4E060C209}"/>
    <dgm:cxn modelId="{C42BE691-8C4E-4154-B70E-4B5DD9A5CFC4}" type="presOf" srcId="{1EDC0529-E631-4615-AD46-3013C1B92CF9}" destId="{2CFDB0C8-6D80-4B5A-A178-584D8BBEBCB3}" srcOrd="0" destOrd="0" presId="urn:microsoft.com/office/officeart/2005/8/layout/hList1"/>
    <dgm:cxn modelId="{3BBA0595-9960-4CE6-BC6C-0BF47D3373AE}" type="presOf" srcId="{F265EE6A-62C2-4BEF-ACC1-5BBFC67E9667}" destId="{DE76321F-4F0A-49DF-947D-E3AC9B7F6BE4}" srcOrd="0" destOrd="2" presId="urn:microsoft.com/office/officeart/2005/8/layout/hList1"/>
    <dgm:cxn modelId="{E0B98697-C79B-4BE6-AE3C-CB474DFAE512}" type="presOf" srcId="{233E3D23-855A-4599-9124-766CBA28232B}" destId="{46E2EBA7-9C38-4D03-A9CD-1F4613B29167}" srcOrd="0" destOrd="5" presId="urn:microsoft.com/office/officeart/2005/8/layout/hList1"/>
    <dgm:cxn modelId="{9B2B04A2-C01A-4FF9-BF95-04953C96DCF5}" srcId="{DE7416FC-D35D-4DB5-896C-AD61D1738793}" destId="{A1E64CE9-4010-4C6E-98CD-262ECD7956D0}" srcOrd="4" destOrd="0" parTransId="{C5B29AA1-81C4-4138-8264-268E352421BD}" sibTransId="{190C3EE8-E749-40D2-ABDC-797EB4E4DEB8}"/>
    <dgm:cxn modelId="{EA46BCA3-6194-42A7-92A7-F81A4BB48FFE}" srcId="{1EDC0529-E631-4615-AD46-3013C1B92CF9}" destId="{8036177C-1074-42ED-A3C5-C9B2EC317262}" srcOrd="0" destOrd="0" parTransId="{2E359432-1BDE-4725-BAB6-C091A892810B}" sibTransId="{2AB1BEDF-A452-4A17-BBC1-67582B201F6B}"/>
    <dgm:cxn modelId="{8C68B1A6-1252-4D3A-BB6E-2A98D246C1EE}" srcId="{DE7416FC-D35D-4DB5-896C-AD61D1738793}" destId="{233E3D23-855A-4599-9124-766CBA28232B}" srcOrd="5" destOrd="0" parTransId="{32D29FF5-6A98-4952-8F55-BC8125A903F7}" sibTransId="{7363DF06-6957-424D-8122-04F612D21731}"/>
    <dgm:cxn modelId="{2F77A8A9-4309-424B-9D5C-ACF0D62014D1}" srcId="{DE7416FC-D35D-4DB5-896C-AD61D1738793}" destId="{2813848A-4E31-4654-91D5-6157186FC774}" srcOrd="3" destOrd="0" parTransId="{82F2BEC8-0048-41D4-80E1-BCFBAD960A64}" sibTransId="{47C51CA2-1273-40DD-8A55-181643D05F91}"/>
    <dgm:cxn modelId="{900985B0-D84C-4E8B-B851-21FDEFF19035}" type="presOf" srcId="{051EFBE4-81F9-4FC5-A356-5BE1884B3067}" destId="{BCAAE8D3-5C1A-4E3D-A2F6-8509C9B86A29}" srcOrd="0" destOrd="5" presId="urn:microsoft.com/office/officeart/2005/8/layout/hList1"/>
    <dgm:cxn modelId="{560CCFB0-E210-47BF-BB7F-9A6D89C16DD8}" type="presOf" srcId="{13924EA6-287E-4422-9DD3-8EE680F741ED}" destId="{BCAAE8D3-5C1A-4E3D-A2F6-8509C9B86A29}" srcOrd="0" destOrd="3" presId="urn:microsoft.com/office/officeart/2005/8/layout/hList1"/>
    <dgm:cxn modelId="{A63AFFC4-CA62-41DE-BEB3-7D478097B9C9}" srcId="{1EDC0529-E631-4615-AD46-3013C1B92CF9}" destId="{537E72D2-0935-4736-B667-5C7AA8837A9A}" srcOrd="3" destOrd="0" parTransId="{F3EE72F0-5931-4460-AE35-00A93EC56E98}" sibTransId="{059B2CC2-A865-4647-8317-56353DA5E702}"/>
    <dgm:cxn modelId="{F02A2BCE-C625-47B7-AF65-2DCCB3889697}" type="presOf" srcId="{30B7F31D-515A-45AF-8520-2F88963FA4DB}" destId="{46E2EBA7-9C38-4D03-A9CD-1F4613B29167}" srcOrd="0" destOrd="0" presId="urn:microsoft.com/office/officeart/2005/8/layout/hList1"/>
    <dgm:cxn modelId="{B207CDCE-7DD5-4247-AC3C-35B26DF0ADA6}" type="presOf" srcId="{99F19F76-7E74-4E6D-BF68-FE938CB17DFA}" destId="{46E2EBA7-9C38-4D03-A9CD-1F4613B29167}" srcOrd="0" destOrd="2" presId="urn:microsoft.com/office/officeart/2005/8/layout/hList1"/>
    <dgm:cxn modelId="{2BCC14D1-4BB4-44D3-8C41-0718D3273B19}" type="presOf" srcId="{11C0DF89-0B3E-4EB9-9329-CB626A9F06FD}" destId="{DE76321F-4F0A-49DF-947D-E3AC9B7F6BE4}" srcOrd="0" destOrd="1" presId="urn:microsoft.com/office/officeart/2005/8/layout/hList1"/>
    <dgm:cxn modelId="{9B514DD1-A430-4CAA-B079-BBEF3CDAC9C9}" type="presOf" srcId="{F3A5AA8B-D1AA-469F-85D8-B70CA09DA97D}" destId="{46E2EBA7-9C38-4D03-A9CD-1F4613B29167}" srcOrd="0" destOrd="6" presId="urn:microsoft.com/office/officeart/2005/8/layout/hList1"/>
    <dgm:cxn modelId="{1B36F2DB-C8D6-4098-A9EE-17F0FB6149DA}" type="presOf" srcId="{04CEC6A5-CE84-457E-BA47-0AD0EC76E197}" destId="{DE76321F-4F0A-49DF-947D-E3AC9B7F6BE4}" srcOrd="0" destOrd="4" presId="urn:microsoft.com/office/officeart/2005/8/layout/hList1"/>
    <dgm:cxn modelId="{8837FCE6-F7F0-45EE-8A56-25736C573BB2}" srcId="{DE7416FC-D35D-4DB5-896C-AD61D1738793}" destId="{99F19F76-7E74-4E6D-BF68-FE938CB17DFA}" srcOrd="2" destOrd="0" parTransId="{A0A15A10-FD0C-4031-8589-1109E6C7DAE8}" sibTransId="{839696F6-780C-4590-A1AE-9553FFD211FA}"/>
    <dgm:cxn modelId="{4F7985EA-C243-430E-BC7D-AFC20A52983D}" srcId="{3DBFD515-B8FD-4B25-A879-96D949F2E46B}" destId="{13924EA6-287E-4422-9DD3-8EE680F741ED}" srcOrd="3" destOrd="0" parTransId="{415ACA8E-6B79-4D48-B0C2-AA00358CF763}" sibTransId="{A54DC106-A79F-44FE-8882-E7C876DA3E86}"/>
    <dgm:cxn modelId="{98E2B3ED-2551-45F6-8486-E40BAEA04FF8}" type="presOf" srcId="{8036177C-1074-42ED-A3C5-C9B2EC317262}" destId="{DE76321F-4F0A-49DF-947D-E3AC9B7F6BE4}" srcOrd="0" destOrd="0" presId="urn:microsoft.com/office/officeart/2005/8/layout/hList1"/>
    <dgm:cxn modelId="{54F42EFB-C12C-4782-8276-BB6E5039EAC9}" srcId="{1EDC0529-E631-4615-AD46-3013C1B92CF9}" destId="{04CEC6A5-CE84-457E-BA47-0AD0EC76E197}" srcOrd="4" destOrd="0" parTransId="{A88B9F46-A2C4-4BA0-9DD4-FD1658E0698F}" sibTransId="{CFADD926-FC4F-427B-8EEF-CD9D06867728}"/>
    <dgm:cxn modelId="{B56F86FC-3C74-419E-A53D-CA3281335E01}" type="presOf" srcId="{DE7416FC-D35D-4DB5-896C-AD61D1738793}" destId="{4F5339B9-9DFD-4237-8BB4-EDF3CC90605B}" srcOrd="0" destOrd="0" presId="urn:microsoft.com/office/officeart/2005/8/layout/hList1"/>
    <dgm:cxn modelId="{12FC4EFE-8786-455A-8646-7B7D9B4908C9}" srcId="{DE7416FC-D35D-4DB5-896C-AD61D1738793}" destId="{032389AA-1E65-4343-A102-5A10AC0BF2E6}" srcOrd="1" destOrd="0" parTransId="{7AA006EE-B725-443C-A746-3C6A95BBD693}" sibTransId="{C80702B9-CACD-4364-A8C2-3C8B55465486}"/>
    <dgm:cxn modelId="{08D15E77-45C5-4A34-AFA5-DD377E886C41}" type="presParOf" srcId="{2ED1715C-4D09-4B9A-9AB1-F44CF9308990}" destId="{17BE3D08-F84A-4341-AC27-AD044CB77F48}" srcOrd="0" destOrd="0" presId="urn:microsoft.com/office/officeart/2005/8/layout/hList1"/>
    <dgm:cxn modelId="{09E4DE1F-035B-446E-A876-3BFA3229D9A7}" type="presParOf" srcId="{17BE3D08-F84A-4341-AC27-AD044CB77F48}" destId="{4F5339B9-9DFD-4237-8BB4-EDF3CC90605B}" srcOrd="0" destOrd="0" presId="urn:microsoft.com/office/officeart/2005/8/layout/hList1"/>
    <dgm:cxn modelId="{58DE0E6D-666B-43C5-A941-C4AAC724B6D4}" type="presParOf" srcId="{17BE3D08-F84A-4341-AC27-AD044CB77F48}" destId="{46E2EBA7-9C38-4D03-A9CD-1F4613B29167}" srcOrd="1" destOrd="0" presId="urn:microsoft.com/office/officeart/2005/8/layout/hList1"/>
    <dgm:cxn modelId="{8910A92D-7ED9-4A7A-9E1B-0F44E715776D}" type="presParOf" srcId="{2ED1715C-4D09-4B9A-9AB1-F44CF9308990}" destId="{A5620380-046E-4B45-B790-96779C0AEF83}" srcOrd="1" destOrd="0" presId="urn:microsoft.com/office/officeart/2005/8/layout/hList1"/>
    <dgm:cxn modelId="{27750756-7D9B-458B-9026-1DFEE1121DCE}" type="presParOf" srcId="{2ED1715C-4D09-4B9A-9AB1-F44CF9308990}" destId="{CBE3506B-238A-40CD-B60F-1CA3BA379C92}" srcOrd="2" destOrd="0" presId="urn:microsoft.com/office/officeart/2005/8/layout/hList1"/>
    <dgm:cxn modelId="{CED5A441-E2F8-45AE-8125-D892BDC68292}" type="presParOf" srcId="{CBE3506B-238A-40CD-B60F-1CA3BA379C92}" destId="{303F6974-C797-4953-884D-74A66DA74E05}" srcOrd="0" destOrd="0" presId="urn:microsoft.com/office/officeart/2005/8/layout/hList1"/>
    <dgm:cxn modelId="{AFA4DDF7-C0C5-4894-88D6-77D6FE3BF973}" type="presParOf" srcId="{CBE3506B-238A-40CD-B60F-1CA3BA379C92}" destId="{BCAAE8D3-5C1A-4E3D-A2F6-8509C9B86A29}" srcOrd="1" destOrd="0" presId="urn:microsoft.com/office/officeart/2005/8/layout/hList1"/>
    <dgm:cxn modelId="{C95E23F0-5A0E-4715-8BAC-EB74609671FD}" type="presParOf" srcId="{2ED1715C-4D09-4B9A-9AB1-F44CF9308990}" destId="{A4B3A230-2965-4ADF-AAAB-53459442873E}" srcOrd="3" destOrd="0" presId="urn:microsoft.com/office/officeart/2005/8/layout/hList1"/>
    <dgm:cxn modelId="{9AD2634A-A9A1-4996-9B8A-38A921EFD2E8}" type="presParOf" srcId="{2ED1715C-4D09-4B9A-9AB1-F44CF9308990}" destId="{64ABFE12-4EDC-4841-BE36-63DE9BD9980E}" srcOrd="4" destOrd="0" presId="urn:microsoft.com/office/officeart/2005/8/layout/hList1"/>
    <dgm:cxn modelId="{536A221E-CFF4-47F7-9EAF-074C0B75451A}" type="presParOf" srcId="{64ABFE12-4EDC-4841-BE36-63DE9BD9980E}" destId="{2CFDB0C8-6D80-4B5A-A178-584D8BBEBCB3}" srcOrd="0" destOrd="0" presId="urn:microsoft.com/office/officeart/2005/8/layout/hList1"/>
    <dgm:cxn modelId="{ED555CFA-1EA6-4F2C-953C-65D9BE73674E}" type="presParOf" srcId="{64ABFE12-4EDC-4841-BE36-63DE9BD9980E}" destId="{DE76321F-4F0A-49DF-947D-E3AC9B7F6BE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308C144-62C6-4B62-B605-359C66921229}"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ru-RU"/>
        </a:p>
      </dgm:t>
    </dgm:pt>
    <dgm:pt modelId="{E25EE4E7-22FF-4443-B884-4365D736379B}">
      <dgm:prSet/>
      <dgm:spPr/>
      <dgm:t>
        <a:bodyPr/>
        <a:lstStyle/>
        <a:p>
          <a:r>
            <a:rPr lang="ru-RU" b="1" dirty="0"/>
            <a:t>Подпись</a:t>
          </a:r>
          <a:r>
            <a:rPr lang="ru-RU" dirty="0"/>
            <a:t> – один из главнейших реквизитов, придающих документу юридическую силу. Включает наименование должности лица, подписавшего документ, личную подпись (роспись) и расшифровку подписи (инициалы и фамилия). В электронных документах вместо собственноручной подписи используется электронная подпись (подробнее – ниже).</a:t>
          </a:r>
        </a:p>
      </dgm:t>
    </dgm:pt>
    <dgm:pt modelId="{7180CDC3-FD17-4928-85D2-EA89194139E3}" type="parTrans" cxnId="{BE619724-BCB9-4373-AA97-DE540B03DA55}">
      <dgm:prSet/>
      <dgm:spPr/>
      <dgm:t>
        <a:bodyPr/>
        <a:lstStyle/>
        <a:p>
          <a:endParaRPr lang="ru-RU"/>
        </a:p>
      </dgm:t>
    </dgm:pt>
    <dgm:pt modelId="{E98E02B9-45BA-4D6B-81D6-8601788FE0C2}" type="sibTrans" cxnId="{BE619724-BCB9-4373-AA97-DE540B03DA55}">
      <dgm:prSet/>
      <dgm:spPr/>
      <dgm:t>
        <a:bodyPr/>
        <a:lstStyle/>
        <a:p>
          <a:endParaRPr lang="ru-RU"/>
        </a:p>
      </dgm:t>
    </dgm:pt>
    <dgm:pt modelId="{4BC85607-362E-422A-A515-89A79ED50AF5}">
      <dgm:prSet/>
      <dgm:spPr/>
      <dgm:t>
        <a:bodyPr/>
        <a:lstStyle/>
        <a:p>
          <a:r>
            <a:rPr lang="ru-RU" b="1" dirty="0"/>
            <a:t>Отметка об электронной подписи </a:t>
          </a:r>
          <a:r>
            <a:rPr lang="ru-RU" dirty="0"/>
            <a:t>– указывается в электронном документе при подписании его усиленной квалифицированной ЭП. Например, может автоматически добавляться строка «Подписано ЭП, сертификат такой-то».</a:t>
          </a:r>
        </a:p>
      </dgm:t>
    </dgm:pt>
    <dgm:pt modelId="{95531A83-DFB6-4F51-BC72-3B26B8190A47}" type="parTrans" cxnId="{C5F22761-2DB7-480C-9F75-4D0541505744}">
      <dgm:prSet/>
      <dgm:spPr/>
      <dgm:t>
        <a:bodyPr/>
        <a:lstStyle/>
        <a:p>
          <a:endParaRPr lang="ru-RU"/>
        </a:p>
      </dgm:t>
    </dgm:pt>
    <dgm:pt modelId="{2CE5FE5D-FB84-422C-8AC3-357E85A65834}" type="sibTrans" cxnId="{C5F22761-2DB7-480C-9F75-4D0541505744}">
      <dgm:prSet/>
      <dgm:spPr/>
      <dgm:t>
        <a:bodyPr/>
        <a:lstStyle/>
        <a:p>
          <a:endParaRPr lang="ru-RU"/>
        </a:p>
      </dgm:t>
    </dgm:pt>
    <dgm:pt modelId="{1000C376-BFF7-4A61-8F98-8D8360973378}">
      <dgm:prSet/>
      <dgm:spPr/>
      <dgm:t>
        <a:bodyPr/>
        <a:lstStyle/>
        <a:p>
          <a:r>
            <a:rPr lang="ru-RU" b="1" dirty="0"/>
            <a:t>Печать</a:t>
          </a:r>
          <a:r>
            <a:rPr lang="ru-RU" dirty="0"/>
            <a:t> – оттиск гербовой или другой печати организации. Согласно современным правилам, печать применяется только в случаях, прямо предусмотренных законами или нормативными актами. В делопроизводстве печать ставится, например, на копиях, требующих заверения, на некоторых видах справок и удостоверений. Для большинства внутренних документов печать не обязательна.</a:t>
          </a:r>
        </a:p>
      </dgm:t>
    </dgm:pt>
    <dgm:pt modelId="{96844D7A-8963-479B-871C-C5719C1D429B}" type="parTrans" cxnId="{F62F58D0-A006-4C09-8DD3-52BEC7D30BFD}">
      <dgm:prSet/>
      <dgm:spPr/>
      <dgm:t>
        <a:bodyPr/>
        <a:lstStyle/>
        <a:p>
          <a:endParaRPr lang="ru-RU"/>
        </a:p>
      </dgm:t>
    </dgm:pt>
    <dgm:pt modelId="{3E049D23-77C2-4AA0-8FB8-88222F2159FA}" type="sibTrans" cxnId="{F62F58D0-A006-4C09-8DD3-52BEC7D30BFD}">
      <dgm:prSet/>
      <dgm:spPr/>
      <dgm:t>
        <a:bodyPr/>
        <a:lstStyle/>
        <a:p>
          <a:endParaRPr lang="ru-RU"/>
        </a:p>
      </dgm:t>
    </dgm:pt>
    <dgm:pt modelId="{71578B98-9F1A-49C8-8ABD-1A58A04CC894}" type="pres">
      <dgm:prSet presAssocID="{F308C144-62C6-4B62-B605-359C66921229}" presName="diagram" presStyleCnt="0">
        <dgm:presLayoutVars>
          <dgm:dir/>
          <dgm:resizeHandles val="exact"/>
        </dgm:presLayoutVars>
      </dgm:prSet>
      <dgm:spPr/>
    </dgm:pt>
    <dgm:pt modelId="{52D1E1A5-0C4C-43F2-B96F-ACB8E7F5A742}" type="pres">
      <dgm:prSet presAssocID="{E25EE4E7-22FF-4443-B884-4365D736379B}" presName="node" presStyleLbl="node1" presStyleIdx="0" presStyleCnt="3" custScaleX="121000" custScaleY="146410">
        <dgm:presLayoutVars>
          <dgm:bulletEnabled val="1"/>
        </dgm:presLayoutVars>
      </dgm:prSet>
      <dgm:spPr/>
    </dgm:pt>
    <dgm:pt modelId="{05B6E3BE-F462-4040-BDB3-6B7BDECB8BDF}" type="pres">
      <dgm:prSet presAssocID="{E98E02B9-45BA-4D6B-81D6-8601788FE0C2}" presName="sibTrans" presStyleCnt="0"/>
      <dgm:spPr/>
    </dgm:pt>
    <dgm:pt modelId="{8179F566-A97A-43E1-8FAE-A22EF5D559D8}" type="pres">
      <dgm:prSet presAssocID="{4BC85607-362E-422A-A515-89A79ED50AF5}" presName="node" presStyleLbl="node1" presStyleIdx="1" presStyleCnt="3" custScaleX="121000" custScaleY="146410">
        <dgm:presLayoutVars>
          <dgm:bulletEnabled val="1"/>
        </dgm:presLayoutVars>
      </dgm:prSet>
      <dgm:spPr/>
    </dgm:pt>
    <dgm:pt modelId="{B9786DB2-B84C-4F6F-AEF6-FA31F370B13F}" type="pres">
      <dgm:prSet presAssocID="{2CE5FE5D-FB84-422C-8AC3-357E85A65834}" presName="sibTrans" presStyleCnt="0"/>
      <dgm:spPr/>
    </dgm:pt>
    <dgm:pt modelId="{4972B5D5-A78A-4555-BA7B-0F6DAA1B7708}" type="pres">
      <dgm:prSet presAssocID="{1000C376-BFF7-4A61-8F98-8D8360973378}" presName="node" presStyleLbl="node1" presStyleIdx="2" presStyleCnt="3" custScaleX="121000" custScaleY="146410">
        <dgm:presLayoutVars>
          <dgm:bulletEnabled val="1"/>
        </dgm:presLayoutVars>
      </dgm:prSet>
      <dgm:spPr/>
    </dgm:pt>
  </dgm:ptLst>
  <dgm:cxnLst>
    <dgm:cxn modelId="{65029401-A8F6-4C5C-B204-A244DC0D9222}" type="presOf" srcId="{1000C376-BFF7-4A61-8F98-8D8360973378}" destId="{4972B5D5-A78A-4555-BA7B-0F6DAA1B7708}" srcOrd="0" destOrd="0" presId="urn:microsoft.com/office/officeart/2005/8/layout/default"/>
    <dgm:cxn modelId="{BE619724-BCB9-4373-AA97-DE540B03DA55}" srcId="{F308C144-62C6-4B62-B605-359C66921229}" destId="{E25EE4E7-22FF-4443-B884-4365D736379B}" srcOrd="0" destOrd="0" parTransId="{7180CDC3-FD17-4928-85D2-EA89194139E3}" sibTransId="{E98E02B9-45BA-4D6B-81D6-8601788FE0C2}"/>
    <dgm:cxn modelId="{C5F22761-2DB7-480C-9F75-4D0541505744}" srcId="{F308C144-62C6-4B62-B605-359C66921229}" destId="{4BC85607-362E-422A-A515-89A79ED50AF5}" srcOrd="1" destOrd="0" parTransId="{95531A83-DFB6-4F51-BC72-3B26B8190A47}" sibTransId="{2CE5FE5D-FB84-422C-8AC3-357E85A65834}"/>
    <dgm:cxn modelId="{0C502EB3-E938-4BCD-83CE-24A5BE288204}" type="presOf" srcId="{4BC85607-362E-422A-A515-89A79ED50AF5}" destId="{8179F566-A97A-43E1-8FAE-A22EF5D559D8}" srcOrd="0" destOrd="0" presId="urn:microsoft.com/office/officeart/2005/8/layout/default"/>
    <dgm:cxn modelId="{F62F58D0-A006-4C09-8DD3-52BEC7D30BFD}" srcId="{F308C144-62C6-4B62-B605-359C66921229}" destId="{1000C376-BFF7-4A61-8F98-8D8360973378}" srcOrd="2" destOrd="0" parTransId="{96844D7A-8963-479B-871C-C5719C1D429B}" sibTransId="{3E049D23-77C2-4AA0-8FB8-88222F2159FA}"/>
    <dgm:cxn modelId="{A81CE3D6-0E7E-4934-8F41-AD49DF896688}" type="presOf" srcId="{E25EE4E7-22FF-4443-B884-4365D736379B}" destId="{52D1E1A5-0C4C-43F2-B96F-ACB8E7F5A742}" srcOrd="0" destOrd="0" presId="urn:microsoft.com/office/officeart/2005/8/layout/default"/>
    <dgm:cxn modelId="{685D0FFA-3297-4F3B-BC83-47EE04CD6A01}" type="presOf" srcId="{F308C144-62C6-4B62-B605-359C66921229}" destId="{71578B98-9F1A-49C8-8ABD-1A58A04CC894}" srcOrd="0" destOrd="0" presId="urn:microsoft.com/office/officeart/2005/8/layout/default"/>
    <dgm:cxn modelId="{2368A837-AB26-4FF1-A78D-CC5313399976}" type="presParOf" srcId="{71578B98-9F1A-49C8-8ABD-1A58A04CC894}" destId="{52D1E1A5-0C4C-43F2-B96F-ACB8E7F5A742}" srcOrd="0" destOrd="0" presId="urn:microsoft.com/office/officeart/2005/8/layout/default"/>
    <dgm:cxn modelId="{6C4416F8-51DA-42AE-9B44-FFD8489A3E16}" type="presParOf" srcId="{71578B98-9F1A-49C8-8ABD-1A58A04CC894}" destId="{05B6E3BE-F462-4040-BDB3-6B7BDECB8BDF}" srcOrd="1" destOrd="0" presId="urn:microsoft.com/office/officeart/2005/8/layout/default"/>
    <dgm:cxn modelId="{2A503A0A-8825-4D50-9A2D-F0730E04DF81}" type="presParOf" srcId="{71578B98-9F1A-49C8-8ABD-1A58A04CC894}" destId="{8179F566-A97A-43E1-8FAE-A22EF5D559D8}" srcOrd="2" destOrd="0" presId="urn:microsoft.com/office/officeart/2005/8/layout/default"/>
    <dgm:cxn modelId="{A64852B0-0C3A-429F-A9EB-00BF374DBE80}" type="presParOf" srcId="{71578B98-9F1A-49C8-8ABD-1A58A04CC894}" destId="{B9786DB2-B84C-4F6F-AEF6-FA31F370B13F}" srcOrd="3" destOrd="0" presId="urn:microsoft.com/office/officeart/2005/8/layout/default"/>
    <dgm:cxn modelId="{D6D3F7C5-ECB7-46F9-8812-498A96EDCEFF}" type="presParOf" srcId="{71578B98-9F1A-49C8-8ABD-1A58A04CC894}" destId="{4972B5D5-A78A-4555-BA7B-0F6DAA1B7708}"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308C144-62C6-4B62-B605-359C66921229}"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ru-RU"/>
        </a:p>
      </dgm:t>
    </dgm:pt>
    <dgm:pt modelId="{E25EE4E7-22FF-4443-B884-4365D736379B}">
      <dgm:prSet/>
      <dgm:spPr/>
      <dgm:t>
        <a:bodyPr/>
        <a:lstStyle/>
        <a:p>
          <a:r>
            <a:rPr lang="ru-RU" b="1" dirty="0"/>
            <a:t>Отметка о заверении копии</a:t>
          </a:r>
          <a:r>
            <a:rPr lang="ru-RU" dirty="0"/>
            <a:t> – ставится на копиях документов, чтобы удостоверить их верность оригиналу. Содержит слово «Верно», должность и подпись лица, заверившего копию, его инициалы и фамилию, дату заверения.</a:t>
          </a:r>
        </a:p>
      </dgm:t>
    </dgm:pt>
    <dgm:pt modelId="{7180CDC3-FD17-4928-85D2-EA89194139E3}" type="parTrans" cxnId="{BE619724-BCB9-4373-AA97-DE540B03DA55}">
      <dgm:prSet/>
      <dgm:spPr/>
      <dgm:t>
        <a:bodyPr/>
        <a:lstStyle/>
        <a:p>
          <a:endParaRPr lang="ru-RU"/>
        </a:p>
      </dgm:t>
    </dgm:pt>
    <dgm:pt modelId="{E98E02B9-45BA-4D6B-81D6-8601788FE0C2}" type="sibTrans" cxnId="{BE619724-BCB9-4373-AA97-DE540B03DA55}">
      <dgm:prSet/>
      <dgm:spPr/>
      <dgm:t>
        <a:bodyPr/>
        <a:lstStyle/>
        <a:p>
          <a:endParaRPr lang="ru-RU"/>
        </a:p>
      </dgm:t>
    </dgm:pt>
    <dgm:pt modelId="{4BC85607-362E-422A-A515-89A79ED50AF5}">
      <dgm:prSet/>
      <dgm:spPr/>
      <dgm:t>
        <a:bodyPr/>
        <a:lstStyle/>
        <a:p>
          <a:r>
            <a:rPr lang="ru-RU" b="1" dirty="0"/>
            <a:t>Отметка о поступлении документа</a:t>
          </a:r>
          <a:r>
            <a:rPr lang="ru-RU" dirty="0"/>
            <a:t> – штамп или запись, фиксирующая дату и входящий номер документа, поступившего в организацию. Как правило, входящий штамп ставится на первом листе полученного документа (с указанием даты и регистрационного номера).</a:t>
          </a:r>
        </a:p>
      </dgm:t>
    </dgm:pt>
    <dgm:pt modelId="{95531A83-DFB6-4F51-BC72-3B26B8190A47}" type="parTrans" cxnId="{C5F22761-2DB7-480C-9F75-4D0541505744}">
      <dgm:prSet/>
      <dgm:spPr/>
      <dgm:t>
        <a:bodyPr/>
        <a:lstStyle/>
        <a:p>
          <a:endParaRPr lang="ru-RU"/>
        </a:p>
      </dgm:t>
    </dgm:pt>
    <dgm:pt modelId="{2CE5FE5D-FB84-422C-8AC3-357E85A65834}" type="sibTrans" cxnId="{C5F22761-2DB7-480C-9F75-4D0541505744}">
      <dgm:prSet/>
      <dgm:spPr/>
      <dgm:t>
        <a:bodyPr/>
        <a:lstStyle/>
        <a:p>
          <a:endParaRPr lang="ru-RU"/>
        </a:p>
      </dgm:t>
    </dgm:pt>
    <dgm:pt modelId="{71578B98-9F1A-49C8-8ABD-1A58A04CC894}" type="pres">
      <dgm:prSet presAssocID="{F308C144-62C6-4B62-B605-359C66921229}" presName="diagram" presStyleCnt="0">
        <dgm:presLayoutVars>
          <dgm:dir/>
          <dgm:resizeHandles val="exact"/>
        </dgm:presLayoutVars>
      </dgm:prSet>
      <dgm:spPr/>
    </dgm:pt>
    <dgm:pt modelId="{52D1E1A5-0C4C-43F2-B96F-ACB8E7F5A742}" type="pres">
      <dgm:prSet presAssocID="{E25EE4E7-22FF-4443-B884-4365D736379B}" presName="node" presStyleLbl="node1" presStyleIdx="0" presStyleCnt="2" custScaleX="194872" custScaleY="110000">
        <dgm:presLayoutVars>
          <dgm:bulletEnabled val="1"/>
        </dgm:presLayoutVars>
      </dgm:prSet>
      <dgm:spPr/>
    </dgm:pt>
    <dgm:pt modelId="{05B6E3BE-F462-4040-BDB3-6B7BDECB8BDF}" type="pres">
      <dgm:prSet presAssocID="{E98E02B9-45BA-4D6B-81D6-8601788FE0C2}" presName="sibTrans" presStyleCnt="0"/>
      <dgm:spPr/>
    </dgm:pt>
    <dgm:pt modelId="{8179F566-A97A-43E1-8FAE-A22EF5D559D8}" type="pres">
      <dgm:prSet presAssocID="{4BC85607-362E-422A-A515-89A79ED50AF5}" presName="node" presStyleLbl="node1" presStyleIdx="1" presStyleCnt="2" custScaleX="194872" custScaleY="110000">
        <dgm:presLayoutVars>
          <dgm:bulletEnabled val="1"/>
        </dgm:presLayoutVars>
      </dgm:prSet>
      <dgm:spPr/>
    </dgm:pt>
  </dgm:ptLst>
  <dgm:cxnLst>
    <dgm:cxn modelId="{BE619724-BCB9-4373-AA97-DE540B03DA55}" srcId="{F308C144-62C6-4B62-B605-359C66921229}" destId="{E25EE4E7-22FF-4443-B884-4365D736379B}" srcOrd="0" destOrd="0" parTransId="{7180CDC3-FD17-4928-85D2-EA89194139E3}" sibTransId="{E98E02B9-45BA-4D6B-81D6-8601788FE0C2}"/>
    <dgm:cxn modelId="{C5F22761-2DB7-480C-9F75-4D0541505744}" srcId="{F308C144-62C6-4B62-B605-359C66921229}" destId="{4BC85607-362E-422A-A515-89A79ED50AF5}" srcOrd="1" destOrd="0" parTransId="{95531A83-DFB6-4F51-BC72-3B26B8190A47}" sibTransId="{2CE5FE5D-FB84-422C-8AC3-357E85A65834}"/>
    <dgm:cxn modelId="{0C502EB3-E938-4BCD-83CE-24A5BE288204}" type="presOf" srcId="{4BC85607-362E-422A-A515-89A79ED50AF5}" destId="{8179F566-A97A-43E1-8FAE-A22EF5D559D8}" srcOrd="0" destOrd="0" presId="urn:microsoft.com/office/officeart/2005/8/layout/default"/>
    <dgm:cxn modelId="{A81CE3D6-0E7E-4934-8F41-AD49DF896688}" type="presOf" srcId="{E25EE4E7-22FF-4443-B884-4365D736379B}" destId="{52D1E1A5-0C4C-43F2-B96F-ACB8E7F5A742}" srcOrd="0" destOrd="0" presId="urn:microsoft.com/office/officeart/2005/8/layout/default"/>
    <dgm:cxn modelId="{685D0FFA-3297-4F3B-BC83-47EE04CD6A01}" type="presOf" srcId="{F308C144-62C6-4B62-B605-359C66921229}" destId="{71578B98-9F1A-49C8-8ABD-1A58A04CC894}" srcOrd="0" destOrd="0" presId="urn:microsoft.com/office/officeart/2005/8/layout/default"/>
    <dgm:cxn modelId="{2368A837-AB26-4FF1-A78D-CC5313399976}" type="presParOf" srcId="{71578B98-9F1A-49C8-8ABD-1A58A04CC894}" destId="{52D1E1A5-0C4C-43F2-B96F-ACB8E7F5A742}" srcOrd="0" destOrd="0" presId="urn:microsoft.com/office/officeart/2005/8/layout/default"/>
    <dgm:cxn modelId="{6C4416F8-51DA-42AE-9B44-FFD8489A3E16}" type="presParOf" srcId="{71578B98-9F1A-49C8-8ABD-1A58A04CC894}" destId="{05B6E3BE-F462-4040-BDB3-6B7BDECB8BDF}" srcOrd="1" destOrd="0" presId="urn:microsoft.com/office/officeart/2005/8/layout/default"/>
    <dgm:cxn modelId="{2A503A0A-8825-4D50-9A2D-F0730E04DF81}" type="presParOf" srcId="{71578B98-9F1A-49C8-8ABD-1A58A04CC894}" destId="{8179F566-A97A-43E1-8FAE-A22EF5D559D8}"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308C144-62C6-4B62-B605-359C66921229}"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ru-RU"/>
        </a:p>
      </dgm:t>
    </dgm:pt>
    <dgm:pt modelId="{E25EE4E7-22FF-4443-B884-4365D736379B}">
      <dgm:prSet/>
      <dgm:spPr/>
      <dgm:t>
        <a:bodyPr/>
        <a:lstStyle/>
        <a:p>
          <a:r>
            <a:rPr lang="ru-RU" b="1" dirty="0"/>
            <a:t>Резолюция</a:t>
          </a:r>
          <a:r>
            <a:rPr lang="ru-RU" dirty="0"/>
            <a:t> – надпись руководителя по входящему документу с указанием поручения, исполнителя и срока. В делопроизводстве резолюции руководства являются обязательным реквизитом для документов, требующих исполнения. Резолюция обычно оформляется рукой руководителя на самом документе или на отдельном бланке резолюции.</a:t>
          </a:r>
        </a:p>
      </dgm:t>
    </dgm:pt>
    <dgm:pt modelId="{7180CDC3-FD17-4928-85D2-EA89194139E3}" type="parTrans" cxnId="{BE619724-BCB9-4373-AA97-DE540B03DA55}">
      <dgm:prSet/>
      <dgm:spPr/>
      <dgm:t>
        <a:bodyPr/>
        <a:lstStyle/>
        <a:p>
          <a:endParaRPr lang="ru-RU"/>
        </a:p>
      </dgm:t>
    </dgm:pt>
    <dgm:pt modelId="{E98E02B9-45BA-4D6B-81D6-8601788FE0C2}" type="sibTrans" cxnId="{BE619724-BCB9-4373-AA97-DE540B03DA55}">
      <dgm:prSet/>
      <dgm:spPr/>
      <dgm:t>
        <a:bodyPr/>
        <a:lstStyle/>
        <a:p>
          <a:endParaRPr lang="ru-RU"/>
        </a:p>
      </dgm:t>
    </dgm:pt>
    <dgm:pt modelId="{4BC85607-362E-422A-A515-89A79ED50AF5}">
      <dgm:prSet/>
      <dgm:spPr/>
      <dgm:t>
        <a:bodyPr/>
        <a:lstStyle/>
        <a:p>
          <a:r>
            <a:rPr lang="ru-RU" b="1" dirty="0"/>
            <a:t>Отметка о контроле</a:t>
          </a:r>
          <a:r>
            <a:rPr lang="ru-RU" dirty="0"/>
            <a:t> – как упоминалось, указывает, что документ взят на особый контроль. Например, ставится штамп «КОНТРОЛЬ» или буква «К».</a:t>
          </a:r>
        </a:p>
      </dgm:t>
    </dgm:pt>
    <dgm:pt modelId="{95531A83-DFB6-4F51-BC72-3B26B8190A47}" type="parTrans" cxnId="{C5F22761-2DB7-480C-9F75-4D0541505744}">
      <dgm:prSet/>
      <dgm:spPr/>
      <dgm:t>
        <a:bodyPr/>
        <a:lstStyle/>
        <a:p>
          <a:endParaRPr lang="ru-RU"/>
        </a:p>
      </dgm:t>
    </dgm:pt>
    <dgm:pt modelId="{2CE5FE5D-FB84-422C-8AC3-357E85A65834}" type="sibTrans" cxnId="{C5F22761-2DB7-480C-9F75-4D0541505744}">
      <dgm:prSet/>
      <dgm:spPr/>
      <dgm:t>
        <a:bodyPr/>
        <a:lstStyle/>
        <a:p>
          <a:endParaRPr lang="ru-RU"/>
        </a:p>
      </dgm:t>
    </dgm:pt>
    <dgm:pt modelId="{71578B98-9F1A-49C8-8ABD-1A58A04CC894}" type="pres">
      <dgm:prSet presAssocID="{F308C144-62C6-4B62-B605-359C66921229}" presName="diagram" presStyleCnt="0">
        <dgm:presLayoutVars>
          <dgm:dir/>
          <dgm:resizeHandles val="exact"/>
        </dgm:presLayoutVars>
      </dgm:prSet>
      <dgm:spPr/>
    </dgm:pt>
    <dgm:pt modelId="{52D1E1A5-0C4C-43F2-B96F-ACB8E7F5A742}" type="pres">
      <dgm:prSet presAssocID="{E25EE4E7-22FF-4443-B884-4365D736379B}" presName="node" presStyleLbl="node1" presStyleIdx="0" presStyleCnt="2" custScaleX="194872" custScaleY="110000">
        <dgm:presLayoutVars>
          <dgm:bulletEnabled val="1"/>
        </dgm:presLayoutVars>
      </dgm:prSet>
      <dgm:spPr/>
    </dgm:pt>
    <dgm:pt modelId="{05B6E3BE-F462-4040-BDB3-6B7BDECB8BDF}" type="pres">
      <dgm:prSet presAssocID="{E98E02B9-45BA-4D6B-81D6-8601788FE0C2}" presName="sibTrans" presStyleCnt="0"/>
      <dgm:spPr/>
    </dgm:pt>
    <dgm:pt modelId="{8179F566-A97A-43E1-8FAE-A22EF5D559D8}" type="pres">
      <dgm:prSet presAssocID="{4BC85607-362E-422A-A515-89A79ED50AF5}" presName="node" presStyleLbl="node1" presStyleIdx="1" presStyleCnt="2" custScaleX="194872" custScaleY="110000">
        <dgm:presLayoutVars>
          <dgm:bulletEnabled val="1"/>
        </dgm:presLayoutVars>
      </dgm:prSet>
      <dgm:spPr/>
    </dgm:pt>
  </dgm:ptLst>
  <dgm:cxnLst>
    <dgm:cxn modelId="{BE619724-BCB9-4373-AA97-DE540B03DA55}" srcId="{F308C144-62C6-4B62-B605-359C66921229}" destId="{E25EE4E7-22FF-4443-B884-4365D736379B}" srcOrd="0" destOrd="0" parTransId="{7180CDC3-FD17-4928-85D2-EA89194139E3}" sibTransId="{E98E02B9-45BA-4D6B-81D6-8601788FE0C2}"/>
    <dgm:cxn modelId="{C5F22761-2DB7-480C-9F75-4D0541505744}" srcId="{F308C144-62C6-4B62-B605-359C66921229}" destId="{4BC85607-362E-422A-A515-89A79ED50AF5}" srcOrd="1" destOrd="0" parTransId="{95531A83-DFB6-4F51-BC72-3B26B8190A47}" sibTransId="{2CE5FE5D-FB84-422C-8AC3-357E85A65834}"/>
    <dgm:cxn modelId="{0C502EB3-E938-4BCD-83CE-24A5BE288204}" type="presOf" srcId="{4BC85607-362E-422A-A515-89A79ED50AF5}" destId="{8179F566-A97A-43E1-8FAE-A22EF5D559D8}" srcOrd="0" destOrd="0" presId="urn:microsoft.com/office/officeart/2005/8/layout/default"/>
    <dgm:cxn modelId="{A81CE3D6-0E7E-4934-8F41-AD49DF896688}" type="presOf" srcId="{E25EE4E7-22FF-4443-B884-4365D736379B}" destId="{52D1E1A5-0C4C-43F2-B96F-ACB8E7F5A742}" srcOrd="0" destOrd="0" presId="urn:microsoft.com/office/officeart/2005/8/layout/default"/>
    <dgm:cxn modelId="{685D0FFA-3297-4F3B-BC83-47EE04CD6A01}" type="presOf" srcId="{F308C144-62C6-4B62-B605-359C66921229}" destId="{71578B98-9F1A-49C8-8ABD-1A58A04CC894}" srcOrd="0" destOrd="0" presId="urn:microsoft.com/office/officeart/2005/8/layout/default"/>
    <dgm:cxn modelId="{2368A837-AB26-4FF1-A78D-CC5313399976}" type="presParOf" srcId="{71578B98-9F1A-49C8-8ABD-1A58A04CC894}" destId="{52D1E1A5-0C4C-43F2-B96F-ACB8E7F5A742}" srcOrd="0" destOrd="0" presId="urn:microsoft.com/office/officeart/2005/8/layout/default"/>
    <dgm:cxn modelId="{6C4416F8-51DA-42AE-9B44-FFD8489A3E16}" type="presParOf" srcId="{71578B98-9F1A-49C8-8ABD-1A58A04CC894}" destId="{05B6E3BE-F462-4040-BDB3-6B7BDECB8BDF}" srcOrd="1" destOrd="0" presId="urn:microsoft.com/office/officeart/2005/8/layout/default"/>
    <dgm:cxn modelId="{2A503A0A-8825-4D50-9A2D-F0730E04DF81}" type="presParOf" srcId="{71578B98-9F1A-49C8-8ABD-1A58A04CC894}" destId="{8179F566-A97A-43E1-8FAE-A22EF5D559D8}" srcOrd="2"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308C144-62C6-4B62-B605-359C66921229}"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ru-RU"/>
        </a:p>
      </dgm:t>
    </dgm:pt>
    <dgm:pt modelId="{E25EE4E7-22FF-4443-B884-4365D736379B}">
      <dgm:prSet/>
      <dgm:spPr/>
      <dgm:t>
        <a:bodyPr/>
        <a:lstStyle/>
        <a:p>
          <a:r>
            <a:rPr lang="ru-RU" b="1" dirty="0"/>
            <a:t>Отметка о направлении документа в дело</a:t>
          </a:r>
          <a:r>
            <a:rPr lang="ru-RU" dirty="0"/>
            <a:t> – отмечается, когда исполненный документ подшит в дело (указывается индекс дела, в которое помещен документ). Обычно эта отметка проставляется службой делопроизводства после того, как документ выполнен.</a:t>
          </a:r>
        </a:p>
      </dgm:t>
    </dgm:pt>
    <dgm:pt modelId="{7180CDC3-FD17-4928-85D2-EA89194139E3}" type="parTrans" cxnId="{BE619724-BCB9-4373-AA97-DE540B03DA55}">
      <dgm:prSet/>
      <dgm:spPr/>
      <dgm:t>
        <a:bodyPr/>
        <a:lstStyle/>
        <a:p>
          <a:endParaRPr lang="ru-RU"/>
        </a:p>
      </dgm:t>
    </dgm:pt>
    <dgm:pt modelId="{E98E02B9-45BA-4D6B-81D6-8601788FE0C2}" type="sibTrans" cxnId="{BE619724-BCB9-4373-AA97-DE540B03DA55}">
      <dgm:prSet/>
      <dgm:spPr/>
      <dgm:t>
        <a:bodyPr/>
        <a:lstStyle/>
        <a:p>
          <a:endParaRPr lang="ru-RU"/>
        </a:p>
      </dgm:t>
    </dgm:pt>
    <dgm:pt modelId="{4BC85607-362E-422A-A515-89A79ED50AF5}">
      <dgm:prSet/>
      <dgm:spPr/>
      <dgm:t>
        <a:bodyPr/>
        <a:lstStyle/>
        <a:p>
          <a:r>
            <a:rPr lang="ru-RU" b="1" dirty="0"/>
            <a:t>Штрих-код (QR-код) документа</a:t>
          </a:r>
          <a:r>
            <a:rPr lang="ru-RU" dirty="0"/>
            <a:t> – новый реквизит, предусмотренный ГОСТ Р 7.0.97-2025. Он размещается в правом нижнем углу первого листа документа (при отсутствии места – в другом свободном от текста месте) и используется для автоматизации поиска документа в информационной системе. Штрих-код содержит закодированную информацию о документе (номер, дату и пр.) для быстрого считывания.</a:t>
          </a:r>
        </a:p>
      </dgm:t>
    </dgm:pt>
    <dgm:pt modelId="{95531A83-DFB6-4F51-BC72-3B26B8190A47}" type="parTrans" cxnId="{C5F22761-2DB7-480C-9F75-4D0541505744}">
      <dgm:prSet/>
      <dgm:spPr/>
      <dgm:t>
        <a:bodyPr/>
        <a:lstStyle/>
        <a:p>
          <a:endParaRPr lang="ru-RU"/>
        </a:p>
      </dgm:t>
    </dgm:pt>
    <dgm:pt modelId="{2CE5FE5D-FB84-422C-8AC3-357E85A65834}" type="sibTrans" cxnId="{C5F22761-2DB7-480C-9F75-4D0541505744}">
      <dgm:prSet/>
      <dgm:spPr/>
      <dgm:t>
        <a:bodyPr/>
        <a:lstStyle/>
        <a:p>
          <a:endParaRPr lang="ru-RU"/>
        </a:p>
      </dgm:t>
    </dgm:pt>
    <dgm:pt modelId="{71578B98-9F1A-49C8-8ABD-1A58A04CC894}" type="pres">
      <dgm:prSet presAssocID="{F308C144-62C6-4B62-B605-359C66921229}" presName="diagram" presStyleCnt="0">
        <dgm:presLayoutVars>
          <dgm:dir/>
          <dgm:resizeHandles val="exact"/>
        </dgm:presLayoutVars>
      </dgm:prSet>
      <dgm:spPr/>
    </dgm:pt>
    <dgm:pt modelId="{52D1E1A5-0C4C-43F2-B96F-ACB8E7F5A742}" type="pres">
      <dgm:prSet presAssocID="{E25EE4E7-22FF-4443-B884-4365D736379B}" presName="node" presStyleLbl="node1" presStyleIdx="0" presStyleCnt="2" custScaleX="194872" custScaleY="110000">
        <dgm:presLayoutVars>
          <dgm:bulletEnabled val="1"/>
        </dgm:presLayoutVars>
      </dgm:prSet>
      <dgm:spPr/>
    </dgm:pt>
    <dgm:pt modelId="{05B6E3BE-F462-4040-BDB3-6B7BDECB8BDF}" type="pres">
      <dgm:prSet presAssocID="{E98E02B9-45BA-4D6B-81D6-8601788FE0C2}" presName="sibTrans" presStyleCnt="0"/>
      <dgm:spPr/>
    </dgm:pt>
    <dgm:pt modelId="{8179F566-A97A-43E1-8FAE-A22EF5D559D8}" type="pres">
      <dgm:prSet presAssocID="{4BC85607-362E-422A-A515-89A79ED50AF5}" presName="node" presStyleLbl="node1" presStyleIdx="1" presStyleCnt="2" custScaleX="194872" custScaleY="110000">
        <dgm:presLayoutVars>
          <dgm:bulletEnabled val="1"/>
        </dgm:presLayoutVars>
      </dgm:prSet>
      <dgm:spPr/>
    </dgm:pt>
  </dgm:ptLst>
  <dgm:cxnLst>
    <dgm:cxn modelId="{BE619724-BCB9-4373-AA97-DE540B03DA55}" srcId="{F308C144-62C6-4B62-B605-359C66921229}" destId="{E25EE4E7-22FF-4443-B884-4365D736379B}" srcOrd="0" destOrd="0" parTransId="{7180CDC3-FD17-4928-85D2-EA89194139E3}" sibTransId="{E98E02B9-45BA-4D6B-81D6-8601788FE0C2}"/>
    <dgm:cxn modelId="{C5F22761-2DB7-480C-9F75-4D0541505744}" srcId="{F308C144-62C6-4B62-B605-359C66921229}" destId="{4BC85607-362E-422A-A515-89A79ED50AF5}" srcOrd="1" destOrd="0" parTransId="{95531A83-DFB6-4F51-BC72-3B26B8190A47}" sibTransId="{2CE5FE5D-FB84-422C-8AC3-357E85A65834}"/>
    <dgm:cxn modelId="{0C502EB3-E938-4BCD-83CE-24A5BE288204}" type="presOf" srcId="{4BC85607-362E-422A-A515-89A79ED50AF5}" destId="{8179F566-A97A-43E1-8FAE-A22EF5D559D8}" srcOrd="0" destOrd="0" presId="urn:microsoft.com/office/officeart/2005/8/layout/default"/>
    <dgm:cxn modelId="{A81CE3D6-0E7E-4934-8F41-AD49DF896688}" type="presOf" srcId="{E25EE4E7-22FF-4443-B884-4365D736379B}" destId="{52D1E1A5-0C4C-43F2-B96F-ACB8E7F5A742}" srcOrd="0" destOrd="0" presId="urn:microsoft.com/office/officeart/2005/8/layout/default"/>
    <dgm:cxn modelId="{685D0FFA-3297-4F3B-BC83-47EE04CD6A01}" type="presOf" srcId="{F308C144-62C6-4B62-B605-359C66921229}" destId="{71578B98-9F1A-49C8-8ABD-1A58A04CC894}" srcOrd="0" destOrd="0" presId="urn:microsoft.com/office/officeart/2005/8/layout/default"/>
    <dgm:cxn modelId="{2368A837-AB26-4FF1-A78D-CC5313399976}" type="presParOf" srcId="{71578B98-9F1A-49C8-8ABD-1A58A04CC894}" destId="{52D1E1A5-0C4C-43F2-B96F-ACB8E7F5A742}" srcOrd="0" destOrd="0" presId="urn:microsoft.com/office/officeart/2005/8/layout/default"/>
    <dgm:cxn modelId="{6C4416F8-51DA-42AE-9B44-FFD8489A3E16}" type="presParOf" srcId="{71578B98-9F1A-49C8-8ABD-1A58A04CC894}" destId="{05B6E3BE-F462-4040-BDB3-6B7BDECB8BDF}" srcOrd="1" destOrd="0" presId="urn:microsoft.com/office/officeart/2005/8/layout/default"/>
    <dgm:cxn modelId="{2A503A0A-8825-4D50-9A2D-F0730E04DF81}" type="presParOf" srcId="{71578B98-9F1A-49C8-8ABD-1A58A04CC894}" destId="{8179F566-A97A-43E1-8FAE-A22EF5D559D8}" srcOrd="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B3F2A45-24A8-49AA-A92B-C58C3C4C09E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462D7128-4083-4519-8217-7720F64DAF87}">
      <dgm:prSet/>
      <dgm:spPr/>
      <dgm:t>
        <a:bodyPr/>
        <a:lstStyle/>
        <a:p>
          <a:r>
            <a:rPr lang="ru-RU" dirty="0"/>
            <a:t>Сроки хранения документов </a:t>
          </a:r>
          <a:r>
            <a:rPr lang="ru-RU" b="1" dirty="0"/>
            <a:t>определяются их ценностью и категорией</a:t>
          </a:r>
          <a:r>
            <a:rPr lang="ru-RU" dirty="0"/>
            <a:t> (Федеральный закон </a:t>
          </a:r>
          <a:r>
            <a:rPr lang="ru-RU" b="0" i="0" dirty="0"/>
            <a:t>от 22.10.2004 </a:t>
          </a:r>
          <a:r>
            <a:rPr lang="ru-RU" dirty="0"/>
            <a:t>№ 125-ФЗ «Об архивном деле в РФ»).</a:t>
          </a:r>
        </a:p>
      </dgm:t>
    </dgm:pt>
    <dgm:pt modelId="{85C3A1C6-AA01-4D9F-9B8C-621F0427A781}" type="parTrans" cxnId="{044BE5D9-243E-4C91-8516-5E5AF6020CCD}">
      <dgm:prSet/>
      <dgm:spPr/>
      <dgm:t>
        <a:bodyPr/>
        <a:lstStyle/>
        <a:p>
          <a:endParaRPr lang="ru-RU"/>
        </a:p>
      </dgm:t>
    </dgm:pt>
    <dgm:pt modelId="{883CD795-FADE-4A29-819D-6BD4AB3B6486}" type="sibTrans" cxnId="{044BE5D9-243E-4C91-8516-5E5AF6020CCD}">
      <dgm:prSet/>
      <dgm:spPr/>
      <dgm:t>
        <a:bodyPr/>
        <a:lstStyle/>
        <a:p>
          <a:endParaRPr lang="ru-RU"/>
        </a:p>
      </dgm:t>
    </dgm:pt>
    <dgm:pt modelId="{01253BFE-A984-4F51-87CE-B8BCD55E8240}">
      <dgm:prSet/>
      <dgm:spPr/>
      <dgm:t>
        <a:bodyPr/>
        <a:lstStyle/>
        <a:p>
          <a:r>
            <a:rPr lang="ru-RU" b="1"/>
            <a:t>Экспертиза ценности</a:t>
          </a:r>
          <a:r>
            <a:rPr lang="ru-RU"/>
            <a:t> – это процесс оценки документов по критериям ценности (исторической, научной, социальной, культурной и практической) с целью определения, какие из них подлежат </a:t>
          </a:r>
          <a:r>
            <a:rPr lang="ru-RU" b="1"/>
            <a:t>постоянному хранению</a:t>
          </a:r>
          <a:r>
            <a:rPr lang="ru-RU"/>
            <a:t> (в составе Архивного фонда РФ), а какие могут быть </a:t>
          </a:r>
          <a:r>
            <a:rPr lang="ru-RU" b="1"/>
            <a:t>уничтожены по истечении сроков.</a:t>
          </a:r>
          <a:endParaRPr lang="ru-RU"/>
        </a:p>
      </dgm:t>
    </dgm:pt>
    <dgm:pt modelId="{96F3EB83-A937-4067-B185-E2E9A2315DC0}" type="parTrans" cxnId="{1CC36EE7-9606-438B-962E-4D80665C4EF3}">
      <dgm:prSet/>
      <dgm:spPr/>
      <dgm:t>
        <a:bodyPr/>
        <a:lstStyle/>
        <a:p>
          <a:endParaRPr lang="ru-RU"/>
        </a:p>
      </dgm:t>
    </dgm:pt>
    <dgm:pt modelId="{354FE47F-9AE4-43F4-A154-E845AA7E2DB2}" type="sibTrans" cxnId="{1CC36EE7-9606-438B-962E-4D80665C4EF3}">
      <dgm:prSet/>
      <dgm:spPr/>
      <dgm:t>
        <a:bodyPr/>
        <a:lstStyle/>
        <a:p>
          <a:endParaRPr lang="ru-RU"/>
        </a:p>
      </dgm:t>
    </dgm:pt>
    <dgm:pt modelId="{C2FF3930-FEAC-4283-A8E9-3D5306BA751C}">
      <dgm:prSet>
        <dgm:style>
          <a:lnRef idx="2">
            <a:schemeClr val="accent1"/>
          </a:lnRef>
          <a:fillRef idx="1">
            <a:schemeClr val="lt1"/>
          </a:fillRef>
          <a:effectRef idx="0">
            <a:schemeClr val="accent1"/>
          </a:effectRef>
          <a:fontRef idx="minor">
            <a:schemeClr val="dk1"/>
          </a:fontRef>
        </dgm:style>
      </dgm:prSet>
      <dgm:spPr/>
      <dgm:t>
        <a:bodyPr/>
        <a:lstStyle/>
        <a:p>
          <a:r>
            <a:rPr lang="ru-RU" dirty="0"/>
            <a:t>Например, приказы по основной деятельности часто подлежат </a:t>
          </a:r>
          <a:r>
            <a:rPr lang="ru-RU" b="1" dirty="0"/>
            <a:t>постоянному хранению </a:t>
          </a:r>
          <a:r>
            <a:rPr lang="ru-RU" dirty="0"/>
            <a:t>(они передаются в архив навечно), приказы по личному составу – </a:t>
          </a:r>
          <a:r>
            <a:rPr lang="ru-RU" b="1" dirty="0"/>
            <a:t>50</a:t>
          </a:r>
          <a:r>
            <a:rPr lang="ru-RU" dirty="0"/>
            <a:t> или </a:t>
          </a:r>
          <a:r>
            <a:rPr lang="ru-RU" b="1" dirty="0"/>
            <a:t>75 лет</a:t>
          </a:r>
          <a:r>
            <a:rPr lang="ru-RU" dirty="0"/>
            <a:t> (в зависимости от даты создания документа), бухгалтерские документы – </a:t>
          </a:r>
          <a:r>
            <a:rPr lang="ru-RU" b="1" dirty="0"/>
            <a:t>5 лет </a:t>
          </a:r>
          <a:r>
            <a:rPr lang="ru-RU" dirty="0"/>
            <a:t>(если налоговым законодательством не предусмотрено дольше), обращения граждан – </a:t>
          </a:r>
          <a:r>
            <a:rPr lang="ru-RU" b="1" dirty="0"/>
            <a:t>5 лет</a:t>
          </a:r>
          <a:r>
            <a:rPr lang="ru-RU" dirty="0"/>
            <a:t> и т.д. Документы временного (краткосрочного) хранения после утраты практической надобности могут </a:t>
          </a:r>
          <a:r>
            <a:rPr lang="ru-RU" b="1" dirty="0"/>
            <a:t>уничтожаться по акту</a:t>
          </a:r>
          <a:r>
            <a:rPr lang="ru-RU" dirty="0"/>
            <a:t>.</a:t>
          </a:r>
        </a:p>
      </dgm:t>
    </dgm:pt>
    <dgm:pt modelId="{D7F84850-268E-4C84-9E16-FE012732577A}" type="parTrans" cxnId="{1A432C45-A9A1-425B-BF47-BB7807EB3FF6}">
      <dgm:prSet/>
      <dgm:spPr/>
      <dgm:t>
        <a:bodyPr/>
        <a:lstStyle/>
        <a:p>
          <a:endParaRPr lang="ru-RU"/>
        </a:p>
      </dgm:t>
    </dgm:pt>
    <dgm:pt modelId="{7EFF9EEF-C6A5-49E0-9638-70EB6562BD02}" type="sibTrans" cxnId="{1A432C45-A9A1-425B-BF47-BB7807EB3FF6}">
      <dgm:prSet/>
      <dgm:spPr/>
      <dgm:t>
        <a:bodyPr/>
        <a:lstStyle/>
        <a:p>
          <a:endParaRPr lang="ru-RU"/>
        </a:p>
      </dgm:t>
    </dgm:pt>
    <dgm:pt modelId="{5F68CD34-EDEA-4885-9E04-9126CF312421}" type="pres">
      <dgm:prSet presAssocID="{7B3F2A45-24A8-49AA-A92B-C58C3C4C09EA}" presName="linear" presStyleCnt="0">
        <dgm:presLayoutVars>
          <dgm:animLvl val="lvl"/>
          <dgm:resizeHandles val="exact"/>
        </dgm:presLayoutVars>
      </dgm:prSet>
      <dgm:spPr/>
    </dgm:pt>
    <dgm:pt modelId="{2BCC741F-0428-4117-B25C-9AF299562A17}" type="pres">
      <dgm:prSet presAssocID="{462D7128-4083-4519-8217-7720F64DAF87}" presName="parentText" presStyleLbl="node1" presStyleIdx="0" presStyleCnt="3" custScaleY="51316">
        <dgm:presLayoutVars>
          <dgm:chMax val="0"/>
          <dgm:bulletEnabled val="1"/>
        </dgm:presLayoutVars>
      </dgm:prSet>
      <dgm:spPr/>
    </dgm:pt>
    <dgm:pt modelId="{4D8547B5-CEE5-43E6-9831-22F4E3FE9375}" type="pres">
      <dgm:prSet presAssocID="{883CD795-FADE-4A29-819D-6BD4AB3B6486}" presName="spacer" presStyleCnt="0"/>
      <dgm:spPr/>
    </dgm:pt>
    <dgm:pt modelId="{7C09D4A5-B823-44D4-B6B7-0F2F80104F14}" type="pres">
      <dgm:prSet presAssocID="{01253BFE-A984-4F51-87CE-B8BCD55E8240}" presName="parentText" presStyleLbl="node1" presStyleIdx="1" presStyleCnt="3" custScaleY="68302">
        <dgm:presLayoutVars>
          <dgm:chMax val="0"/>
          <dgm:bulletEnabled val="1"/>
        </dgm:presLayoutVars>
      </dgm:prSet>
      <dgm:spPr/>
    </dgm:pt>
    <dgm:pt modelId="{39D78A2C-17AD-43FA-A08E-DF57BF9FBD7B}" type="pres">
      <dgm:prSet presAssocID="{354FE47F-9AE4-43F4-A154-E845AA7E2DB2}" presName="spacer" presStyleCnt="0"/>
      <dgm:spPr/>
    </dgm:pt>
    <dgm:pt modelId="{DEE62F45-4AA4-4F3B-815E-CD343BCCC142}" type="pres">
      <dgm:prSet presAssocID="{C2FF3930-FEAC-4283-A8E9-3D5306BA751C}" presName="parentText" presStyleLbl="node1" presStyleIdx="2" presStyleCnt="3">
        <dgm:presLayoutVars>
          <dgm:chMax val="0"/>
          <dgm:bulletEnabled val="1"/>
        </dgm:presLayoutVars>
      </dgm:prSet>
      <dgm:spPr/>
    </dgm:pt>
  </dgm:ptLst>
  <dgm:cxnLst>
    <dgm:cxn modelId="{FCCB0605-92DB-4C40-B035-E5DB374435E1}" type="presOf" srcId="{01253BFE-A984-4F51-87CE-B8BCD55E8240}" destId="{7C09D4A5-B823-44D4-B6B7-0F2F80104F14}" srcOrd="0" destOrd="0" presId="urn:microsoft.com/office/officeart/2005/8/layout/vList2"/>
    <dgm:cxn modelId="{4F21D409-1266-4D62-B200-B2438D1FB2E4}" type="presOf" srcId="{C2FF3930-FEAC-4283-A8E9-3D5306BA751C}" destId="{DEE62F45-4AA4-4F3B-815E-CD343BCCC142}" srcOrd="0" destOrd="0" presId="urn:microsoft.com/office/officeart/2005/8/layout/vList2"/>
    <dgm:cxn modelId="{F6E23260-0671-4BAE-BB7F-42122AB23D27}" type="presOf" srcId="{7B3F2A45-24A8-49AA-A92B-C58C3C4C09EA}" destId="{5F68CD34-EDEA-4885-9E04-9126CF312421}" srcOrd="0" destOrd="0" presId="urn:microsoft.com/office/officeart/2005/8/layout/vList2"/>
    <dgm:cxn modelId="{1A432C45-A9A1-425B-BF47-BB7807EB3FF6}" srcId="{7B3F2A45-24A8-49AA-A92B-C58C3C4C09EA}" destId="{C2FF3930-FEAC-4283-A8E9-3D5306BA751C}" srcOrd="2" destOrd="0" parTransId="{D7F84850-268E-4C84-9E16-FE012732577A}" sibTransId="{7EFF9EEF-C6A5-49E0-9638-70EB6562BD02}"/>
    <dgm:cxn modelId="{6C55D955-DB59-4989-997B-AD5521FB926D}" type="presOf" srcId="{462D7128-4083-4519-8217-7720F64DAF87}" destId="{2BCC741F-0428-4117-B25C-9AF299562A17}" srcOrd="0" destOrd="0" presId="urn:microsoft.com/office/officeart/2005/8/layout/vList2"/>
    <dgm:cxn modelId="{044BE5D9-243E-4C91-8516-5E5AF6020CCD}" srcId="{7B3F2A45-24A8-49AA-A92B-C58C3C4C09EA}" destId="{462D7128-4083-4519-8217-7720F64DAF87}" srcOrd="0" destOrd="0" parTransId="{85C3A1C6-AA01-4D9F-9B8C-621F0427A781}" sibTransId="{883CD795-FADE-4A29-819D-6BD4AB3B6486}"/>
    <dgm:cxn modelId="{1CC36EE7-9606-438B-962E-4D80665C4EF3}" srcId="{7B3F2A45-24A8-49AA-A92B-C58C3C4C09EA}" destId="{01253BFE-A984-4F51-87CE-B8BCD55E8240}" srcOrd="1" destOrd="0" parTransId="{96F3EB83-A937-4067-B185-E2E9A2315DC0}" sibTransId="{354FE47F-9AE4-43F4-A154-E845AA7E2DB2}"/>
    <dgm:cxn modelId="{DDE4E9F1-02FF-4942-BB55-B717147C3136}" type="presParOf" srcId="{5F68CD34-EDEA-4885-9E04-9126CF312421}" destId="{2BCC741F-0428-4117-B25C-9AF299562A17}" srcOrd="0" destOrd="0" presId="urn:microsoft.com/office/officeart/2005/8/layout/vList2"/>
    <dgm:cxn modelId="{1D871F01-5925-45DC-A928-ED4706079A91}" type="presParOf" srcId="{5F68CD34-EDEA-4885-9E04-9126CF312421}" destId="{4D8547B5-CEE5-43E6-9831-22F4E3FE9375}" srcOrd="1" destOrd="0" presId="urn:microsoft.com/office/officeart/2005/8/layout/vList2"/>
    <dgm:cxn modelId="{99B4BDBC-A8FE-4483-861A-FE73E1EF9E30}" type="presParOf" srcId="{5F68CD34-EDEA-4885-9E04-9126CF312421}" destId="{7C09D4A5-B823-44D4-B6B7-0F2F80104F14}" srcOrd="2" destOrd="0" presId="urn:microsoft.com/office/officeart/2005/8/layout/vList2"/>
    <dgm:cxn modelId="{A166801C-5F9D-43B8-8E48-23EA003F370B}" type="presParOf" srcId="{5F68CD34-EDEA-4885-9E04-9126CF312421}" destId="{39D78A2C-17AD-43FA-A08E-DF57BF9FBD7B}" srcOrd="3" destOrd="0" presId="urn:microsoft.com/office/officeart/2005/8/layout/vList2"/>
    <dgm:cxn modelId="{C5700D13-999D-4972-9086-D2F5E8BC4E64}" type="presParOf" srcId="{5F68CD34-EDEA-4885-9E04-9126CF312421}" destId="{DEE62F45-4AA4-4F3B-815E-CD343BCCC142}"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F036FE0-20CF-43EE-9A42-2AAAC3402D0D}" type="doc">
      <dgm:prSet loTypeId="urn:microsoft.com/office/officeart/2005/8/layout/vProcess5" loCatId="process" qsTypeId="urn:microsoft.com/office/officeart/2005/8/quickstyle/simple1" qsCatId="simple" csTypeId="urn:microsoft.com/office/officeart/2005/8/colors/accent1_1" csCatId="accent1" phldr="1"/>
      <dgm:spPr/>
      <dgm:t>
        <a:bodyPr/>
        <a:lstStyle/>
        <a:p>
          <a:endParaRPr lang="ru-RU"/>
        </a:p>
      </dgm:t>
    </dgm:pt>
    <dgm:pt modelId="{8BE4EA05-9096-473E-9207-9F6AA9618B2B}">
      <dgm:prSet/>
      <dgm:spPr/>
      <dgm:t>
        <a:bodyPr/>
        <a:lstStyle/>
        <a:p>
          <a:r>
            <a:rPr lang="ru-RU"/>
            <a:t>После завершения делопроизводственного года (календарного года) служба делопроизводства проводит </a:t>
          </a:r>
          <a:r>
            <a:rPr lang="ru-RU" b="1"/>
            <a:t>упорядочение документов</a:t>
          </a:r>
          <a:r>
            <a:rPr lang="ru-RU"/>
            <a:t>: формирует дела согласно утвержденной номенклатуре дел, подшивает документы, составляет описи дел. </a:t>
          </a:r>
        </a:p>
      </dgm:t>
    </dgm:pt>
    <dgm:pt modelId="{831D2317-6967-42E1-8CAB-47C8C7AD9B7E}" type="parTrans" cxnId="{D442AD0E-68CB-4EAD-8483-34404BFF377E}">
      <dgm:prSet/>
      <dgm:spPr/>
      <dgm:t>
        <a:bodyPr/>
        <a:lstStyle/>
        <a:p>
          <a:endParaRPr lang="ru-RU"/>
        </a:p>
      </dgm:t>
    </dgm:pt>
    <dgm:pt modelId="{AF61EE70-18E9-49AC-9DA7-5D78E0BB66E5}" type="sibTrans" cxnId="{D442AD0E-68CB-4EAD-8483-34404BFF377E}">
      <dgm:prSet/>
      <dgm:spPr>
        <a:solidFill>
          <a:srgbClr val="002060">
            <a:alpha val="90000"/>
          </a:srgbClr>
        </a:solidFill>
      </dgm:spPr>
      <dgm:t>
        <a:bodyPr/>
        <a:lstStyle/>
        <a:p>
          <a:endParaRPr lang="ru-RU">
            <a:solidFill>
              <a:sysClr val="windowText" lastClr="000000"/>
            </a:solidFill>
          </a:endParaRPr>
        </a:p>
      </dgm:t>
    </dgm:pt>
    <dgm:pt modelId="{F69BBCE3-5E51-4048-B0B3-A94DB1AB9025}">
      <dgm:prSet/>
      <dgm:spPr/>
      <dgm:t>
        <a:bodyPr/>
        <a:lstStyle/>
        <a:p>
          <a:r>
            <a:rPr lang="ru-RU" dirty="0"/>
            <a:t>Документы постоянного хранения и долговременного (свыше 10 лет) хранения </a:t>
          </a:r>
          <a:r>
            <a:rPr lang="ru-RU" b="1" dirty="0"/>
            <a:t>передаются в архив организации</a:t>
          </a:r>
          <a:r>
            <a:rPr lang="ru-RU" dirty="0"/>
            <a:t> (как правило, через 1–3 года после окончания дела). </a:t>
          </a:r>
        </a:p>
      </dgm:t>
    </dgm:pt>
    <dgm:pt modelId="{FA8B2477-C3A6-4EC2-B64D-BE22C4AF9598}" type="parTrans" cxnId="{5EAC0B94-AB2C-4C49-A783-AF9CDBDDC0FB}">
      <dgm:prSet/>
      <dgm:spPr/>
      <dgm:t>
        <a:bodyPr/>
        <a:lstStyle/>
        <a:p>
          <a:endParaRPr lang="ru-RU"/>
        </a:p>
      </dgm:t>
    </dgm:pt>
    <dgm:pt modelId="{B952EA72-5CFA-4DCA-B714-15EB5CE411E6}" type="sibTrans" cxnId="{5EAC0B94-AB2C-4C49-A783-AF9CDBDDC0FB}">
      <dgm:prSet/>
      <dgm:spPr>
        <a:solidFill>
          <a:srgbClr val="002060">
            <a:alpha val="90000"/>
          </a:srgbClr>
        </a:solidFill>
      </dgm:spPr>
      <dgm:t>
        <a:bodyPr/>
        <a:lstStyle/>
        <a:p>
          <a:endParaRPr lang="ru-RU">
            <a:solidFill>
              <a:sysClr val="windowText" lastClr="000000"/>
            </a:solidFill>
          </a:endParaRPr>
        </a:p>
      </dgm:t>
    </dgm:pt>
    <dgm:pt modelId="{015CC1E9-0F70-42AE-B813-C116F39B062C}">
      <dgm:prSet/>
      <dgm:spPr/>
      <dgm:t>
        <a:bodyPr/>
        <a:lstStyle/>
        <a:p>
          <a:r>
            <a:rPr lang="ru-RU"/>
            <a:t>В архиве органа документы хранятся до истечения сроков и далее </a:t>
          </a:r>
          <a:r>
            <a:rPr lang="ru-RU" b="1"/>
            <a:t>передаются в соответствующий государственный архив</a:t>
          </a:r>
          <a:r>
            <a:rPr lang="ru-RU"/>
            <a:t> (например, Центральный архив Москвы для столичных органов). </a:t>
          </a:r>
        </a:p>
      </dgm:t>
    </dgm:pt>
    <dgm:pt modelId="{DAD38AF3-578C-4D63-BA5D-659C1767F9C4}" type="parTrans" cxnId="{9558CEAA-65B5-4813-8F02-8D2A5B140D05}">
      <dgm:prSet/>
      <dgm:spPr/>
      <dgm:t>
        <a:bodyPr/>
        <a:lstStyle/>
        <a:p>
          <a:endParaRPr lang="ru-RU"/>
        </a:p>
      </dgm:t>
    </dgm:pt>
    <dgm:pt modelId="{BBE8B6EC-59DE-4A0E-B831-E136148C591D}" type="sibTrans" cxnId="{9558CEAA-65B5-4813-8F02-8D2A5B140D05}">
      <dgm:prSet/>
      <dgm:spPr>
        <a:solidFill>
          <a:srgbClr val="002060">
            <a:alpha val="90000"/>
          </a:srgbClr>
        </a:solidFill>
      </dgm:spPr>
      <dgm:t>
        <a:bodyPr/>
        <a:lstStyle/>
        <a:p>
          <a:endParaRPr lang="ru-RU">
            <a:solidFill>
              <a:sysClr val="windowText" lastClr="000000"/>
            </a:solidFill>
          </a:endParaRPr>
        </a:p>
      </dgm:t>
    </dgm:pt>
    <dgm:pt modelId="{DDD1A078-670A-405A-8ADC-B55CAEF92E1A}">
      <dgm:prSet/>
      <dgm:spPr/>
      <dgm:t>
        <a:bodyPr/>
        <a:lstStyle/>
        <a:p>
          <a:r>
            <a:rPr lang="ru-RU"/>
            <a:t>Документы, не подлежащие постоянному хранению, по окончании сроков </a:t>
          </a:r>
          <a:r>
            <a:rPr lang="ru-RU" b="1"/>
            <a:t>уничтожаются с соблюдением установленного порядка </a:t>
          </a:r>
          <a:r>
            <a:rPr lang="ru-RU"/>
            <a:t>(составляется акт об уничтожении, который утверждает экспертная комиссия и руководитель).</a:t>
          </a:r>
        </a:p>
      </dgm:t>
    </dgm:pt>
    <dgm:pt modelId="{FA388545-4AE4-4BE5-98C7-51E98388E01F}" type="parTrans" cxnId="{2025F909-975D-4693-BFAA-1EA643C455F9}">
      <dgm:prSet/>
      <dgm:spPr/>
      <dgm:t>
        <a:bodyPr/>
        <a:lstStyle/>
        <a:p>
          <a:endParaRPr lang="ru-RU"/>
        </a:p>
      </dgm:t>
    </dgm:pt>
    <dgm:pt modelId="{79268184-D19D-4237-955C-536FFCB71F16}" type="sibTrans" cxnId="{2025F909-975D-4693-BFAA-1EA643C455F9}">
      <dgm:prSet/>
      <dgm:spPr/>
      <dgm:t>
        <a:bodyPr/>
        <a:lstStyle/>
        <a:p>
          <a:endParaRPr lang="ru-RU"/>
        </a:p>
      </dgm:t>
    </dgm:pt>
    <dgm:pt modelId="{124F7B3E-90DB-42C9-95C9-D96D06A1FE06}" type="pres">
      <dgm:prSet presAssocID="{7F036FE0-20CF-43EE-9A42-2AAAC3402D0D}" presName="outerComposite" presStyleCnt="0">
        <dgm:presLayoutVars>
          <dgm:chMax val="5"/>
          <dgm:dir/>
          <dgm:resizeHandles val="exact"/>
        </dgm:presLayoutVars>
      </dgm:prSet>
      <dgm:spPr/>
    </dgm:pt>
    <dgm:pt modelId="{B2182D95-2978-4870-B2C7-7A613359A9D9}" type="pres">
      <dgm:prSet presAssocID="{7F036FE0-20CF-43EE-9A42-2AAAC3402D0D}" presName="dummyMaxCanvas" presStyleCnt="0">
        <dgm:presLayoutVars/>
      </dgm:prSet>
      <dgm:spPr/>
    </dgm:pt>
    <dgm:pt modelId="{9EE50EB2-3DFD-45CA-BFD6-B8951EC0B63F}" type="pres">
      <dgm:prSet presAssocID="{7F036FE0-20CF-43EE-9A42-2AAAC3402D0D}" presName="FourNodes_1" presStyleLbl="node1" presStyleIdx="0" presStyleCnt="4">
        <dgm:presLayoutVars>
          <dgm:bulletEnabled val="1"/>
        </dgm:presLayoutVars>
      </dgm:prSet>
      <dgm:spPr/>
    </dgm:pt>
    <dgm:pt modelId="{4A71E088-D74E-43BE-BF50-B615EE496DC8}" type="pres">
      <dgm:prSet presAssocID="{7F036FE0-20CF-43EE-9A42-2AAAC3402D0D}" presName="FourNodes_2" presStyleLbl="node1" presStyleIdx="1" presStyleCnt="4">
        <dgm:presLayoutVars>
          <dgm:bulletEnabled val="1"/>
        </dgm:presLayoutVars>
      </dgm:prSet>
      <dgm:spPr/>
    </dgm:pt>
    <dgm:pt modelId="{7BC0BEC9-E859-4FD7-9A89-49BB1749A1D4}" type="pres">
      <dgm:prSet presAssocID="{7F036FE0-20CF-43EE-9A42-2AAAC3402D0D}" presName="FourNodes_3" presStyleLbl="node1" presStyleIdx="2" presStyleCnt="4">
        <dgm:presLayoutVars>
          <dgm:bulletEnabled val="1"/>
        </dgm:presLayoutVars>
      </dgm:prSet>
      <dgm:spPr/>
    </dgm:pt>
    <dgm:pt modelId="{3D62EAA3-AA44-493D-A2B3-0FA3240FADE8}" type="pres">
      <dgm:prSet presAssocID="{7F036FE0-20CF-43EE-9A42-2AAAC3402D0D}" presName="FourNodes_4" presStyleLbl="node1" presStyleIdx="3" presStyleCnt="4">
        <dgm:presLayoutVars>
          <dgm:bulletEnabled val="1"/>
        </dgm:presLayoutVars>
      </dgm:prSet>
      <dgm:spPr/>
    </dgm:pt>
    <dgm:pt modelId="{607C1A5E-6D49-469E-B24C-6276639739B0}" type="pres">
      <dgm:prSet presAssocID="{7F036FE0-20CF-43EE-9A42-2AAAC3402D0D}" presName="FourConn_1-2" presStyleLbl="fgAccFollowNode1" presStyleIdx="0" presStyleCnt="3">
        <dgm:presLayoutVars>
          <dgm:bulletEnabled val="1"/>
        </dgm:presLayoutVars>
      </dgm:prSet>
      <dgm:spPr/>
    </dgm:pt>
    <dgm:pt modelId="{03FBB93B-8AAD-40B4-89EB-6F3B59D26DF3}" type="pres">
      <dgm:prSet presAssocID="{7F036FE0-20CF-43EE-9A42-2AAAC3402D0D}" presName="FourConn_2-3" presStyleLbl="fgAccFollowNode1" presStyleIdx="1" presStyleCnt="3">
        <dgm:presLayoutVars>
          <dgm:bulletEnabled val="1"/>
        </dgm:presLayoutVars>
      </dgm:prSet>
      <dgm:spPr/>
    </dgm:pt>
    <dgm:pt modelId="{AB8B243B-72CA-45B7-BAEA-D2638C740244}" type="pres">
      <dgm:prSet presAssocID="{7F036FE0-20CF-43EE-9A42-2AAAC3402D0D}" presName="FourConn_3-4" presStyleLbl="fgAccFollowNode1" presStyleIdx="2" presStyleCnt="3">
        <dgm:presLayoutVars>
          <dgm:bulletEnabled val="1"/>
        </dgm:presLayoutVars>
      </dgm:prSet>
      <dgm:spPr/>
    </dgm:pt>
    <dgm:pt modelId="{6C9FA6EB-0D11-4BC8-9A9F-9FB0AB947202}" type="pres">
      <dgm:prSet presAssocID="{7F036FE0-20CF-43EE-9A42-2AAAC3402D0D}" presName="FourNodes_1_text" presStyleLbl="node1" presStyleIdx="3" presStyleCnt="4">
        <dgm:presLayoutVars>
          <dgm:bulletEnabled val="1"/>
        </dgm:presLayoutVars>
      </dgm:prSet>
      <dgm:spPr/>
    </dgm:pt>
    <dgm:pt modelId="{3F3F0670-F829-46EE-ADAF-8E5B27376B53}" type="pres">
      <dgm:prSet presAssocID="{7F036FE0-20CF-43EE-9A42-2AAAC3402D0D}" presName="FourNodes_2_text" presStyleLbl="node1" presStyleIdx="3" presStyleCnt="4">
        <dgm:presLayoutVars>
          <dgm:bulletEnabled val="1"/>
        </dgm:presLayoutVars>
      </dgm:prSet>
      <dgm:spPr/>
    </dgm:pt>
    <dgm:pt modelId="{9C012A77-7BEE-4D80-914A-2E8027103CD3}" type="pres">
      <dgm:prSet presAssocID="{7F036FE0-20CF-43EE-9A42-2AAAC3402D0D}" presName="FourNodes_3_text" presStyleLbl="node1" presStyleIdx="3" presStyleCnt="4">
        <dgm:presLayoutVars>
          <dgm:bulletEnabled val="1"/>
        </dgm:presLayoutVars>
      </dgm:prSet>
      <dgm:spPr/>
    </dgm:pt>
    <dgm:pt modelId="{EB7EDA40-C634-4BEA-94E4-671C4D7FC3A1}" type="pres">
      <dgm:prSet presAssocID="{7F036FE0-20CF-43EE-9A42-2AAAC3402D0D}" presName="FourNodes_4_text" presStyleLbl="node1" presStyleIdx="3" presStyleCnt="4">
        <dgm:presLayoutVars>
          <dgm:bulletEnabled val="1"/>
        </dgm:presLayoutVars>
      </dgm:prSet>
      <dgm:spPr/>
    </dgm:pt>
  </dgm:ptLst>
  <dgm:cxnLst>
    <dgm:cxn modelId="{2025F909-975D-4693-BFAA-1EA643C455F9}" srcId="{7F036FE0-20CF-43EE-9A42-2AAAC3402D0D}" destId="{DDD1A078-670A-405A-8ADC-B55CAEF92E1A}" srcOrd="3" destOrd="0" parTransId="{FA388545-4AE4-4BE5-98C7-51E98388E01F}" sibTransId="{79268184-D19D-4237-955C-536FFCB71F16}"/>
    <dgm:cxn modelId="{6EF7F50D-83B6-4CC0-8772-E1CD4649CC71}" type="presOf" srcId="{F69BBCE3-5E51-4048-B0B3-A94DB1AB9025}" destId="{4A71E088-D74E-43BE-BF50-B615EE496DC8}" srcOrd="0" destOrd="0" presId="urn:microsoft.com/office/officeart/2005/8/layout/vProcess5"/>
    <dgm:cxn modelId="{9189A90E-B121-4AF9-9285-45383C78F4CF}" type="presOf" srcId="{7F036FE0-20CF-43EE-9A42-2AAAC3402D0D}" destId="{124F7B3E-90DB-42C9-95C9-D96D06A1FE06}" srcOrd="0" destOrd="0" presId="urn:microsoft.com/office/officeart/2005/8/layout/vProcess5"/>
    <dgm:cxn modelId="{D442AD0E-68CB-4EAD-8483-34404BFF377E}" srcId="{7F036FE0-20CF-43EE-9A42-2AAAC3402D0D}" destId="{8BE4EA05-9096-473E-9207-9F6AA9618B2B}" srcOrd="0" destOrd="0" parTransId="{831D2317-6967-42E1-8CAB-47C8C7AD9B7E}" sibTransId="{AF61EE70-18E9-49AC-9DA7-5D78E0BB66E5}"/>
    <dgm:cxn modelId="{A9E07930-F6B6-4F6F-8DF2-54FA011A9769}" type="presOf" srcId="{DDD1A078-670A-405A-8ADC-B55CAEF92E1A}" destId="{EB7EDA40-C634-4BEA-94E4-671C4D7FC3A1}" srcOrd="1" destOrd="0" presId="urn:microsoft.com/office/officeart/2005/8/layout/vProcess5"/>
    <dgm:cxn modelId="{E0ECD063-7014-4EE9-83DD-83CC0B002105}" type="presOf" srcId="{AF61EE70-18E9-49AC-9DA7-5D78E0BB66E5}" destId="{607C1A5E-6D49-469E-B24C-6276639739B0}" srcOrd="0" destOrd="0" presId="urn:microsoft.com/office/officeart/2005/8/layout/vProcess5"/>
    <dgm:cxn modelId="{32514D69-2C1A-4643-BDD5-97729EF22FB9}" type="presOf" srcId="{DDD1A078-670A-405A-8ADC-B55CAEF92E1A}" destId="{3D62EAA3-AA44-493D-A2B3-0FA3240FADE8}" srcOrd="0" destOrd="0" presId="urn:microsoft.com/office/officeart/2005/8/layout/vProcess5"/>
    <dgm:cxn modelId="{3B0A1F51-96DB-4C01-8A9C-9AC4A29596D8}" type="presOf" srcId="{F69BBCE3-5E51-4048-B0B3-A94DB1AB9025}" destId="{3F3F0670-F829-46EE-ADAF-8E5B27376B53}" srcOrd="1" destOrd="0" presId="urn:microsoft.com/office/officeart/2005/8/layout/vProcess5"/>
    <dgm:cxn modelId="{F71F8F75-76B1-4DC6-BD12-03658326BC8A}" type="presOf" srcId="{BBE8B6EC-59DE-4A0E-B831-E136148C591D}" destId="{AB8B243B-72CA-45B7-BAEA-D2638C740244}" srcOrd="0" destOrd="0" presId="urn:microsoft.com/office/officeart/2005/8/layout/vProcess5"/>
    <dgm:cxn modelId="{B7BB2881-CABB-4845-8B70-60ED83A738B3}" type="presOf" srcId="{015CC1E9-0F70-42AE-B813-C116F39B062C}" destId="{7BC0BEC9-E859-4FD7-9A89-49BB1749A1D4}" srcOrd="0" destOrd="0" presId="urn:microsoft.com/office/officeart/2005/8/layout/vProcess5"/>
    <dgm:cxn modelId="{5EAC0B94-AB2C-4C49-A783-AF9CDBDDC0FB}" srcId="{7F036FE0-20CF-43EE-9A42-2AAAC3402D0D}" destId="{F69BBCE3-5E51-4048-B0B3-A94DB1AB9025}" srcOrd="1" destOrd="0" parTransId="{FA8B2477-C3A6-4EC2-B64D-BE22C4AF9598}" sibTransId="{B952EA72-5CFA-4DCA-B714-15EB5CE411E6}"/>
    <dgm:cxn modelId="{21F62E94-E016-43C7-8721-1BF0FA1274A4}" type="presOf" srcId="{8BE4EA05-9096-473E-9207-9F6AA9618B2B}" destId="{9EE50EB2-3DFD-45CA-BFD6-B8951EC0B63F}" srcOrd="0" destOrd="0" presId="urn:microsoft.com/office/officeart/2005/8/layout/vProcess5"/>
    <dgm:cxn modelId="{4780239F-198A-4B7C-8E4E-38327EDE1289}" type="presOf" srcId="{B952EA72-5CFA-4DCA-B714-15EB5CE411E6}" destId="{03FBB93B-8AAD-40B4-89EB-6F3B59D26DF3}" srcOrd="0" destOrd="0" presId="urn:microsoft.com/office/officeart/2005/8/layout/vProcess5"/>
    <dgm:cxn modelId="{9558CEAA-65B5-4813-8F02-8D2A5B140D05}" srcId="{7F036FE0-20CF-43EE-9A42-2AAAC3402D0D}" destId="{015CC1E9-0F70-42AE-B813-C116F39B062C}" srcOrd="2" destOrd="0" parTransId="{DAD38AF3-578C-4D63-BA5D-659C1767F9C4}" sibTransId="{BBE8B6EC-59DE-4A0E-B831-E136148C591D}"/>
    <dgm:cxn modelId="{2C8C36B7-D0F7-4A5B-A924-0AADF2B9444D}" type="presOf" srcId="{015CC1E9-0F70-42AE-B813-C116F39B062C}" destId="{9C012A77-7BEE-4D80-914A-2E8027103CD3}" srcOrd="1" destOrd="0" presId="urn:microsoft.com/office/officeart/2005/8/layout/vProcess5"/>
    <dgm:cxn modelId="{3EED61F6-6D75-4C7E-8899-FBF87D2F5C49}" type="presOf" srcId="{8BE4EA05-9096-473E-9207-9F6AA9618B2B}" destId="{6C9FA6EB-0D11-4BC8-9A9F-9FB0AB947202}" srcOrd="1" destOrd="0" presId="urn:microsoft.com/office/officeart/2005/8/layout/vProcess5"/>
    <dgm:cxn modelId="{20015299-4F59-4DB1-B766-417157BC7F11}" type="presParOf" srcId="{124F7B3E-90DB-42C9-95C9-D96D06A1FE06}" destId="{B2182D95-2978-4870-B2C7-7A613359A9D9}" srcOrd="0" destOrd="0" presId="urn:microsoft.com/office/officeart/2005/8/layout/vProcess5"/>
    <dgm:cxn modelId="{FCE8CF75-3C2B-4310-9F0A-BFDA38961747}" type="presParOf" srcId="{124F7B3E-90DB-42C9-95C9-D96D06A1FE06}" destId="{9EE50EB2-3DFD-45CA-BFD6-B8951EC0B63F}" srcOrd="1" destOrd="0" presId="urn:microsoft.com/office/officeart/2005/8/layout/vProcess5"/>
    <dgm:cxn modelId="{025D6796-CC84-40A9-A936-FBA5D802A213}" type="presParOf" srcId="{124F7B3E-90DB-42C9-95C9-D96D06A1FE06}" destId="{4A71E088-D74E-43BE-BF50-B615EE496DC8}" srcOrd="2" destOrd="0" presId="urn:microsoft.com/office/officeart/2005/8/layout/vProcess5"/>
    <dgm:cxn modelId="{D6A7EB55-7666-4FC6-8A85-DBDD7D6DB9DD}" type="presParOf" srcId="{124F7B3E-90DB-42C9-95C9-D96D06A1FE06}" destId="{7BC0BEC9-E859-4FD7-9A89-49BB1749A1D4}" srcOrd="3" destOrd="0" presId="urn:microsoft.com/office/officeart/2005/8/layout/vProcess5"/>
    <dgm:cxn modelId="{5C72C2C1-B524-4DA7-86EE-EBE476244EB6}" type="presParOf" srcId="{124F7B3E-90DB-42C9-95C9-D96D06A1FE06}" destId="{3D62EAA3-AA44-493D-A2B3-0FA3240FADE8}" srcOrd="4" destOrd="0" presId="urn:microsoft.com/office/officeart/2005/8/layout/vProcess5"/>
    <dgm:cxn modelId="{7EBC0640-CD85-46E0-A60C-B044253B556D}" type="presParOf" srcId="{124F7B3E-90DB-42C9-95C9-D96D06A1FE06}" destId="{607C1A5E-6D49-469E-B24C-6276639739B0}" srcOrd="5" destOrd="0" presId="urn:microsoft.com/office/officeart/2005/8/layout/vProcess5"/>
    <dgm:cxn modelId="{204B3389-6C42-4DD4-AA74-9B2544C133AA}" type="presParOf" srcId="{124F7B3E-90DB-42C9-95C9-D96D06A1FE06}" destId="{03FBB93B-8AAD-40B4-89EB-6F3B59D26DF3}" srcOrd="6" destOrd="0" presId="urn:microsoft.com/office/officeart/2005/8/layout/vProcess5"/>
    <dgm:cxn modelId="{DC5E1745-AA55-40F5-9BD0-6BD35A962AF0}" type="presParOf" srcId="{124F7B3E-90DB-42C9-95C9-D96D06A1FE06}" destId="{AB8B243B-72CA-45B7-BAEA-D2638C740244}" srcOrd="7" destOrd="0" presId="urn:microsoft.com/office/officeart/2005/8/layout/vProcess5"/>
    <dgm:cxn modelId="{49FA2D92-E7BA-4304-B241-07B37821C448}" type="presParOf" srcId="{124F7B3E-90DB-42C9-95C9-D96D06A1FE06}" destId="{6C9FA6EB-0D11-4BC8-9A9F-9FB0AB947202}" srcOrd="8" destOrd="0" presId="urn:microsoft.com/office/officeart/2005/8/layout/vProcess5"/>
    <dgm:cxn modelId="{961F52F0-E500-4E58-B54C-BA07FF4067DC}" type="presParOf" srcId="{124F7B3E-90DB-42C9-95C9-D96D06A1FE06}" destId="{3F3F0670-F829-46EE-ADAF-8E5B27376B53}" srcOrd="9" destOrd="0" presId="urn:microsoft.com/office/officeart/2005/8/layout/vProcess5"/>
    <dgm:cxn modelId="{74ACD120-2CFE-4A69-A3DB-A41F0A1380FC}" type="presParOf" srcId="{124F7B3E-90DB-42C9-95C9-D96D06A1FE06}" destId="{9C012A77-7BEE-4D80-914A-2E8027103CD3}" srcOrd="10" destOrd="0" presId="urn:microsoft.com/office/officeart/2005/8/layout/vProcess5"/>
    <dgm:cxn modelId="{E7315E00-2610-499C-87CB-167E81E095BD}" type="presParOf" srcId="{124F7B3E-90DB-42C9-95C9-D96D06A1FE06}" destId="{EB7EDA40-C634-4BEA-94E4-671C4D7FC3A1}"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C0AC248-B0C5-4546-96AB-D2089687A36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B715E6F8-7356-476D-A109-5840AE85CCDF}">
      <dgm:prSet custT="1"/>
      <dgm:spPr/>
      <dgm:t>
        <a:bodyPr/>
        <a:lstStyle/>
        <a:p>
          <a:r>
            <a:rPr lang="ru-RU" sz="2400" dirty="0"/>
            <a:t>К обращениям граждан относятся </a:t>
          </a:r>
          <a:r>
            <a:rPr lang="ru-RU" sz="2400" b="1" dirty="0"/>
            <a:t>предложения</a:t>
          </a:r>
          <a:r>
            <a:rPr lang="ru-RU" sz="2400" dirty="0"/>
            <a:t>, </a:t>
          </a:r>
          <a:r>
            <a:rPr lang="ru-RU" sz="2400" b="1" dirty="0"/>
            <a:t>заявления,</a:t>
          </a:r>
          <a:r>
            <a:rPr lang="ru-RU" sz="2400" dirty="0"/>
            <a:t> </a:t>
          </a:r>
          <a:r>
            <a:rPr lang="ru-RU" sz="2400" b="1" dirty="0"/>
            <a:t>жалобы и запросы информации</a:t>
          </a:r>
          <a:r>
            <a:rPr lang="ru-RU" sz="2400" dirty="0"/>
            <a:t>, направленные в государственные органы, органы местного самоуправления или должностным лицам в письменной форме (на бумаге), устной (на приёме, встрече) и в форме электронного документа.</a:t>
          </a:r>
        </a:p>
      </dgm:t>
    </dgm:pt>
    <dgm:pt modelId="{4A38842A-CD44-4210-A7CB-5FB07FC3A01B}" type="parTrans" cxnId="{5514D775-290B-4E00-8960-817840B24B43}">
      <dgm:prSet/>
      <dgm:spPr/>
      <dgm:t>
        <a:bodyPr/>
        <a:lstStyle/>
        <a:p>
          <a:endParaRPr lang="ru-RU"/>
        </a:p>
      </dgm:t>
    </dgm:pt>
    <dgm:pt modelId="{B98EBA72-FDA5-407B-89F7-1140076700F2}" type="sibTrans" cxnId="{5514D775-290B-4E00-8960-817840B24B43}">
      <dgm:prSet/>
      <dgm:spPr/>
      <dgm:t>
        <a:bodyPr/>
        <a:lstStyle/>
        <a:p>
          <a:endParaRPr lang="ru-RU"/>
        </a:p>
      </dgm:t>
    </dgm:pt>
    <dgm:pt modelId="{22DBF69A-856F-4A8B-8BCB-7D9749B56D69}" type="pres">
      <dgm:prSet presAssocID="{2C0AC248-B0C5-4546-96AB-D2089687A360}" presName="linear" presStyleCnt="0">
        <dgm:presLayoutVars>
          <dgm:animLvl val="lvl"/>
          <dgm:resizeHandles val="exact"/>
        </dgm:presLayoutVars>
      </dgm:prSet>
      <dgm:spPr/>
    </dgm:pt>
    <dgm:pt modelId="{18E33241-BE6B-4DE6-B958-DDCE46BC43E2}" type="pres">
      <dgm:prSet presAssocID="{B715E6F8-7356-476D-A109-5840AE85CCDF}" presName="parentText" presStyleLbl="node1" presStyleIdx="0" presStyleCnt="1">
        <dgm:presLayoutVars>
          <dgm:chMax val="0"/>
          <dgm:bulletEnabled val="1"/>
        </dgm:presLayoutVars>
      </dgm:prSet>
      <dgm:spPr/>
    </dgm:pt>
  </dgm:ptLst>
  <dgm:cxnLst>
    <dgm:cxn modelId="{02F97C14-4B55-412F-A143-04BC90CD2D20}" type="presOf" srcId="{2C0AC248-B0C5-4546-96AB-D2089687A360}" destId="{22DBF69A-856F-4A8B-8BCB-7D9749B56D69}" srcOrd="0" destOrd="0" presId="urn:microsoft.com/office/officeart/2005/8/layout/vList2"/>
    <dgm:cxn modelId="{3EAC9E43-097C-4640-9FDF-D4E66BDAFEB7}" type="presOf" srcId="{B715E6F8-7356-476D-A109-5840AE85CCDF}" destId="{18E33241-BE6B-4DE6-B958-DDCE46BC43E2}" srcOrd="0" destOrd="0" presId="urn:microsoft.com/office/officeart/2005/8/layout/vList2"/>
    <dgm:cxn modelId="{5514D775-290B-4E00-8960-817840B24B43}" srcId="{2C0AC248-B0C5-4546-96AB-D2089687A360}" destId="{B715E6F8-7356-476D-A109-5840AE85CCDF}" srcOrd="0" destOrd="0" parTransId="{4A38842A-CD44-4210-A7CB-5FB07FC3A01B}" sibTransId="{B98EBA72-FDA5-407B-89F7-1140076700F2}"/>
    <dgm:cxn modelId="{50FB6E28-02DD-4D7F-AAE6-D553D3FA33AD}" type="presParOf" srcId="{22DBF69A-856F-4A8B-8BCB-7D9749B56D69}" destId="{18E33241-BE6B-4DE6-B958-DDCE46BC43E2}"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B57083A-3F36-4716-AA9B-D1B1B200D8B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ru-RU"/>
        </a:p>
      </dgm:t>
    </dgm:pt>
    <dgm:pt modelId="{165FC2B5-87AF-4A9E-AD1A-D31A2DA23C0B}">
      <dgm:prSet/>
      <dgm:spPr/>
      <dgm:t>
        <a:bodyPr/>
        <a:lstStyle/>
        <a:p>
          <a:r>
            <a:rPr lang="ru-RU" b="1" dirty="0"/>
            <a:t>Сбор только необходимых данных</a:t>
          </a:r>
          <a:endParaRPr lang="ru-RU" dirty="0"/>
        </a:p>
      </dgm:t>
    </dgm:pt>
    <dgm:pt modelId="{EFD40CBF-2164-42F9-9B8F-3491083A867F}" type="parTrans" cxnId="{F2040974-5805-4FD3-9BC4-6165F5EC715A}">
      <dgm:prSet/>
      <dgm:spPr/>
      <dgm:t>
        <a:bodyPr/>
        <a:lstStyle/>
        <a:p>
          <a:endParaRPr lang="ru-RU"/>
        </a:p>
      </dgm:t>
    </dgm:pt>
    <dgm:pt modelId="{E88D58C8-670F-42D9-99D1-19F4961DEC4B}" type="sibTrans" cxnId="{F2040974-5805-4FD3-9BC4-6165F5EC715A}">
      <dgm:prSet/>
      <dgm:spPr/>
      <dgm:t>
        <a:bodyPr/>
        <a:lstStyle/>
        <a:p>
          <a:endParaRPr lang="ru-RU"/>
        </a:p>
      </dgm:t>
    </dgm:pt>
    <dgm:pt modelId="{8A194FBD-7619-49CA-9E41-2D19F6699E44}">
      <dgm:prSet/>
      <dgm:spPr/>
      <dgm:t>
        <a:bodyPr/>
        <a:lstStyle/>
        <a:p>
          <a:r>
            <a:rPr lang="ru-RU" b="1" dirty="0"/>
            <a:t>Согласие субъекта</a:t>
          </a:r>
          <a:r>
            <a:rPr lang="ru-RU" dirty="0"/>
            <a:t> </a:t>
          </a:r>
        </a:p>
      </dgm:t>
    </dgm:pt>
    <dgm:pt modelId="{345D2C6D-4B14-4508-A783-2F5DD81CB693}" type="parTrans" cxnId="{A3125C42-A192-4BE9-B9FB-F38E7E71FD88}">
      <dgm:prSet/>
      <dgm:spPr/>
      <dgm:t>
        <a:bodyPr/>
        <a:lstStyle/>
        <a:p>
          <a:endParaRPr lang="ru-RU"/>
        </a:p>
      </dgm:t>
    </dgm:pt>
    <dgm:pt modelId="{2F2F9BBA-05A9-4903-BB8C-625E7195E44C}" type="sibTrans" cxnId="{A3125C42-A192-4BE9-B9FB-F38E7E71FD88}">
      <dgm:prSet/>
      <dgm:spPr/>
      <dgm:t>
        <a:bodyPr/>
        <a:lstStyle/>
        <a:p>
          <a:endParaRPr lang="ru-RU"/>
        </a:p>
      </dgm:t>
    </dgm:pt>
    <dgm:pt modelId="{7BA0E409-539C-4F4F-919A-AEF6BDAC9D59}">
      <dgm:prSet/>
      <dgm:spPr/>
      <dgm:t>
        <a:bodyPr/>
        <a:lstStyle/>
        <a:p>
          <a:r>
            <a:rPr lang="ru-RU" b="1" dirty="0"/>
            <a:t>Конфиденциальность при отправке</a:t>
          </a:r>
          <a:endParaRPr lang="ru-RU" dirty="0"/>
        </a:p>
      </dgm:t>
    </dgm:pt>
    <dgm:pt modelId="{E87E029D-827F-457A-BBCB-3F29772F4551}" type="parTrans" cxnId="{2543C222-C0C3-4D30-9844-6F4537E72A8A}">
      <dgm:prSet/>
      <dgm:spPr/>
      <dgm:t>
        <a:bodyPr/>
        <a:lstStyle/>
        <a:p>
          <a:endParaRPr lang="ru-RU"/>
        </a:p>
      </dgm:t>
    </dgm:pt>
    <dgm:pt modelId="{997BC7EE-BDF1-46A2-800E-5008795AD8D2}" type="sibTrans" cxnId="{2543C222-C0C3-4D30-9844-6F4537E72A8A}">
      <dgm:prSet/>
      <dgm:spPr/>
      <dgm:t>
        <a:bodyPr/>
        <a:lstStyle/>
        <a:p>
          <a:endParaRPr lang="ru-RU"/>
        </a:p>
      </dgm:t>
    </dgm:pt>
    <dgm:pt modelId="{32D03171-81E7-44B7-AF95-1689E8DA2188}">
      <dgm:prSet/>
      <dgm:spPr/>
      <dgm:t>
        <a:bodyPr/>
        <a:lstStyle/>
        <a:p>
          <a:r>
            <a:rPr lang="ru-RU" b="1" dirty="0"/>
            <a:t>Обезличивание</a:t>
          </a:r>
          <a:r>
            <a:rPr lang="ru-RU" dirty="0"/>
            <a:t> </a:t>
          </a:r>
        </a:p>
      </dgm:t>
    </dgm:pt>
    <dgm:pt modelId="{0054DCCE-FFDA-48F7-8BD1-3672BE7B25DA}" type="parTrans" cxnId="{6DDEC66B-A3CF-41EB-A8D3-4A5C78CB89FE}">
      <dgm:prSet/>
      <dgm:spPr/>
      <dgm:t>
        <a:bodyPr/>
        <a:lstStyle/>
        <a:p>
          <a:endParaRPr lang="ru-RU"/>
        </a:p>
      </dgm:t>
    </dgm:pt>
    <dgm:pt modelId="{C273755E-1207-4C5E-A128-F444DECC482F}" type="sibTrans" cxnId="{6DDEC66B-A3CF-41EB-A8D3-4A5C78CB89FE}">
      <dgm:prSet/>
      <dgm:spPr/>
      <dgm:t>
        <a:bodyPr/>
        <a:lstStyle/>
        <a:p>
          <a:endParaRPr lang="ru-RU"/>
        </a:p>
      </dgm:t>
    </dgm:pt>
    <dgm:pt modelId="{DB7398D0-3580-4465-9EC1-447F500268AB}" type="pres">
      <dgm:prSet presAssocID="{8B57083A-3F36-4716-AA9B-D1B1B200D8BC}" presName="diagram" presStyleCnt="0">
        <dgm:presLayoutVars>
          <dgm:dir/>
          <dgm:resizeHandles val="exact"/>
        </dgm:presLayoutVars>
      </dgm:prSet>
      <dgm:spPr/>
    </dgm:pt>
    <dgm:pt modelId="{7F4266EA-501B-4947-8569-13FBE47A928B}" type="pres">
      <dgm:prSet presAssocID="{165FC2B5-87AF-4A9E-AD1A-D31A2DA23C0B}" presName="node" presStyleLbl="node1" presStyleIdx="0" presStyleCnt="4" custScaleY="68302">
        <dgm:presLayoutVars>
          <dgm:bulletEnabled val="1"/>
        </dgm:presLayoutVars>
      </dgm:prSet>
      <dgm:spPr/>
    </dgm:pt>
    <dgm:pt modelId="{D33B74A4-BB73-4889-BB62-56F1113EF4AC}" type="pres">
      <dgm:prSet presAssocID="{E88D58C8-670F-42D9-99D1-19F4961DEC4B}" presName="sibTrans" presStyleCnt="0"/>
      <dgm:spPr/>
    </dgm:pt>
    <dgm:pt modelId="{ED88F7DA-D697-4889-83BC-04CA74866A50}" type="pres">
      <dgm:prSet presAssocID="{8A194FBD-7619-49CA-9E41-2D19F6699E44}" presName="node" presStyleLbl="node1" presStyleIdx="1" presStyleCnt="4" custScaleY="68302">
        <dgm:presLayoutVars>
          <dgm:bulletEnabled val="1"/>
        </dgm:presLayoutVars>
      </dgm:prSet>
      <dgm:spPr/>
    </dgm:pt>
    <dgm:pt modelId="{5468DB09-CF78-4FF3-A4CD-2763B0872EF2}" type="pres">
      <dgm:prSet presAssocID="{2F2F9BBA-05A9-4903-BB8C-625E7195E44C}" presName="sibTrans" presStyleCnt="0"/>
      <dgm:spPr/>
    </dgm:pt>
    <dgm:pt modelId="{F2759B27-3711-4752-87B5-D687F2F4995D}" type="pres">
      <dgm:prSet presAssocID="{7BA0E409-539C-4F4F-919A-AEF6BDAC9D59}" presName="node" presStyleLbl="node1" presStyleIdx="2" presStyleCnt="4" custScaleY="68302">
        <dgm:presLayoutVars>
          <dgm:bulletEnabled val="1"/>
        </dgm:presLayoutVars>
      </dgm:prSet>
      <dgm:spPr/>
    </dgm:pt>
    <dgm:pt modelId="{020114AB-AE00-4D67-9B34-F6B80BB0ED35}" type="pres">
      <dgm:prSet presAssocID="{997BC7EE-BDF1-46A2-800E-5008795AD8D2}" presName="sibTrans" presStyleCnt="0"/>
      <dgm:spPr/>
    </dgm:pt>
    <dgm:pt modelId="{7A7496B6-F6D8-40F2-97BF-A364406CE5AF}" type="pres">
      <dgm:prSet presAssocID="{32D03171-81E7-44B7-AF95-1689E8DA2188}" presName="node" presStyleLbl="node1" presStyleIdx="3" presStyleCnt="4" custScaleY="68302">
        <dgm:presLayoutVars>
          <dgm:bulletEnabled val="1"/>
        </dgm:presLayoutVars>
      </dgm:prSet>
      <dgm:spPr/>
    </dgm:pt>
  </dgm:ptLst>
  <dgm:cxnLst>
    <dgm:cxn modelId="{6D616903-E75E-461A-AF9E-52B6D3E06F12}" type="presOf" srcId="{32D03171-81E7-44B7-AF95-1689E8DA2188}" destId="{7A7496B6-F6D8-40F2-97BF-A364406CE5AF}" srcOrd="0" destOrd="0" presId="urn:microsoft.com/office/officeart/2005/8/layout/default"/>
    <dgm:cxn modelId="{2543C222-C0C3-4D30-9844-6F4537E72A8A}" srcId="{8B57083A-3F36-4716-AA9B-D1B1B200D8BC}" destId="{7BA0E409-539C-4F4F-919A-AEF6BDAC9D59}" srcOrd="2" destOrd="0" parTransId="{E87E029D-827F-457A-BBCB-3F29772F4551}" sibTransId="{997BC7EE-BDF1-46A2-800E-5008795AD8D2}"/>
    <dgm:cxn modelId="{A3125C42-A192-4BE9-B9FB-F38E7E71FD88}" srcId="{8B57083A-3F36-4716-AA9B-D1B1B200D8BC}" destId="{8A194FBD-7619-49CA-9E41-2D19F6699E44}" srcOrd="1" destOrd="0" parTransId="{345D2C6D-4B14-4508-A783-2F5DD81CB693}" sibTransId="{2F2F9BBA-05A9-4903-BB8C-625E7195E44C}"/>
    <dgm:cxn modelId="{6DDEC66B-A3CF-41EB-A8D3-4A5C78CB89FE}" srcId="{8B57083A-3F36-4716-AA9B-D1B1B200D8BC}" destId="{32D03171-81E7-44B7-AF95-1689E8DA2188}" srcOrd="3" destOrd="0" parTransId="{0054DCCE-FFDA-48F7-8BD1-3672BE7B25DA}" sibTransId="{C273755E-1207-4C5E-A128-F444DECC482F}"/>
    <dgm:cxn modelId="{F22C0853-C9BF-44D9-9668-6030FF9B4FFC}" type="presOf" srcId="{165FC2B5-87AF-4A9E-AD1A-D31A2DA23C0B}" destId="{7F4266EA-501B-4947-8569-13FBE47A928B}" srcOrd="0" destOrd="0" presId="urn:microsoft.com/office/officeart/2005/8/layout/default"/>
    <dgm:cxn modelId="{F2040974-5805-4FD3-9BC4-6165F5EC715A}" srcId="{8B57083A-3F36-4716-AA9B-D1B1B200D8BC}" destId="{165FC2B5-87AF-4A9E-AD1A-D31A2DA23C0B}" srcOrd="0" destOrd="0" parTransId="{EFD40CBF-2164-42F9-9B8F-3491083A867F}" sibTransId="{E88D58C8-670F-42D9-99D1-19F4961DEC4B}"/>
    <dgm:cxn modelId="{866C1C7D-3359-4C75-948A-BC01B36DEB15}" type="presOf" srcId="{7BA0E409-539C-4F4F-919A-AEF6BDAC9D59}" destId="{F2759B27-3711-4752-87B5-D687F2F4995D}" srcOrd="0" destOrd="0" presId="urn:microsoft.com/office/officeart/2005/8/layout/default"/>
    <dgm:cxn modelId="{5E883CD6-7B09-4565-8FCB-EC3AD061A06C}" type="presOf" srcId="{8B57083A-3F36-4716-AA9B-D1B1B200D8BC}" destId="{DB7398D0-3580-4465-9EC1-447F500268AB}" srcOrd="0" destOrd="0" presId="urn:microsoft.com/office/officeart/2005/8/layout/default"/>
    <dgm:cxn modelId="{E30CCDF4-F245-4934-8D67-6A4EAB34C620}" type="presOf" srcId="{8A194FBD-7619-49CA-9E41-2D19F6699E44}" destId="{ED88F7DA-D697-4889-83BC-04CA74866A50}" srcOrd="0" destOrd="0" presId="urn:microsoft.com/office/officeart/2005/8/layout/default"/>
    <dgm:cxn modelId="{00D03F3E-3715-405C-8E6F-21347F287073}" type="presParOf" srcId="{DB7398D0-3580-4465-9EC1-447F500268AB}" destId="{7F4266EA-501B-4947-8569-13FBE47A928B}" srcOrd="0" destOrd="0" presId="urn:microsoft.com/office/officeart/2005/8/layout/default"/>
    <dgm:cxn modelId="{1717FB1F-E687-49C9-AC7F-6A45EDCA3737}" type="presParOf" srcId="{DB7398D0-3580-4465-9EC1-447F500268AB}" destId="{D33B74A4-BB73-4889-BB62-56F1113EF4AC}" srcOrd="1" destOrd="0" presId="urn:microsoft.com/office/officeart/2005/8/layout/default"/>
    <dgm:cxn modelId="{3A79DAD1-5B3E-49A1-8BB0-BBC85EB4D905}" type="presParOf" srcId="{DB7398D0-3580-4465-9EC1-447F500268AB}" destId="{ED88F7DA-D697-4889-83BC-04CA74866A50}" srcOrd="2" destOrd="0" presId="urn:microsoft.com/office/officeart/2005/8/layout/default"/>
    <dgm:cxn modelId="{7CD494A6-2D47-4A4D-BE8B-A7205B2C5AD1}" type="presParOf" srcId="{DB7398D0-3580-4465-9EC1-447F500268AB}" destId="{5468DB09-CF78-4FF3-A4CD-2763B0872EF2}" srcOrd="3" destOrd="0" presId="urn:microsoft.com/office/officeart/2005/8/layout/default"/>
    <dgm:cxn modelId="{27925853-5C26-419D-A96F-F583616EB592}" type="presParOf" srcId="{DB7398D0-3580-4465-9EC1-447F500268AB}" destId="{F2759B27-3711-4752-87B5-D687F2F4995D}" srcOrd="4" destOrd="0" presId="urn:microsoft.com/office/officeart/2005/8/layout/default"/>
    <dgm:cxn modelId="{AA6A8ACE-12F5-4422-BD3A-0767FAD4FF9C}" type="presParOf" srcId="{DB7398D0-3580-4465-9EC1-447F500268AB}" destId="{020114AB-AE00-4D67-9B34-F6B80BB0ED35}" srcOrd="5" destOrd="0" presId="urn:microsoft.com/office/officeart/2005/8/layout/default"/>
    <dgm:cxn modelId="{49A96C28-10D9-4697-8D61-85424A5DF596}" type="presParOf" srcId="{DB7398D0-3580-4465-9EC1-447F500268AB}" destId="{7A7496B6-F6D8-40F2-97BF-A364406CE5AF}"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CFF4DB3-199C-4B64-89BC-015DFAD39A0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ru-RU"/>
        </a:p>
      </dgm:t>
    </dgm:pt>
    <dgm:pt modelId="{5A7128B1-3A26-4D32-83C4-ED8C35DB08BD}">
      <dgm:prSet custT="1"/>
      <dgm:spPr/>
      <dgm:t>
        <a:bodyPr/>
        <a:lstStyle/>
        <a:p>
          <a:r>
            <a:rPr lang="ru-RU" sz="2400" dirty="0"/>
            <a:t>Федеральный закон от 27.07.2006 № 152-ФЗ «О персональных данных» определяет персональные данные как </a:t>
          </a:r>
          <a:r>
            <a:rPr lang="ru-RU" sz="2400" b="1" dirty="0"/>
            <a:t>любую информацию, относящуюся прямо или косвенно к определенному или определяемому физическому лицу </a:t>
          </a:r>
          <a:r>
            <a:rPr lang="ru-RU" sz="2400" dirty="0"/>
            <a:t>(субъекту персональных данных). </a:t>
          </a:r>
        </a:p>
      </dgm:t>
    </dgm:pt>
    <dgm:pt modelId="{81D01699-F91B-4BF2-BC32-D15DCB9BCDE9}" type="parTrans" cxnId="{B0FA82ED-13CF-40C3-805C-A87796446A75}">
      <dgm:prSet/>
      <dgm:spPr/>
      <dgm:t>
        <a:bodyPr/>
        <a:lstStyle/>
        <a:p>
          <a:endParaRPr lang="ru-RU"/>
        </a:p>
      </dgm:t>
    </dgm:pt>
    <dgm:pt modelId="{05453379-B884-4D79-96AC-744F94A3E674}" type="sibTrans" cxnId="{B0FA82ED-13CF-40C3-805C-A87796446A75}">
      <dgm:prSet/>
      <dgm:spPr/>
      <dgm:t>
        <a:bodyPr/>
        <a:lstStyle/>
        <a:p>
          <a:endParaRPr lang="ru-RU"/>
        </a:p>
      </dgm:t>
    </dgm:pt>
    <dgm:pt modelId="{1138C56E-C405-477C-86F4-9EDEEC20C30F}" type="pres">
      <dgm:prSet presAssocID="{CCFF4DB3-199C-4B64-89BC-015DFAD39A00}" presName="linear" presStyleCnt="0">
        <dgm:presLayoutVars>
          <dgm:animLvl val="lvl"/>
          <dgm:resizeHandles val="exact"/>
        </dgm:presLayoutVars>
      </dgm:prSet>
      <dgm:spPr/>
    </dgm:pt>
    <dgm:pt modelId="{863A2AD8-D6B4-48D6-96EA-E1D84248EB60}" type="pres">
      <dgm:prSet presAssocID="{5A7128B1-3A26-4D32-83C4-ED8C35DB08BD}" presName="parentText" presStyleLbl="node1" presStyleIdx="0" presStyleCnt="1">
        <dgm:presLayoutVars>
          <dgm:chMax val="0"/>
          <dgm:bulletEnabled val="1"/>
        </dgm:presLayoutVars>
      </dgm:prSet>
      <dgm:spPr/>
    </dgm:pt>
  </dgm:ptLst>
  <dgm:cxnLst>
    <dgm:cxn modelId="{60B4909B-6BC3-49C6-BAB5-4E301DEB6B1E}" type="presOf" srcId="{CCFF4DB3-199C-4B64-89BC-015DFAD39A00}" destId="{1138C56E-C405-477C-86F4-9EDEEC20C30F}" srcOrd="0" destOrd="0" presId="urn:microsoft.com/office/officeart/2005/8/layout/vList2"/>
    <dgm:cxn modelId="{013CB1BF-14FD-43B8-B7D6-57B18B965CB1}" type="presOf" srcId="{5A7128B1-3A26-4D32-83C4-ED8C35DB08BD}" destId="{863A2AD8-D6B4-48D6-96EA-E1D84248EB60}" srcOrd="0" destOrd="0" presId="urn:microsoft.com/office/officeart/2005/8/layout/vList2"/>
    <dgm:cxn modelId="{B0FA82ED-13CF-40C3-805C-A87796446A75}" srcId="{CCFF4DB3-199C-4B64-89BC-015DFAD39A00}" destId="{5A7128B1-3A26-4D32-83C4-ED8C35DB08BD}" srcOrd="0" destOrd="0" parTransId="{81D01699-F91B-4BF2-BC32-D15DCB9BCDE9}" sibTransId="{05453379-B884-4D79-96AC-744F94A3E674}"/>
    <dgm:cxn modelId="{7F05A1A3-2E7F-427F-B173-8394EEA21948}" type="presParOf" srcId="{1138C56E-C405-477C-86F4-9EDEEC20C30F}" destId="{863A2AD8-D6B4-48D6-96EA-E1D84248EB60}"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5FBCB877-CA1D-462E-9FC2-D8C9C0480949}"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ru-RU"/>
        </a:p>
      </dgm:t>
    </dgm:pt>
    <dgm:pt modelId="{1F8C27A9-D67C-4F3B-849A-47917EA7391B}">
      <dgm:prSet/>
      <dgm:spPr/>
      <dgm:t>
        <a:bodyPr/>
        <a:lstStyle/>
        <a:p>
          <a:r>
            <a:rPr lang="ru-RU" b="1" dirty="0"/>
            <a:t>«Особой важности»</a:t>
          </a:r>
          <a:r>
            <a:rPr lang="ru-RU" dirty="0"/>
            <a:t> </a:t>
          </a:r>
          <a:br>
            <a:rPr lang="ru-RU" dirty="0"/>
          </a:br>
          <a:r>
            <a:rPr lang="ru-RU" dirty="0"/>
            <a:t>высшая степень секретности. Присваивается сведениям, разглашение которых может нанести ущерб интересам Российской Федерации в целом (например, стратегическим интересам государства). </a:t>
          </a:r>
        </a:p>
      </dgm:t>
    </dgm:pt>
    <dgm:pt modelId="{FD7FAF6F-CE90-42AF-BC7C-C183B044D810}" type="parTrans" cxnId="{8289A2EA-B111-41DF-9164-C95B10116E86}">
      <dgm:prSet/>
      <dgm:spPr/>
      <dgm:t>
        <a:bodyPr/>
        <a:lstStyle/>
        <a:p>
          <a:endParaRPr lang="ru-RU"/>
        </a:p>
      </dgm:t>
    </dgm:pt>
    <dgm:pt modelId="{2706A82C-35BE-400E-AD43-475C395D21E0}" type="sibTrans" cxnId="{8289A2EA-B111-41DF-9164-C95B10116E86}">
      <dgm:prSet/>
      <dgm:spPr/>
      <dgm:t>
        <a:bodyPr/>
        <a:lstStyle/>
        <a:p>
          <a:endParaRPr lang="ru-RU"/>
        </a:p>
      </dgm:t>
    </dgm:pt>
    <dgm:pt modelId="{4FA374A0-4C5C-44E1-A6E6-CD2B173369F0}">
      <dgm:prSet/>
      <dgm:spPr/>
      <dgm:t>
        <a:bodyPr/>
        <a:lstStyle/>
        <a:p>
          <a:r>
            <a:rPr lang="ru-RU" b="1" dirty="0"/>
            <a:t>«Совершенно секретно»</a:t>
          </a:r>
          <a:r>
            <a:rPr lang="ru-RU" dirty="0"/>
            <a:t> </a:t>
          </a:r>
          <a:br>
            <a:rPr lang="ru-RU" dirty="0"/>
          </a:br>
          <a:r>
            <a:rPr lang="ru-RU" dirty="0"/>
            <a:t>средняя степень. Присваивается сведениям, разглашение которых может нанести ущерб интересам государственного органа или целой отрасли, сферы деятельности страны.</a:t>
          </a:r>
        </a:p>
      </dgm:t>
    </dgm:pt>
    <dgm:pt modelId="{05856236-372B-483E-A4C2-CD4011B16940}" type="parTrans" cxnId="{A7EB0C9B-85CD-4707-9088-4711188B728B}">
      <dgm:prSet/>
      <dgm:spPr/>
      <dgm:t>
        <a:bodyPr/>
        <a:lstStyle/>
        <a:p>
          <a:endParaRPr lang="ru-RU"/>
        </a:p>
      </dgm:t>
    </dgm:pt>
    <dgm:pt modelId="{BD6D164F-216D-4F70-877D-86A29C6FC2EC}" type="sibTrans" cxnId="{A7EB0C9B-85CD-4707-9088-4711188B728B}">
      <dgm:prSet/>
      <dgm:spPr/>
      <dgm:t>
        <a:bodyPr/>
        <a:lstStyle/>
        <a:p>
          <a:endParaRPr lang="ru-RU"/>
        </a:p>
      </dgm:t>
    </dgm:pt>
    <dgm:pt modelId="{44F4EFBA-3D8C-4987-827A-EDD5ABDF63CC}">
      <dgm:prSet/>
      <dgm:spPr/>
      <dgm:t>
        <a:bodyPr/>
        <a:lstStyle/>
        <a:p>
          <a:r>
            <a:rPr lang="ru-RU" b="1" dirty="0"/>
            <a:t>«Секретно»</a:t>
          </a:r>
          <a:br>
            <a:rPr lang="ru-RU" b="1" dirty="0"/>
          </a:br>
          <a:r>
            <a:rPr lang="ru-RU" dirty="0"/>
            <a:t>низшая из секретных категорий. Присваивается всем остальным сведениям, составляющим гостайну, разглашение которых может нанести ущерб конкретному предприятию, организации или учреждению в определенной области (военной, внешнеполитической, экономической и т.д.)</a:t>
          </a:r>
        </a:p>
      </dgm:t>
    </dgm:pt>
    <dgm:pt modelId="{1ED423FA-3A10-4C15-8FC2-04DFC7FED7B6}" type="parTrans" cxnId="{2B93CDA4-0948-4417-AF77-E9B7D1DCA9BB}">
      <dgm:prSet/>
      <dgm:spPr/>
      <dgm:t>
        <a:bodyPr/>
        <a:lstStyle/>
        <a:p>
          <a:endParaRPr lang="ru-RU"/>
        </a:p>
      </dgm:t>
    </dgm:pt>
    <dgm:pt modelId="{AA56011E-CAE4-46D7-96C7-CBF4AF8D20E0}" type="sibTrans" cxnId="{2B93CDA4-0948-4417-AF77-E9B7D1DCA9BB}">
      <dgm:prSet/>
      <dgm:spPr/>
      <dgm:t>
        <a:bodyPr/>
        <a:lstStyle/>
        <a:p>
          <a:endParaRPr lang="ru-RU"/>
        </a:p>
      </dgm:t>
    </dgm:pt>
    <dgm:pt modelId="{C0343271-015F-45E7-887E-8467FCC0EAF9}">
      <dgm:prSet/>
      <dgm:spPr/>
      <dgm:t>
        <a:bodyPr/>
        <a:lstStyle/>
        <a:p>
          <a:pPr>
            <a:buNone/>
          </a:pPr>
          <a:r>
            <a:rPr lang="ru-RU" b="1" i="0" dirty="0"/>
            <a:t>«Для служебного пользования» (ДСП)</a:t>
          </a:r>
          <a:r>
            <a:rPr lang="ru-RU" b="0" i="0" dirty="0"/>
            <a:t> </a:t>
          </a:r>
          <a:br>
            <a:rPr lang="ru-RU" b="0" i="0" dirty="0"/>
          </a:br>
          <a:r>
            <a:rPr lang="ru-RU" b="0" i="0" dirty="0"/>
            <a:t>такие документы содержат сведения ограниченного распространения, не относящиеся к государственной тайне, но доступ к которым ограничен по служебной необходимости или в соответствии с законами.</a:t>
          </a:r>
          <a:endParaRPr lang="ru-RU" dirty="0"/>
        </a:p>
      </dgm:t>
    </dgm:pt>
    <dgm:pt modelId="{1557E2D5-D3B2-4623-AF37-E9ED1D2EACC8}" type="parTrans" cxnId="{439FA21F-B0AC-4D07-890E-48FB3BEE0CD4}">
      <dgm:prSet/>
      <dgm:spPr/>
      <dgm:t>
        <a:bodyPr/>
        <a:lstStyle/>
        <a:p>
          <a:endParaRPr lang="ru-RU"/>
        </a:p>
      </dgm:t>
    </dgm:pt>
    <dgm:pt modelId="{6499E9E9-DD54-459C-85AD-69B96AD3D2F8}" type="sibTrans" cxnId="{439FA21F-B0AC-4D07-890E-48FB3BEE0CD4}">
      <dgm:prSet/>
      <dgm:spPr/>
      <dgm:t>
        <a:bodyPr/>
        <a:lstStyle/>
        <a:p>
          <a:endParaRPr lang="ru-RU"/>
        </a:p>
      </dgm:t>
    </dgm:pt>
    <dgm:pt modelId="{BFFBB08C-34B4-4A90-8894-A96C65074E58}" type="pres">
      <dgm:prSet presAssocID="{5FBCB877-CA1D-462E-9FC2-D8C9C0480949}" presName="diagram" presStyleCnt="0">
        <dgm:presLayoutVars>
          <dgm:dir/>
          <dgm:resizeHandles val="exact"/>
        </dgm:presLayoutVars>
      </dgm:prSet>
      <dgm:spPr/>
    </dgm:pt>
    <dgm:pt modelId="{5A3B807F-FF2E-4076-80CF-E38AC8D3F5C0}" type="pres">
      <dgm:prSet presAssocID="{1F8C27A9-D67C-4F3B-849A-47917EA7391B}" presName="node" presStyleLbl="node1" presStyleIdx="0" presStyleCnt="4" custScaleX="121000" custScaleY="285311">
        <dgm:presLayoutVars>
          <dgm:bulletEnabled val="1"/>
        </dgm:presLayoutVars>
      </dgm:prSet>
      <dgm:spPr/>
    </dgm:pt>
    <dgm:pt modelId="{52C0D845-50CD-4872-B268-1251FAD33D60}" type="pres">
      <dgm:prSet presAssocID="{2706A82C-35BE-400E-AD43-475C395D21E0}" presName="sibTrans" presStyleCnt="0"/>
      <dgm:spPr/>
    </dgm:pt>
    <dgm:pt modelId="{DFD73F8F-4228-47C2-8A90-D549EBB3B56D}" type="pres">
      <dgm:prSet presAssocID="{4FA374A0-4C5C-44E1-A6E6-CD2B173369F0}" presName="node" presStyleLbl="node1" presStyleIdx="1" presStyleCnt="4" custScaleX="121000" custScaleY="285311">
        <dgm:presLayoutVars>
          <dgm:bulletEnabled val="1"/>
        </dgm:presLayoutVars>
      </dgm:prSet>
      <dgm:spPr/>
    </dgm:pt>
    <dgm:pt modelId="{70AC4EF5-7E96-47D2-8B44-701C60BC835B}" type="pres">
      <dgm:prSet presAssocID="{BD6D164F-216D-4F70-877D-86A29C6FC2EC}" presName="sibTrans" presStyleCnt="0"/>
      <dgm:spPr/>
    </dgm:pt>
    <dgm:pt modelId="{25DA571F-CCE6-420B-BEFE-CEA4C8253219}" type="pres">
      <dgm:prSet presAssocID="{44F4EFBA-3D8C-4987-827A-EDD5ABDF63CC}" presName="node" presStyleLbl="node1" presStyleIdx="2" presStyleCnt="4" custScaleX="121000" custScaleY="285311">
        <dgm:presLayoutVars>
          <dgm:bulletEnabled val="1"/>
        </dgm:presLayoutVars>
      </dgm:prSet>
      <dgm:spPr/>
    </dgm:pt>
    <dgm:pt modelId="{6F1F9F4A-0D1A-483D-BB23-A9761026CFB0}" type="pres">
      <dgm:prSet presAssocID="{AA56011E-CAE4-46D7-96C7-CBF4AF8D20E0}" presName="sibTrans" presStyleCnt="0"/>
      <dgm:spPr/>
    </dgm:pt>
    <dgm:pt modelId="{52F3700B-5D96-4163-B39F-CD4304C6BBD3}" type="pres">
      <dgm:prSet presAssocID="{C0343271-015F-45E7-887E-8467FCC0EAF9}" presName="node" presStyleLbl="node1" presStyleIdx="3" presStyleCnt="4" custScaleX="121000" custScaleY="285501">
        <dgm:presLayoutVars>
          <dgm:bulletEnabled val="1"/>
        </dgm:presLayoutVars>
      </dgm:prSet>
      <dgm:spPr/>
    </dgm:pt>
  </dgm:ptLst>
  <dgm:cxnLst>
    <dgm:cxn modelId="{981AD110-94CE-4950-9BF7-2869A8EED611}" type="presOf" srcId="{44F4EFBA-3D8C-4987-827A-EDD5ABDF63CC}" destId="{25DA571F-CCE6-420B-BEFE-CEA4C8253219}" srcOrd="0" destOrd="0" presId="urn:microsoft.com/office/officeart/2005/8/layout/default"/>
    <dgm:cxn modelId="{439FA21F-B0AC-4D07-890E-48FB3BEE0CD4}" srcId="{5FBCB877-CA1D-462E-9FC2-D8C9C0480949}" destId="{C0343271-015F-45E7-887E-8467FCC0EAF9}" srcOrd="3" destOrd="0" parTransId="{1557E2D5-D3B2-4623-AF37-E9ED1D2EACC8}" sibTransId="{6499E9E9-DD54-459C-85AD-69B96AD3D2F8}"/>
    <dgm:cxn modelId="{B9E73348-AA18-46C7-8FF2-E106D7D15421}" type="presOf" srcId="{5FBCB877-CA1D-462E-9FC2-D8C9C0480949}" destId="{BFFBB08C-34B4-4A90-8894-A96C65074E58}" srcOrd="0" destOrd="0" presId="urn:microsoft.com/office/officeart/2005/8/layout/default"/>
    <dgm:cxn modelId="{A7EB0C9B-85CD-4707-9088-4711188B728B}" srcId="{5FBCB877-CA1D-462E-9FC2-D8C9C0480949}" destId="{4FA374A0-4C5C-44E1-A6E6-CD2B173369F0}" srcOrd="1" destOrd="0" parTransId="{05856236-372B-483E-A4C2-CD4011B16940}" sibTransId="{BD6D164F-216D-4F70-877D-86A29C6FC2EC}"/>
    <dgm:cxn modelId="{1731409F-D5C0-413D-A2F5-FF5A6F6D6624}" type="presOf" srcId="{1F8C27A9-D67C-4F3B-849A-47917EA7391B}" destId="{5A3B807F-FF2E-4076-80CF-E38AC8D3F5C0}" srcOrd="0" destOrd="0" presId="urn:microsoft.com/office/officeart/2005/8/layout/default"/>
    <dgm:cxn modelId="{2B93CDA4-0948-4417-AF77-E9B7D1DCA9BB}" srcId="{5FBCB877-CA1D-462E-9FC2-D8C9C0480949}" destId="{44F4EFBA-3D8C-4987-827A-EDD5ABDF63CC}" srcOrd="2" destOrd="0" parTransId="{1ED423FA-3A10-4C15-8FC2-04DFC7FED7B6}" sibTransId="{AA56011E-CAE4-46D7-96C7-CBF4AF8D20E0}"/>
    <dgm:cxn modelId="{0FDB16AD-9C10-43AF-A226-F88A6015E841}" type="presOf" srcId="{C0343271-015F-45E7-887E-8467FCC0EAF9}" destId="{52F3700B-5D96-4163-B39F-CD4304C6BBD3}" srcOrd="0" destOrd="0" presId="urn:microsoft.com/office/officeart/2005/8/layout/default"/>
    <dgm:cxn modelId="{C1AEF4AD-FD4F-40A2-86B8-AA9452A783A2}" type="presOf" srcId="{4FA374A0-4C5C-44E1-A6E6-CD2B173369F0}" destId="{DFD73F8F-4228-47C2-8A90-D549EBB3B56D}" srcOrd="0" destOrd="0" presId="urn:microsoft.com/office/officeart/2005/8/layout/default"/>
    <dgm:cxn modelId="{8289A2EA-B111-41DF-9164-C95B10116E86}" srcId="{5FBCB877-CA1D-462E-9FC2-D8C9C0480949}" destId="{1F8C27A9-D67C-4F3B-849A-47917EA7391B}" srcOrd="0" destOrd="0" parTransId="{FD7FAF6F-CE90-42AF-BC7C-C183B044D810}" sibTransId="{2706A82C-35BE-400E-AD43-475C395D21E0}"/>
    <dgm:cxn modelId="{61154162-6377-4981-93FD-8096E085F717}" type="presParOf" srcId="{BFFBB08C-34B4-4A90-8894-A96C65074E58}" destId="{5A3B807F-FF2E-4076-80CF-E38AC8D3F5C0}" srcOrd="0" destOrd="0" presId="urn:microsoft.com/office/officeart/2005/8/layout/default"/>
    <dgm:cxn modelId="{F5BA1F27-0C19-42BC-BE73-51D9925C2604}" type="presParOf" srcId="{BFFBB08C-34B4-4A90-8894-A96C65074E58}" destId="{52C0D845-50CD-4872-B268-1251FAD33D60}" srcOrd="1" destOrd="0" presId="urn:microsoft.com/office/officeart/2005/8/layout/default"/>
    <dgm:cxn modelId="{47994609-0169-40E3-8857-8E56E23E73E6}" type="presParOf" srcId="{BFFBB08C-34B4-4A90-8894-A96C65074E58}" destId="{DFD73F8F-4228-47C2-8A90-D549EBB3B56D}" srcOrd="2" destOrd="0" presId="urn:microsoft.com/office/officeart/2005/8/layout/default"/>
    <dgm:cxn modelId="{36E041C0-9562-4099-88D9-EC091C639C54}" type="presParOf" srcId="{BFFBB08C-34B4-4A90-8894-A96C65074E58}" destId="{70AC4EF5-7E96-47D2-8B44-701C60BC835B}" srcOrd="3" destOrd="0" presId="urn:microsoft.com/office/officeart/2005/8/layout/default"/>
    <dgm:cxn modelId="{845AC851-037E-41CC-BFAB-AA770D82EDFF}" type="presParOf" srcId="{BFFBB08C-34B4-4A90-8894-A96C65074E58}" destId="{25DA571F-CCE6-420B-BEFE-CEA4C8253219}" srcOrd="4" destOrd="0" presId="urn:microsoft.com/office/officeart/2005/8/layout/default"/>
    <dgm:cxn modelId="{A7E52314-A91D-4601-9300-6D5474D8F47C}" type="presParOf" srcId="{BFFBB08C-34B4-4A90-8894-A96C65074E58}" destId="{6F1F9F4A-0D1A-483D-BB23-A9761026CFB0}" srcOrd="5" destOrd="0" presId="urn:microsoft.com/office/officeart/2005/8/layout/default"/>
    <dgm:cxn modelId="{A0758FC4-1B42-42BE-A345-DA8A633CF287}" type="presParOf" srcId="{BFFBB08C-34B4-4A90-8894-A96C65074E58}" destId="{52F3700B-5D96-4163-B39F-CD4304C6BBD3}"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F0DEEBA9-A63B-4CA0-B134-EC77A7870A8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ru-RU"/>
        </a:p>
      </dgm:t>
    </dgm:pt>
    <dgm:pt modelId="{7DC1C45A-4505-441D-AF42-A708B7388168}">
      <dgm:prSet/>
      <dgm:spPr/>
      <dgm:t>
        <a:bodyPr/>
        <a:lstStyle/>
        <a:p>
          <a:r>
            <a:rPr lang="ru-RU" b="1" u="sng" dirty="0"/>
            <a:t>1-я форма допуска</a:t>
          </a:r>
          <a:br>
            <a:rPr lang="ru-RU" b="1" dirty="0"/>
          </a:br>
          <a:r>
            <a:rPr lang="ru-RU" dirty="0"/>
            <a:t>для работы со сведениями «особой важности» (включает право доступа и к совершенно секретным, и к секретным сведениям)</a:t>
          </a:r>
        </a:p>
      </dgm:t>
    </dgm:pt>
    <dgm:pt modelId="{23C50932-D153-404C-9AD5-04EE144A94AA}" type="parTrans" cxnId="{F688E1A5-4B2A-4C66-ACAE-68C729BCCE78}">
      <dgm:prSet/>
      <dgm:spPr/>
      <dgm:t>
        <a:bodyPr/>
        <a:lstStyle/>
        <a:p>
          <a:endParaRPr lang="ru-RU"/>
        </a:p>
      </dgm:t>
    </dgm:pt>
    <dgm:pt modelId="{E2C9701B-F350-4FB1-A755-90C61DFA1EF9}" type="sibTrans" cxnId="{F688E1A5-4B2A-4C66-ACAE-68C729BCCE78}">
      <dgm:prSet/>
      <dgm:spPr/>
      <dgm:t>
        <a:bodyPr/>
        <a:lstStyle/>
        <a:p>
          <a:endParaRPr lang="ru-RU"/>
        </a:p>
      </dgm:t>
    </dgm:pt>
    <dgm:pt modelId="{0CE4A0A6-43FA-4C4E-B341-24F2D45DE92C}">
      <dgm:prSet/>
      <dgm:spPr/>
      <dgm:t>
        <a:bodyPr/>
        <a:lstStyle/>
        <a:p>
          <a:r>
            <a:rPr lang="ru-RU" b="1" u="sng" dirty="0"/>
            <a:t>2-я форма допуска</a:t>
          </a:r>
          <a:r>
            <a:rPr lang="ru-RU" u="sng" dirty="0"/>
            <a:t> </a:t>
          </a:r>
          <a:br>
            <a:rPr lang="ru-RU" dirty="0"/>
          </a:br>
          <a:r>
            <a:rPr lang="ru-RU" dirty="0"/>
            <a:t>для работы со сведениями «совершенно секретно» (включает также «секретно», но не включает «особой важности»)</a:t>
          </a:r>
        </a:p>
      </dgm:t>
    </dgm:pt>
    <dgm:pt modelId="{DE06047A-6AAA-4098-B3CB-164265A5D90D}" type="parTrans" cxnId="{66BB4AD9-857D-42D2-95D2-881B56465B73}">
      <dgm:prSet/>
      <dgm:spPr/>
      <dgm:t>
        <a:bodyPr/>
        <a:lstStyle/>
        <a:p>
          <a:endParaRPr lang="ru-RU"/>
        </a:p>
      </dgm:t>
    </dgm:pt>
    <dgm:pt modelId="{84A8E69F-B33B-41C6-B6DF-2FFF06FAB735}" type="sibTrans" cxnId="{66BB4AD9-857D-42D2-95D2-881B56465B73}">
      <dgm:prSet/>
      <dgm:spPr/>
      <dgm:t>
        <a:bodyPr/>
        <a:lstStyle/>
        <a:p>
          <a:endParaRPr lang="ru-RU"/>
        </a:p>
      </dgm:t>
    </dgm:pt>
    <dgm:pt modelId="{9966DA89-03CA-410D-A888-6560B547E317}">
      <dgm:prSet/>
      <dgm:spPr/>
      <dgm:t>
        <a:bodyPr/>
        <a:lstStyle/>
        <a:p>
          <a:r>
            <a:rPr lang="ru-RU" b="1" u="sng" dirty="0"/>
            <a:t>3-я форма допуска</a:t>
          </a:r>
          <a:r>
            <a:rPr lang="ru-RU" u="sng" dirty="0"/>
            <a:t> </a:t>
          </a:r>
          <a:br>
            <a:rPr lang="ru-RU" dirty="0"/>
          </a:br>
          <a:r>
            <a:rPr lang="ru-RU" dirty="0"/>
            <a:t>для работы со сведениями «секретно»</a:t>
          </a:r>
        </a:p>
      </dgm:t>
    </dgm:pt>
    <dgm:pt modelId="{E6448CB2-8BDC-4507-90EA-CF97AD3CAF0E}" type="parTrans" cxnId="{2FDAD655-7BB1-4514-AF08-E234E3B72654}">
      <dgm:prSet/>
      <dgm:spPr/>
      <dgm:t>
        <a:bodyPr/>
        <a:lstStyle/>
        <a:p>
          <a:endParaRPr lang="ru-RU"/>
        </a:p>
      </dgm:t>
    </dgm:pt>
    <dgm:pt modelId="{EA1D3532-7117-4DAB-B1B0-D8C439EC9E09}" type="sibTrans" cxnId="{2FDAD655-7BB1-4514-AF08-E234E3B72654}">
      <dgm:prSet/>
      <dgm:spPr/>
      <dgm:t>
        <a:bodyPr/>
        <a:lstStyle/>
        <a:p>
          <a:endParaRPr lang="ru-RU"/>
        </a:p>
      </dgm:t>
    </dgm:pt>
    <dgm:pt modelId="{216DD224-3B23-41FA-A595-AEFF94A4F7B6}" type="pres">
      <dgm:prSet presAssocID="{F0DEEBA9-A63B-4CA0-B134-EC77A7870A8E}" presName="diagram" presStyleCnt="0">
        <dgm:presLayoutVars>
          <dgm:dir/>
          <dgm:resizeHandles val="exact"/>
        </dgm:presLayoutVars>
      </dgm:prSet>
      <dgm:spPr/>
    </dgm:pt>
    <dgm:pt modelId="{95FA9AE6-1361-4A4C-9677-E960A33C499F}" type="pres">
      <dgm:prSet presAssocID="{7DC1C45A-4505-441D-AF42-A708B7388168}" presName="node" presStyleLbl="node1" presStyleIdx="0" presStyleCnt="3">
        <dgm:presLayoutVars>
          <dgm:bulletEnabled val="1"/>
        </dgm:presLayoutVars>
      </dgm:prSet>
      <dgm:spPr/>
    </dgm:pt>
    <dgm:pt modelId="{815DAA49-377E-4A56-9763-1530F669CF6E}" type="pres">
      <dgm:prSet presAssocID="{E2C9701B-F350-4FB1-A755-90C61DFA1EF9}" presName="sibTrans" presStyleCnt="0"/>
      <dgm:spPr/>
    </dgm:pt>
    <dgm:pt modelId="{581FE9E1-2465-4C4B-9033-BDFDD4134A8E}" type="pres">
      <dgm:prSet presAssocID="{0CE4A0A6-43FA-4C4E-B341-24F2D45DE92C}" presName="node" presStyleLbl="node1" presStyleIdx="1" presStyleCnt="3">
        <dgm:presLayoutVars>
          <dgm:bulletEnabled val="1"/>
        </dgm:presLayoutVars>
      </dgm:prSet>
      <dgm:spPr/>
    </dgm:pt>
    <dgm:pt modelId="{7C1A9DDF-0213-42E6-B3D8-84A892597FAC}" type="pres">
      <dgm:prSet presAssocID="{84A8E69F-B33B-41C6-B6DF-2FFF06FAB735}" presName="sibTrans" presStyleCnt="0"/>
      <dgm:spPr/>
    </dgm:pt>
    <dgm:pt modelId="{5E77EDCC-C99F-499E-ACF2-BE3851672FA6}" type="pres">
      <dgm:prSet presAssocID="{9966DA89-03CA-410D-A888-6560B547E317}" presName="node" presStyleLbl="node1" presStyleIdx="2" presStyleCnt="3">
        <dgm:presLayoutVars>
          <dgm:bulletEnabled val="1"/>
        </dgm:presLayoutVars>
      </dgm:prSet>
      <dgm:spPr/>
    </dgm:pt>
  </dgm:ptLst>
  <dgm:cxnLst>
    <dgm:cxn modelId="{2FDAD655-7BB1-4514-AF08-E234E3B72654}" srcId="{F0DEEBA9-A63B-4CA0-B134-EC77A7870A8E}" destId="{9966DA89-03CA-410D-A888-6560B547E317}" srcOrd="2" destOrd="0" parTransId="{E6448CB2-8BDC-4507-90EA-CF97AD3CAF0E}" sibTransId="{EA1D3532-7117-4DAB-B1B0-D8C439EC9E09}"/>
    <dgm:cxn modelId="{F688E1A5-4B2A-4C66-ACAE-68C729BCCE78}" srcId="{F0DEEBA9-A63B-4CA0-B134-EC77A7870A8E}" destId="{7DC1C45A-4505-441D-AF42-A708B7388168}" srcOrd="0" destOrd="0" parTransId="{23C50932-D153-404C-9AD5-04EE144A94AA}" sibTransId="{E2C9701B-F350-4FB1-A755-90C61DFA1EF9}"/>
    <dgm:cxn modelId="{66BB4AD9-857D-42D2-95D2-881B56465B73}" srcId="{F0DEEBA9-A63B-4CA0-B134-EC77A7870A8E}" destId="{0CE4A0A6-43FA-4C4E-B341-24F2D45DE92C}" srcOrd="1" destOrd="0" parTransId="{DE06047A-6AAA-4098-B3CB-164265A5D90D}" sibTransId="{84A8E69F-B33B-41C6-B6DF-2FFF06FAB735}"/>
    <dgm:cxn modelId="{580AD0DF-3017-44DC-A13F-3B1B981E54C9}" type="presOf" srcId="{7DC1C45A-4505-441D-AF42-A708B7388168}" destId="{95FA9AE6-1361-4A4C-9677-E960A33C499F}" srcOrd="0" destOrd="0" presId="urn:microsoft.com/office/officeart/2005/8/layout/default"/>
    <dgm:cxn modelId="{FD0DC1E5-FAEF-4776-AFD6-59E90B5A2F22}" type="presOf" srcId="{0CE4A0A6-43FA-4C4E-B341-24F2D45DE92C}" destId="{581FE9E1-2465-4C4B-9033-BDFDD4134A8E}" srcOrd="0" destOrd="0" presId="urn:microsoft.com/office/officeart/2005/8/layout/default"/>
    <dgm:cxn modelId="{16AA87EA-0131-44EF-8D34-4EB9A84F3584}" type="presOf" srcId="{F0DEEBA9-A63B-4CA0-B134-EC77A7870A8E}" destId="{216DD224-3B23-41FA-A595-AEFF94A4F7B6}" srcOrd="0" destOrd="0" presId="urn:microsoft.com/office/officeart/2005/8/layout/default"/>
    <dgm:cxn modelId="{BBA788EE-3334-4F48-B797-E5E0B76EEDFA}" type="presOf" srcId="{9966DA89-03CA-410D-A888-6560B547E317}" destId="{5E77EDCC-C99F-499E-ACF2-BE3851672FA6}" srcOrd="0" destOrd="0" presId="urn:microsoft.com/office/officeart/2005/8/layout/default"/>
    <dgm:cxn modelId="{3295F1CD-B20D-4EEE-A55B-F11E0BCEDC4A}" type="presParOf" srcId="{216DD224-3B23-41FA-A595-AEFF94A4F7B6}" destId="{95FA9AE6-1361-4A4C-9677-E960A33C499F}" srcOrd="0" destOrd="0" presId="urn:microsoft.com/office/officeart/2005/8/layout/default"/>
    <dgm:cxn modelId="{1EABBF19-1BA2-4443-A6B1-44D15B7D432E}" type="presParOf" srcId="{216DD224-3B23-41FA-A595-AEFF94A4F7B6}" destId="{815DAA49-377E-4A56-9763-1530F669CF6E}" srcOrd="1" destOrd="0" presId="urn:microsoft.com/office/officeart/2005/8/layout/default"/>
    <dgm:cxn modelId="{3E871042-2F4A-4B4D-803C-48FE93A2B550}" type="presParOf" srcId="{216DD224-3B23-41FA-A595-AEFF94A4F7B6}" destId="{581FE9E1-2465-4C4B-9033-BDFDD4134A8E}" srcOrd="2" destOrd="0" presId="urn:microsoft.com/office/officeart/2005/8/layout/default"/>
    <dgm:cxn modelId="{99A5840C-FE53-40DB-BE45-5F176B741E0F}" type="presParOf" srcId="{216DD224-3B23-41FA-A595-AEFF94A4F7B6}" destId="{7C1A9DDF-0213-42E6-B3D8-84A892597FAC}" srcOrd="3" destOrd="0" presId="urn:microsoft.com/office/officeart/2005/8/layout/default"/>
    <dgm:cxn modelId="{B385FA1D-A6EE-4872-8748-5C7CA9911992}" type="presParOf" srcId="{216DD224-3B23-41FA-A595-AEFF94A4F7B6}" destId="{5E77EDCC-C99F-499E-ACF2-BE3851672FA6}"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CA0F36D-7464-442C-BA84-E3DA20C706FB}"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ru-RU"/>
        </a:p>
      </dgm:t>
    </dgm:pt>
    <dgm:pt modelId="{004A5910-735D-4770-A095-0D556BD81B06}">
      <dgm:prSet/>
      <dgm:spPr/>
      <dgm:t>
        <a:bodyPr/>
        <a:lstStyle/>
        <a:p>
          <a:r>
            <a:rPr lang="ru-RU"/>
            <a:t>1. </a:t>
          </a:r>
          <a:r>
            <a:rPr lang="ru-RU" b="1"/>
            <a:t>Такие сотрудники могут временно ограничиваться в праве выезда за границу</a:t>
          </a:r>
          <a:r>
            <a:rPr lang="ru-RU"/>
            <a:t>: обычно при наличии 1-й формы допуск к «особой важности» – запрет на выезд на 5 лет после последнего знакомства с ОВ документами (может продлеваться), при 2-й форме – запрет на 5 лет, при 3-й форме зачастую запрет не устанавливается либо короче. Эти ограничения устанавливаются ведомственными актами и должны сообщаться сотруднику при приеме на работу. </a:t>
          </a:r>
        </a:p>
      </dgm:t>
    </dgm:pt>
    <dgm:pt modelId="{39D92E25-19E8-4BDC-9367-FD16615D21D2}" type="parTrans" cxnId="{62718D0C-0A6A-48E6-920E-7C2FF8932A5E}">
      <dgm:prSet/>
      <dgm:spPr/>
      <dgm:t>
        <a:bodyPr/>
        <a:lstStyle/>
        <a:p>
          <a:endParaRPr lang="ru-RU"/>
        </a:p>
      </dgm:t>
    </dgm:pt>
    <dgm:pt modelId="{1BCE3386-57B3-4D43-AB8A-9C6CDAA296E8}" type="sibTrans" cxnId="{62718D0C-0A6A-48E6-920E-7C2FF8932A5E}">
      <dgm:prSet/>
      <dgm:spPr/>
      <dgm:t>
        <a:bodyPr/>
        <a:lstStyle/>
        <a:p>
          <a:endParaRPr lang="ru-RU"/>
        </a:p>
      </dgm:t>
    </dgm:pt>
    <dgm:pt modelId="{C1D4B91A-A6C9-4544-B9D9-9E15CE2C36C2}">
      <dgm:prSet/>
      <dgm:spPr/>
      <dgm:t>
        <a:bodyPr/>
        <a:lstStyle/>
        <a:p>
          <a:r>
            <a:rPr lang="ru-RU"/>
            <a:t>2. </a:t>
          </a:r>
          <a:r>
            <a:rPr lang="ru-RU" b="1"/>
            <a:t>Сотрудник должен соблюдать особые правила обращения с секретными изделиями</a:t>
          </a:r>
          <a:r>
            <a:rPr lang="ru-RU"/>
            <a:t>: работать только в специально оборудованных помещениях (секретных частях, режимно-секретных подразделениях – РСП), не делать лишних копий, не обсуждать секретные вопросы по незащищенной связи и т.д.</a:t>
          </a:r>
        </a:p>
      </dgm:t>
    </dgm:pt>
    <dgm:pt modelId="{73EA8568-83BE-4DB5-AEA4-39B5960021CE}" type="parTrans" cxnId="{55ACA1E6-E117-4E88-9D96-A37BA1F6AF40}">
      <dgm:prSet/>
      <dgm:spPr/>
      <dgm:t>
        <a:bodyPr/>
        <a:lstStyle/>
        <a:p>
          <a:endParaRPr lang="ru-RU"/>
        </a:p>
      </dgm:t>
    </dgm:pt>
    <dgm:pt modelId="{C533175D-7A3C-4791-9BE3-1935A372D541}" type="sibTrans" cxnId="{55ACA1E6-E117-4E88-9D96-A37BA1F6AF40}">
      <dgm:prSet/>
      <dgm:spPr/>
      <dgm:t>
        <a:bodyPr/>
        <a:lstStyle/>
        <a:p>
          <a:endParaRPr lang="ru-RU"/>
        </a:p>
      </dgm:t>
    </dgm:pt>
    <dgm:pt modelId="{E318F181-D0E2-49B4-9706-C66BDB8DE03F}">
      <dgm:prSet/>
      <dgm:spPr/>
      <dgm:t>
        <a:bodyPr/>
        <a:lstStyle/>
        <a:p>
          <a:r>
            <a:rPr lang="ru-RU"/>
            <a:t>3. За </a:t>
          </a:r>
          <a:r>
            <a:rPr lang="ru-RU" b="1"/>
            <a:t>разглашение государственной тайны</a:t>
          </a:r>
          <a:r>
            <a:rPr lang="ru-RU"/>
            <a:t> (ст. 283 УК РФ) предусмотрено наказание вплоть до лишения свободы на срок до 4 лет, а если повлекло тяжкие последствия – до 7 лет. Даже </a:t>
          </a:r>
          <a:r>
            <a:rPr lang="ru-RU" b="1"/>
            <a:t>непреднамеренное</a:t>
          </a:r>
          <a:r>
            <a:rPr lang="ru-RU"/>
            <a:t> разглашение (например, потеря секретного документа, разговор по незасекреченному телефону) может привести к уголовному делу. </a:t>
          </a:r>
        </a:p>
      </dgm:t>
    </dgm:pt>
    <dgm:pt modelId="{22A7DA98-32D2-4D98-B31F-556169AB7A8F}" type="parTrans" cxnId="{F172714E-9DDF-4A74-87E0-CC227D65D259}">
      <dgm:prSet/>
      <dgm:spPr/>
      <dgm:t>
        <a:bodyPr/>
        <a:lstStyle/>
        <a:p>
          <a:endParaRPr lang="ru-RU"/>
        </a:p>
      </dgm:t>
    </dgm:pt>
    <dgm:pt modelId="{5CC5CBF9-9067-4418-898D-69D714868703}" type="sibTrans" cxnId="{F172714E-9DDF-4A74-87E0-CC227D65D259}">
      <dgm:prSet/>
      <dgm:spPr/>
      <dgm:t>
        <a:bodyPr/>
        <a:lstStyle/>
        <a:p>
          <a:endParaRPr lang="ru-RU"/>
        </a:p>
      </dgm:t>
    </dgm:pt>
    <dgm:pt modelId="{889D9527-E4DA-4EEF-A343-E4877AE8DBF5}" type="pres">
      <dgm:prSet presAssocID="{ECA0F36D-7464-442C-BA84-E3DA20C706FB}" presName="linear" presStyleCnt="0">
        <dgm:presLayoutVars>
          <dgm:animLvl val="lvl"/>
          <dgm:resizeHandles val="exact"/>
        </dgm:presLayoutVars>
      </dgm:prSet>
      <dgm:spPr/>
    </dgm:pt>
    <dgm:pt modelId="{2143507C-D471-4613-8171-971BAAECEB82}" type="pres">
      <dgm:prSet presAssocID="{004A5910-735D-4770-A095-0D556BD81B06}" presName="parentText" presStyleLbl="node1" presStyleIdx="0" presStyleCnt="3">
        <dgm:presLayoutVars>
          <dgm:chMax val="0"/>
          <dgm:bulletEnabled val="1"/>
        </dgm:presLayoutVars>
      </dgm:prSet>
      <dgm:spPr/>
    </dgm:pt>
    <dgm:pt modelId="{B815A88C-5F19-45B0-BA46-B5C65FAC9F8E}" type="pres">
      <dgm:prSet presAssocID="{1BCE3386-57B3-4D43-AB8A-9C6CDAA296E8}" presName="spacer" presStyleCnt="0"/>
      <dgm:spPr/>
    </dgm:pt>
    <dgm:pt modelId="{B9A0463D-493F-4C2A-A373-1A755B967702}" type="pres">
      <dgm:prSet presAssocID="{C1D4B91A-A6C9-4544-B9D9-9E15CE2C36C2}" presName="parentText" presStyleLbl="node1" presStyleIdx="1" presStyleCnt="3" custScaleY="90910">
        <dgm:presLayoutVars>
          <dgm:chMax val="0"/>
          <dgm:bulletEnabled val="1"/>
        </dgm:presLayoutVars>
      </dgm:prSet>
      <dgm:spPr/>
    </dgm:pt>
    <dgm:pt modelId="{3B8005F6-7406-4132-8B6A-5ABBB97D2F63}" type="pres">
      <dgm:prSet presAssocID="{C533175D-7A3C-4791-9BE3-1935A372D541}" presName="spacer" presStyleCnt="0"/>
      <dgm:spPr/>
    </dgm:pt>
    <dgm:pt modelId="{244CC2C4-8C94-4CD9-9193-CE4C2107A553}" type="pres">
      <dgm:prSet presAssocID="{E318F181-D0E2-49B4-9706-C66BDB8DE03F}" presName="parentText" presStyleLbl="node1" presStyleIdx="2" presStyleCnt="3" custScaleY="90910">
        <dgm:presLayoutVars>
          <dgm:chMax val="0"/>
          <dgm:bulletEnabled val="1"/>
        </dgm:presLayoutVars>
      </dgm:prSet>
      <dgm:spPr/>
    </dgm:pt>
  </dgm:ptLst>
  <dgm:cxnLst>
    <dgm:cxn modelId="{62718D0C-0A6A-48E6-920E-7C2FF8932A5E}" srcId="{ECA0F36D-7464-442C-BA84-E3DA20C706FB}" destId="{004A5910-735D-4770-A095-0D556BD81B06}" srcOrd="0" destOrd="0" parTransId="{39D92E25-19E8-4BDC-9367-FD16615D21D2}" sibTransId="{1BCE3386-57B3-4D43-AB8A-9C6CDAA296E8}"/>
    <dgm:cxn modelId="{96DF2714-E385-49A9-8E86-0926A37C6E75}" type="presOf" srcId="{ECA0F36D-7464-442C-BA84-E3DA20C706FB}" destId="{889D9527-E4DA-4EEF-A343-E4877AE8DBF5}" srcOrd="0" destOrd="0" presId="urn:microsoft.com/office/officeart/2005/8/layout/vList2"/>
    <dgm:cxn modelId="{7819555D-C595-4020-BE67-4C70B6C69149}" type="presOf" srcId="{E318F181-D0E2-49B4-9706-C66BDB8DE03F}" destId="{244CC2C4-8C94-4CD9-9193-CE4C2107A553}" srcOrd="0" destOrd="0" presId="urn:microsoft.com/office/officeart/2005/8/layout/vList2"/>
    <dgm:cxn modelId="{F172714E-9DDF-4A74-87E0-CC227D65D259}" srcId="{ECA0F36D-7464-442C-BA84-E3DA20C706FB}" destId="{E318F181-D0E2-49B4-9706-C66BDB8DE03F}" srcOrd="2" destOrd="0" parTransId="{22A7DA98-32D2-4D98-B31F-556169AB7A8F}" sibTransId="{5CC5CBF9-9067-4418-898D-69D714868703}"/>
    <dgm:cxn modelId="{323B5D54-B24C-422C-8BB2-C5360B9191C9}" type="presOf" srcId="{C1D4B91A-A6C9-4544-B9D9-9E15CE2C36C2}" destId="{B9A0463D-493F-4C2A-A373-1A755B967702}" srcOrd="0" destOrd="0" presId="urn:microsoft.com/office/officeart/2005/8/layout/vList2"/>
    <dgm:cxn modelId="{70D1A5D4-3101-4877-847A-E3138F6CE977}" type="presOf" srcId="{004A5910-735D-4770-A095-0D556BD81B06}" destId="{2143507C-D471-4613-8171-971BAAECEB82}" srcOrd="0" destOrd="0" presId="urn:microsoft.com/office/officeart/2005/8/layout/vList2"/>
    <dgm:cxn modelId="{55ACA1E6-E117-4E88-9D96-A37BA1F6AF40}" srcId="{ECA0F36D-7464-442C-BA84-E3DA20C706FB}" destId="{C1D4B91A-A6C9-4544-B9D9-9E15CE2C36C2}" srcOrd="1" destOrd="0" parTransId="{73EA8568-83BE-4DB5-AEA4-39B5960021CE}" sibTransId="{C533175D-7A3C-4791-9BE3-1935A372D541}"/>
    <dgm:cxn modelId="{A9FC2AEF-1890-41F1-B673-9FDFD7897C89}" type="presParOf" srcId="{889D9527-E4DA-4EEF-A343-E4877AE8DBF5}" destId="{2143507C-D471-4613-8171-971BAAECEB82}" srcOrd="0" destOrd="0" presId="urn:microsoft.com/office/officeart/2005/8/layout/vList2"/>
    <dgm:cxn modelId="{D8E0AE70-BCF3-42A2-A6B4-2C56F3088A73}" type="presParOf" srcId="{889D9527-E4DA-4EEF-A343-E4877AE8DBF5}" destId="{B815A88C-5F19-45B0-BA46-B5C65FAC9F8E}" srcOrd="1" destOrd="0" presId="urn:microsoft.com/office/officeart/2005/8/layout/vList2"/>
    <dgm:cxn modelId="{1E345B16-E314-4B98-A48C-934E56A3A3A9}" type="presParOf" srcId="{889D9527-E4DA-4EEF-A343-E4877AE8DBF5}" destId="{B9A0463D-493F-4C2A-A373-1A755B967702}" srcOrd="2" destOrd="0" presId="urn:microsoft.com/office/officeart/2005/8/layout/vList2"/>
    <dgm:cxn modelId="{0CB53448-402D-4E38-AB40-CFFF09CCB28C}" type="presParOf" srcId="{889D9527-E4DA-4EEF-A343-E4877AE8DBF5}" destId="{3B8005F6-7406-4132-8B6A-5ABBB97D2F63}" srcOrd="3" destOrd="0" presId="urn:microsoft.com/office/officeart/2005/8/layout/vList2"/>
    <dgm:cxn modelId="{D629BE82-AA30-465C-802F-346ABB3692D6}" type="presParOf" srcId="{889D9527-E4DA-4EEF-A343-E4877AE8DBF5}" destId="{244CC2C4-8C94-4CD9-9193-CE4C2107A55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0760EF5-026F-4361-8926-679095938288}"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ru-RU"/>
        </a:p>
      </dgm:t>
    </dgm:pt>
    <dgm:pt modelId="{B12A97E3-4C25-4C83-A72D-E5E96EADD6E7}">
      <dgm:prSet/>
      <dgm:spPr/>
      <dgm:t>
        <a:bodyPr/>
        <a:lstStyle/>
        <a:p>
          <a:r>
            <a:rPr lang="ru-RU" b="1"/>
            <a:t>Регистрация документов</a:t>
          </a:r>
          <a:r>
            <a:rPr lang="ru-RU"/>
            <a:t> </a:t>
          </a:r>
        </a:p>
      </dgm:t>
    </dgm:pt>
    <dgm:pt modelId="{7593543C-BCFE-4828-A23E-C269F5F5B334}" type="parTrans" cxnId="{9CFE1624-7277-4B67-9965-097DC4910D75}">
      <dgm:prSet/>
      <dgm:spPr/>
      <dgm:t>
        <a:bodyPr/>
        <a:lstStyle/>
        <a:p>
          <a:endParaRPr lang="ru-RU"/>
        </a:p>
      </dgm:t>
    </dgm:pt>
    <dgm:pt modelId="{8987A836-C16D-41DB-88CD-BBA6458ACBDB}" type="sibTrans" cxnId="{9CFE1624-7277-4B67-9965-097DC4910D75}">
      <dgm:prSet/>
      <dgm:spPr/>
      <dgm:t>
        <a:bodyPr/>
        <a:lstStyle/>
        <a:p>
          <a:endParaRPr lang="ru-RU"/>
        </a:p>
      </dgm:t>
    </dgm:pt>
    <dgm:pt modelId="{A48F23A5-F7C5-42E5-8675-BD85B8FE47DC}">
      <dgm:prSet/>
      <dgm:spPr/>
      <dgm:t>
        <a:bodyPr/>
        <a:lstStyle/>
        <a:p>
          <a:r>
            <a:rPr lang="ru-RU" b="1"/>
            <a:t>Резолюции и поручения</a:t>
          </a:r>
          <a:r>
            <a:rPr lang="ru-RU"/>
            <a:t> </a:t>
          </a:r>
        </a:p>
      </dgm:t>
    </dgm:pt>
    <dgm:pt modelId="{74F6FCE2-7254-4B61-A863-DF6F6601F1CE}" type="parTrans" cxnId="{75537F6E-788E-4283-936B-A8317FB6FDB2}">
      <dgm:prSet/>
      <dgm:spPr/>
      <dgm:t>
        <a:bodyPr/>
        <a:lstStyle/>
        <a:p>
          <a:endParaRPr lang="ru-RU"/>
        </a:p>
      </dgm:t>
    </dgm:pt>
    <dgm:pt modelId="{18173767-5BBE-4742-A527-973DCF047E28}" type="sibTrans" cxnId="{75537F6E-788E-4283-936B-A8317FB6FDB2}">
      <dgm:prSet/>
      <dgm:spPr/>
      <dgm:t>
        <a:bodyPr/>
        <a:lstStyle/>
        <a:p>
          <a:endParaRPr lang="ru-RU"/>
        </a:p>
      </dgm:t>
    </dgm:pt>
    <dgm:pt modelId="{3C219BF2-67D5-42C0-9834-B8067EA7C3BB}">
      <dgm:prSet/>
      <dgm:spPr/>
      <dgm:t>
        <a:bodyPr/>
        <a:lstStyle/>
        <a:p>
          <a:r>
            <a:rPr lang="ru-RU" b="1"/>
            <a:t>Согласование проектов</a:t>
          </a:r>
          <a:r>
            <a:rPr lang="ru-RU"/>
            <a:t> </a:t>
          </a:r>
        </a:p>
      </dgm:t>
    </dgm:pt>
    <dgm:pt modelId="{9812EDCA-F365-40A7-937D-5EE2D90066CE}" type="parTrans" cxnId="{35F8CAAE-2BDD-475E-8C8E-D6020FFA539C}">
      <dgm:prSet/>
      <dgm:spPr/>
      <dgm:t>
        <a:bodyPr/>
        <a:lstStyle/>
        <a:p>
          <a:endParaRPr lang="ru-RU"/>
        </a:p>
      </dgm:t>
    </dgm:pt>
    <dgm:pt modelId="{47E05DDA-DD9C-4462-B5E6-61CB8AE6514A}" type="sibTrans" cxnId="{35F8CAAE-2BDD-475E-8C8E-D6020FFA539C}">
      <dgm:prSet/>
      <dgm:spPr/>
      <dgm:t>
        <a:bodyPr/>
        <a:lstStyle/>
        <a:p>
          <a:endParaRPr lang="ru-RU"/>
        </a:p>
      </dgm:t>
    </dgm:pt>
    <dgm:pt modelId="{E4E8908E-B988-4198-B003-ED6F436ECEDE}">
      <dgm:prSet/>
      <dgm:spPr/>
      <dgm:t>
        <a:bodyPr/>
        <a:lstStyle/>
        <a:p>
          <a:r>
            <a:rPr lang="ru-RU" b="1"/>
            <a:t>Подписание</a:t>
          </a:r>
          <a:endParaRPr lang="ru-RU"/>
        </a:p>
      </dgm:t>
    </dgm:pt>
    <dgm:pt modelId="{7F9DB725-18F1-4FB8-BDC4-6CDF733A778E}" type="parTrans" cxnId="{D406626E-14FF-49BF-9E93-7C1E15928CA5}">
      <dgm:prSet/>
      <dgm:spPr/>
      <dgm:t>
        <a:bodyPr/>
        <a:lstStyle/>
        <a:p>
          <a:endParaRPr lang="ru-RU"/>
        </a:p>
      </dgm:t>
    </dgm:pt>
    <dgm:pt modelId="{A55F5F7C-A161-411A-8C43-FBA58FC598BA}" type="sibTrans" cxnId="{D406626E-14FF-49BF-9E93-7C1E15928CA5}">
      <dgm:prSet/>
      <dgm:spPr/>
      <dgm:t>
        <a:bodyPr/>
        <a:lstStyle/>
        <a:p>
          <a:endParaRPr lang="ru-RU"/>
        </a:p>
      </dgm:t>
    </dgm:pt>
    <dgm:pt modelId="{1A3B0341-53AD-449B-BFA9-AA23C8DFB483}">
      <dgm:prSet/>
      <dgm:spPr/>
      <dgm:t>
        <a:bodyPr/>
        <a:lstStyle/>
        <a:p>
          <a:r>
            <a:rPr lang="ru-RU" b="1"/>
            <a:t>Отправка адресату</a:t>
          </a:r>
          <a:r>
            <a:rPr lang="ru-RU"/>
            <a:t> </a:t>
          </a:r>
        </a:p>
      </dgm:t>
    </dgm:pt>
    <dgm:pt modelId="{71025363-55F6-478D-8EC8-9B843F1C153C}" type="parTrans" cxnId="{142FE795-40C0-438B-814B-D5538A70D70E}">
      <dgm:prSet/>
      <dgm:spPr/>
      <dgm:t>
        <a:bodyPr/>
        <a:lstStyle/>
        <a:p>
          <a:endParaRPr lang="ru-RU"/>
        </a:p>
      </dgm:t>
    </dgm:pt>
    <dgm:pt modelId="{278E715D-DCA2-480E-AC8E-351E78012B47}" type="sibTrans" cxnId="{142FE795-40C0-438B-814B-D5538A70D70E}">
      <dgm:prSet/>
      <dgm:spPr/>
      <dgm:t>
        <a:bodyPr/>
        <a:lstStyle/>
        <a:p>
          <a:endParaRPr lang="ru-RU"/>
        </a:p>
      </dgm:t>
    </dgm:pt>
    <dgm:pt modelId="{ED698B9C-5629-48BD-A694-A5E86116C681}">
      <dgm:prSet/>
      <dgm:spPr/>
      <dgm:t>
        <a:bodyPr/>
        <a:lstStyle/>
        <a:p>
          <a:r>
            <a:rPr lang="ru-RU" b="1"/>
            <a:t>Хранение и поиск</a:t>
          </a:r>
          <a:r>
            <a:rPr lang="ru-RU"/>
            <a:t> </a:t>
          </a:r>
        </a:p>
      </dgm:t>
    </dgm:pt>
    <dgm:pt modelId="{82D09A35-04A4-4372-9A3D-702B275BD87C}" type="parTrans" cxnId="{9796A57B-9FF4-4629-953D-12FFCC0087C0}">
      <dgm:prSet/>
      <dgm:spPr/>
      <dgm:t>
        <a:bodyPr/>
        <a:lstStyle/>
        <a:p>
          <a:endParaRPr lang="ru-RU"/>
        </a:p>
      </dgm:t>
    </dgm:pt>
    <dgm:pt modelId="{5508DE6A-5908-47E4-A0F8-0F2400709613}" type="sibTrans" cxnId="{9796A57B-9FF4-4629-953D-12FFCC0087C0}">
      <dgm:prSet/>
      <dgm:spPr/>
      <dgm:t>
        <a:bodyPr/>
        <a:lstStyle/>
        <a:p>
          <a:endParaRPr lang="ru-RU"/>
        </a:p>
      </dgm:t>
    </dgm:pt>
    <dgm:pt modelId="{77857C04-8A64-4228-A422-DB83A74B8E35}">
      <dgm:prSet/>
      <dgm:spPr/>
      <dgm:t>
        <a:bodyPr/>
        <a:lstStyle/>
        <a:p>
          <a:r>
            <a:rPr lang="ru-RU" b="1"/>
            <a:t>Контроль исполнения</a:t>
          </a:r>
          <a:r>
            <a:rPr lang="ru-RU"/>
            <a:t> </a:t>
          </a:r>
        </a:p>
      </dgm:t>
    </dgm:pt>
    <dgm:pt modelId="{4CFF5FCB-A5FC-49A9-AB15-059EAF264640}" type="parTrans" cxnId="{59A1F647-028A-43EF-8269-BB77604A24ED}">
      <dgm:prSet/>
      <dgm:spPr/>
      <dgm:t>
        <a:bodyPr/>
        <a:lstStyle/>
        <a:p>
          <a:endParaRPr lang="ru-RU"/>
        </a:p>
      </dgm:t>
    </dgm:pt>
    <dgm:pt modelId="{FC10863D-5115-4860-93F6-0CDC03C5704D}" type="sibTrans" cxnId="{59A1F647-028A-43EF-8269-BB77604A24ED}">
      <dgm:prSet/>
      <dgm:spPr/>
      <dgm:t>
        <a:bodyPr/>
        <a:lstStyle/>
        <a:p>
          <a:endParaRPr lang="ru-RU"/>
        </a:p>
      </dgm:t>
    </dgm:pt>
    <dgm:pt modelId="{EB32A2C5-675D-40DA-8B1E-11EDB6F6AF85}">
      <dgm:prSet/>
      <dgm:spPr/>
      <dgm:t>
        <a:bodyPr/>
        <a:lstStyle/>
        <a:p>
          <a:r>
            <a:rPr lang="ru-RU" b="1"/>
            <a:t>Электронный архив</a:t>
          </a:r>
          <a:endParaRPr lang="ru-RU"/>
        </a:p>
      </dgm:t>
    </dgm:pt>
    <dgm:pt modelId="{99B78B6A-EF0D-479D-85C8-BEB70F2A2A56}" type="parTrans" cxnId="{3E4DCC29-495E-4779-9B20-0B02BF297852}">
      <dgm:prSet/>
      <dgm:spPr/>
      <dgm:t>
        <a:bodyPr/>
        <a:lstStyle/>
        <a:p>
          <a:endParaRPr lang="ru-RU"/>
        </a:p>
      </dgm:t>
    </dgm:pt>
    <dgm:pt modelId="{3AB57D67-AF0D-416B-9D66-0A9F2E72C221}" type="sibTrans" cxnId="{3E4DCC29-495E-4779-9B20-0B02BF297852}">
      <dgm:prSet/>
      <dgm:spPr/>
      <dgm:t>
        <a:bodyPr/>
        <a:lstStyle/>
        <a:p>
          <a:endParaRPr lang="ru-RU"/>
        </a:p>
      </dgm:t>
    </dgm:pt>
    <dgm:pt modelId="{A73742FC-3785-4822-878C-0A978CA20D68}" type="pres">
      <dgm:prSet presAssocID="{E0760EF5-026F-4361-8926-679095938288}" presName="Name0" presStyleCnt="0">
        <dgm:presLayoutVars>
          <dgm:dir/>
          <dgm:resizeHandles/>
        </dgm:presLayoutVars>
      </dgm:prSet>
      <dgm:spPr/>
    </dgm:pt>
    <dgm:pt modelId="{42DFD7AA-A894-438D-892C-F02F9C9DD0AD}" type="pres">
      <dgm:prSet presAssocID="{B12A97E3-4C25-4C83-A72D-E5E96EADD6E7}" presName="compNode" presStyleCnt="0"/>
      <dgm:spPr/>
    </dgm:pt>
    <dgm:pt modelId="{35107D8F-099E-4547-A43A-A332D2BD2E58}" type="pres">
      <dgm:prSet presAssocID="{B12A97E3-4C25-4C83-A72D-E5E96EADD6E7}" presName="dummyConnPt" presStyleCnt="0"/>
      <dgm:spPr/>
    </dgm:pt>
    <dgm:pt modelId="{352786FF-4364-4A7D-AD11-0610E166AAAD}" type="pres">
      <dgm:prSet presAssocID="{B12A97E3-4C25-4C83-A72D-E5E96EADD6E7}" presName="node" presStyleLbl="node1" presStyleIdx="0" presStyleCnt="8" custScaleX="194872">
        <dgm:presLayoutVars>
          <dgm:bulletEnabled val="1"/>
        </dgm:presLayoutVars>
      </dgm:prSet>
      <dgm:spPr/>
    </dgm:pt>
    <dgm:pt modelId="{65A7744D-FAE9-477F-A53B-AC40C79CA137}" type="pres">
      <dgm:prSet presAssocID="{8987A836-C16D-41DB-88CD-BBA6458ACBDB}" presName="sibTrans" presStyleLbl="bgSibTrans2D1" presStyleIdx="0" presStyleCnt="7"/>
      <dgm:spPr/>
    </dgm:pt>
    <dgm:pt modelId="{10675897-E5F9-4BB4-8F83-BAAD2E5E0B0A}" type="pres">
      <dgm:prSet presAssocID="{A48F23A5-F7C5-42E5-8675-BD85B8FE47DC}" presName="compNode" presStyleCnt="0"/>
      <dgm:spPr/>
    </dgm:pt>
    <dgm:pt modelId="{6D54CE8B-EE9B-48CE-B622-3370EB660342}" type="pres">
      <dgm:prSet presAssocID="{A48F23A5-F7C5-42E5-8675-BD85B8FE47DC}" presName="dummyConnPt" presStyleCnt="0"/>
      <dgm:spPr/>
    </dgm:pt>
    <dgm:pt modelId="{30806004-E275-4621-8712-220AC0ACEB1C}" type="pres">
      <dgm:prSet presAssocID="{A48F23A5-F7C5-42E5-8675-BD85B8FE47DC}" presName="node" presStyleLbl="node1" presStyleIdx="1" presStyleCnt="8" custScaleX="194872">
        <dgm:presLayoutVars>
          <dgm:bulletEnabled val="1"/>
        </dgm:presLayoutVars>
      </dgm:prSet>
      <dgm:spPr/>
    </dgm:pt>
    <dgm:pt modelId="{4A695580-DE16-4ECB-9113-29FC54711FF6}" type="pres">
      <dgm:prSet presAssocID="{18173767-5BBE-4742-A527-973DCF047E28}" presName="sibTrans" presStyleLbl="bgSibTrans2D1" presStyleIdx="1" presStyleCnt="7"/>
      <dgm:spPr/>
    </dgm:pt>
    <dgm:pt modelId="{042D0F20-B2BF-483B-81F3-DB5462A0F478}" type="pres">
      <dgm:prSet presAssocID="{3C219BF2-67D5-42C0-9834-B8067EA7C3BB}" presName="compNode" presStyleCnt="0"/>
      <dgm:spPr/>
    </dgm:pt>
    <dgm:pt modelId="{E793A4EB-D68F-4F9D-A918-0A6E0C7915F3}" type="pres">
      <dgm:prSet presAssocID="{3C219BF2-67D5-42C0-9834-B8067EA7C3BB}" presName="dummyConnPt" presStyleCnt="0"/>
      <dgm:spPr/>
    </dgm:pt>
    <dgm:pt modelId="{615409C4-C8D2-4CAE-A897-AA6EAF11AA9C}" type="pres">
      <dgm:prSet presAssocID="{3C219BF2-67D5-42C0-9834-B8067EA7C3BB}" presName="node" presStyleLbl="node1" presStyleIdx="2" presStyleCnt="8" custScaleX="194872">
        <dgm:presLayoutVars>
          <dgm:bulletEnabled val="1"/>
        </dgm:presLayoutVars>
      </dgm:prSet>
      <dgm:spPr/>
    </dgm:pt>
    <dgm:pt modelId="{36AA2DC3-7514-4E8D-9753-6520127E1552}" type="pres">
      <dgm:prSet presAssocID="{47E05DDA-DD9C-4462-B5E6-61CB8AE6514A}" presName="sibTrans" presStyleLbl="bgSibTrans2D1" presStyleIdx="2" presStyleCnt="7"/>
      <dgm:spPr/>
    </dgm:pt>
    <dgm:pt modelId="{74BA656E-DC33-4198-91A8-EFBDF5333A94}" type="pres">
      <dgm:prSet presAssocID="{E4E8908E-B988-4198-B003-ED6F436ECEDE}" presName="compNode" presStyleCnt="0"/>
      <dgm:spPr/>
    </dgm:pt>
    <dgm:pt modelId="{7C07330C-9F40-44E0-B9EE-087D80380623}" type="pres">
      <dgm:prSet presAssocID="{E4E8908E-B988-4198-B003-ED6F436ECEDE}" presName="dummyConnPt" presStyleCnt="0"/>
      <dgm:spPr/>
    </dgm:pt>
    <dgm:pt modelId="{E0E05B90-D5DF-445F-85C9-FFA835EC4A80}" type="pres">
      <dgm:prSet presAssocID="{E4E8908E-B988-4198-B003-ED6F436ECEDE}" presName="node" presStyleLbl="node1" presStyleIdx="3" presStyleCnt="8" custScaleX="194872">
        <dgm:presLayoutVars>
          <dgm:bulletEnabled val="1"/>
        </dgm:presLayoutVars>
      </dgm:prSet>
      <dgm:spPr/>
    </dgm:pt>
    <dgm:pt modelId="{300C4B05-3ABC-4757-943E-509DDE595179}" type="pres">
      <dgm:prSet presAssocID="{A55F5F7C-A161-411A-8C43-FBA58FC598BA}" presName="sibTrans" presStyleLbl="bgSibTrans2D1" presStyleIdx="3" presStyleCnt="7"/>
      <dgm:spPr/>
    </dgm:pt>
    <dgm:pt modelId="{73F71558-2867-4C8B-8F99-105CE5EE07EE}" type="pres">
      <dgm:prSet presAssocID="{1A3B0341-53AD-449B-BFA9-AA23C8DFB483}" presName="compNode" presStyleCnt="0"/>
      <dgm:spPr/>
    </dgm:pt>
    <dgm:pt modelId="{DC89A096-18B0-4B43-B193-2DCB8993E8FC}" type="pres">
      <dgm:prSet presAssocID="{1A3B0341-53AD-449B-BFA9-AA23C8DFB483}" presName="dummyConnPt" presStyleCnt="0"/>
      <dgm:spPr/>
    </dgm:pt>
    <dgm:pt modelId="{B4BF0333-74AA-4691-B34A-23C28CEA3E9F}" type="pres">
      <dgm:prSet presAssocID="{1A3B0341-53AD-449B-BFA9-AA23C8DFB483}" presName="node" presStyleLbl="node1" presStyleIdx="4" presStyleCnt="8" custScaleX="194872">
        <dgm:presLayoutVars>
          <dgm:bulletEnabled val="1"/>
        </dgm:presLayoutVars>
      </dgm:prSet>
      <dgm:spPr/>
    </dgm:pt>
    <dgm:pt modelId="{7E4C5B65-A508-4BEE-9AFC-5FA5D672F301}" type="pres">
      <dgm:prSet presAssocID="{278E715D-DCA2-480E-AC8E-351E78012B47}" presName="sibTrans" presStyleLbl="bgSibTrans2D1" presStyleIdx="4" presStyleCnt="7"/>
      <dgm:spPr/>
    </dgm:pt>
    <dgm:pt modelId="{FCEACFED-1D67-4C72-ADCC-301C19EF0455}" type="pres">
      <dgm:prSet presAssocID="{ED698B9C-5629-48BD-A694-A5E86116C681}" presName="compNode" presStyleCnt="0"/>
      <dgm:spPr/>
    </dgm:pt>
    <dgm:pt modelId="{B1EFA512-6009-4A4D-B2BF-A325770863FF}" type="pres">
      <dgm:prSet presAssocID="{ED698B9C-5629-48BD-A694-A5E86116C681}" presName="dummyConnPt" presStyleCnt="0"/>
      <dgm:spPr/>
    </dgm:pt>
    <dgm:pt modelId="{DAD12CD0-9884-4CB2-8910-387C8C036976}" type="pres">
      <dgm:prSet presAssocID="{ED698B9C-5629-48BD-A694-A5E86116C681}" presName="node" presStyleLbl="node1" presStyleIdx="5" presStyleCnt="8" custScaleX="194872">
        <dgm:presLayoutVars>
          <dgm:bulletEnabled val="1"/>
        </dgm:presLayoutVars>
      </dgm:prSet>
      <dgm:spPr/>
    </dgm:pt>
    <dgm:pt modelId="{CC3E53B6-FF4C-4FD6-8297-DB1FACBF8874}" type="pres">
      <dgm:prSet presAssocID="{5508DE6A-5908-47E4-A0F8-0F2400709613}" presName="sibTrans" presStyleLbl="bgSibTrans2D1" presStyleIdx="5" presStyleCnt="7"/>
      <dgm:spPr/>
    </dgm:pt>
    <dgm:pt modelId="{3BAAE3F1-5F7D-4523-BF03-208EEAAEF477}" type="pres">
      <dgm:prSet presAssocID="{77857C04-8A64-4228-A422-DB83A74B8E35}" presName="compNode" presStyleCnt="0"/>
      <dgm:spPr/>
    </dgm:pt>
    <dgm:pt modelId="{7158761C-8161-4C37-A475-60ED0DD92F15}" type="pres">
      <dgm:prSet presAssocID="{77857C04-8A64-4228-A422-DB83A74B8E35}" presName="dummyConnPt" presStyleCnt="0"/>
      <dgm:spPr/>
    </dgm:pt>
    <dgm:pt modelId="{43A641FD-E38D-40E5-A742-0D6F93085DAB}" type="pres">
      <dgm:prSet presAssocID="{77857C04-8A64-4228-A422-DB83A74B8E35}" presName="node" presStyleLbl="node1" presStyleIdx="6" presStyleCnt="8" custScaleX="194872">
        <dgm:presLayoutVars>
          <dgm:bulletEnabled val="1"/>
        </dgm:presLayoutVars>
      </dgm:prSet>
      <dgm:spPr/>
    </dgm:pt>
    <dgm:pt modelId="{C5239A23-2C18-4396-A281-256840E33736}" type="pres">
      <dgm:prSet presAssocID="{FC10863D-5115-4860-93F6-0CDC03C5704D}" presName="sibTrans" presStyleLbl="bgSibTrans2D1" presStyleIdx="6" presStyleCnt="7"/>
      <dgm:spPr/>
    </dgm:pt>
    <dgm:pt modelId="{90981F9B-6B1C-4652-8466-76F064F714FD}" type="pres">
      <dgm:prSet presAssocID="{EB32A2C5-675D-40DA-8B1E-11EDB6F6AF85}" presName="compNode" presStyleCnt="0"/>
      <dgm:spPr/>
    </dgm:pt>
    <dgm:pt modelId="{B977E181-513E-467A-B5D6-00C875751854}" type="pres">
      <dgm:prSet presAssocID="{EB32A2C5-675D-40DA-8B1E-11EDB6F6AF85}" presName="dummyConnPt" presStyleCnt="0"/>
      <dgm:spPr/>
    </dgm:pt>
    <dgm:pt modelId="{2EFE16DF-25B1-4A9E-8430-70BCB495E3B1}" type="pres">
      <dgm:prSet presAssocID="{EB32A2C5-675D-40DA-8B1E-11EDB6F6AF85}" presName="node" presStyleLbl="node1" presStyleIdx="7" presStyleCnt="8" custScaleX="194872">
        <dgm:presLayoutVars>
          <dgm:bulletEnabled val="1"/>
        </dgm:presLayoutVars>
      </dgm:prSet>
      <dgm:spPr/>
    </dgm:pt>
  </dgm:ptLst>
  <dgm:cxnLst>
    <dgm:cxn modelId="{FC63D900-17C8-4373-B9B3-53AECA8BA985}" type="presOf" srcId="{18173767-5BBE-4742-A527-973DCF047E28}" destId="{4A695580-DE16-4ECB-9113-29FC54711FF6}" srcOrd="0" destOrd="0" presId="urn:microsoft.com/office/officeart/2005/8/layout/bProcess4"/>
    <dgm:cxn modelId="{555A9805-3837-4843-A652-A9063ABFF3F5}" type="presOf" srcId="{47E05DDA-DD9C-4462-B5E6-61CB8AE6514A}" destId="{36AA2DC3-7514-4E8D-9753-6520127E1552}" srcOrd="0" destOrd="0" presId="urn:microsoft.com/office/officeart/2005/8/layout/bProcess4"/>
    <dgm:cxn modelId="{9CFE1624-7277-4B67-9965-097DC4910D75}" srcId="{E0760EF5-026F-4361-8926-679095938288}" destId="{B12A97E3-4C25-4C83-A72D-E5E96EADD6E7}" srcOrd="0" destOrd="0" parTransId="{7593543C-BCFE-4828-A23E-C269F5F5B334}" sibTransId="{8987A836-C16D-41DB-88CD-BBA6458ACBDB}"/>
    <dgm:cxn modelId="{3E4DCC29-495E-4779-9B20-0B02BF297852}" srcId="{E0760EF5-026F-4361-8926-679095938288}" destId="{EB32A2C5-675D-40DA-8B1E-11EDB6F6AF85}" srcOrd="7" destOrd="0" parTransId="{99B78B6A-EF0D-479D-85C8-BEB70F2A2A56}" sibTransId="{3AB57D67-AF0D-416B-9D66-0A9F2E72C221}"/>
    <dgm:cxn modelId="{46A1B12A-148B-4135-AE6D-4F595FAD9735}" type="presOf" srcId="{ED698B9C-5629-48BD-A694-A5E86116C681}" destId="{DAD12CD0-9884-4CB2-8910-387C8C036976}" srcOrd="0" destOrd="0" presId="urn:microsoft.com/office/officeart/2005/8/layout/bProcess4"/>
    <dgm:cxn modelId="{0E64F82A-50E0-468B-829A-3DC30B87FE8A}" type="presOf" srcId="{E0760EF5-026F-4361-8926-679095938288}" destId="{A73742FC-3785-4822-878C-0A978CA20D68}" srcOrd="0" destOrd="0" presId="urn:microsoft.com/office/officeart/2005/8/layout/bProcess4"/>
    <dgm:cxn modelId="{7858723E-5E06-4339-A8CF-C2064E67A340}" type="presOf" srcId="{B12A97E3-4C25-4C83-A72D-E5E96EADD6E7}" destId="{352786FF-4364-4A7D-AD11-0610E166AAAD}" srcOrd="0" destOrd="0" presId="urn:microsoft.com/office/officeart/2005/8/layout/bProcess4"/>
    <dgm:cxn modelId="{AF1D7760-1F45-4897-B638-A00AF17E5F07}" type="presOf" srcId="{278E715D-DCA2-480E-AC8E-351E78012B47}" destId="{7E4C5B65-A508-4BEE-9AFC-5FA5D672F301}" srcOrd="0" destOrd="0" presId="urn:microsoft.com/office/officeart/2005/8/layout/bProcess4"/>
    <dgm:cxn modelId="{E5806746-912C-41CB-8316-452DC2507E06}" type="presOf" srcId="{A48F23A5-F7C5-42E5-8675-BD85B8FE47DC}" destId="{30806004-E275-4621-8712-220AC0ACEB1C}" srcOrd="0" destOrd="0" presId="urn:microsoft.com/office/officeart/2005/8/layout/bProcess4"/>
    <dgm:cxn modelId="{59A1F647-028A-43EF-8269-BB77604A24ED}" srcId="{E0760EF5-026F-4361-8926-679095938288}" destId="{77857C04-8A64-4228-A422-DB83A74B8E35}" srcOrd="6" destOrd="0" parTransId="{4CFF5FCB-A5FC-49A9-AB15-059EAF264640}" sibTransId="{FC10863D-5115-4860-93F6-0CDC03C5704D}"/>
    <dgm:cxn modelId="{D406626E-14FF-49BF-9E93-7C1E15928CA5}" srcId="{E0760EF5-026F-4361-8926-679095938288}" destId="{E4E8908E-B988-4198-B003-ED6F436ECEDE}" srcOrd="3" destOrd="0" parTransId="{7F9DB725-18F1-4FB8-BDC4-6CDF733A778E}" sibTransId="{A55F5F7C-A161-411A-8C43-FBA58FC598BA}"/>
    <dgm:cxn modelId="{75537F6E-788E-4283-936B-A8317FB6FDB2}" srcId="{E0760EF5-026F-4361-8926-679095938288}" destId="{A48F23A5-F7C5-42E5-8675-BD85B8FE47DC}" srcOrd="1" destOrd="0" parTransId="{74F6FCE2-7254-4B61-A863-DF6F6601F1CE}" sibTransId="{18173767-5BBE-4742-A527-973DCF047E28}"/>
    <dgm:cxn modelId="{26226054-0FC1-4B2F-838C-D2E69C2A6A9D}" type="presOf" srcId="{8987A836-C16D-41DB-88CD-BBA6458ACBDB}" destId="{65A7744D-FAE9-477F-A53B-AC40C79CA137}" srcOrd="0" destOrd="0" presId="urn:microsoft.com/office/officeart/2005/8/layout/bProcess4"/>
    <dgm:cxn modelId="{9796A57B-9FF4-4629-953D-12FFCC0087C0}" srcId="{E0760EF5-026F-4361-8926-679095938288}" destId="{ED698B9C-5629-48BD-A694-A5E86116C681}" srcOrd="5" destOrd="0" parTransId="{82D09A35-04A4-4372-9A3D-702B275BD87C}" sibTransId="{5508DE6A-5908-47E4-A0F8-0F2400709613}"/>
    <dgm:cxn modelId="{7AFE957E-94FB-42DD-B65C-62F21653D4C5}" type="presOf" srcId="{77857C04-8A64-4228-A422-DB83A74B8E35}" destId="{43A641FD-E38D-40E5-A742-0D6F93085DAB}" srcOrd="0" destOrd="0" presId="urn:microsoft.com/office/officeart/2005/8/layout/bProcess4"/>
    <dgm:cxn modelId="{1C495788-1EE2-4327-8887-5357A9CBA53D}" type="presOf" srcId="{EB32A2C5-675D-40DA-8B1E-11EDB6F6AF85}" destId="{2EFE16DF-25B1-4A9E-8430-70BCB495E3B1}" srcOrd="0" destOrd="0" presId="urn:microsoft.com/office/officeart/2005/8/layout/bProcess4"/>
    <dgm:cxn modelId="{3D283F94-E960-476B-98A4-AD79E207E5DC}" type="presOf" srcId="{5508DE6A-5908-47E4-A0F8-0F2400709613}" destId="{CC3E53B6-FF4C-4FD6-8297-DB1FACBF8874}" srcOrd="0" destOrd="0" presId="urn:microsoft.com/office/officeart/2005/8/layout/bProcess4"/>
    <dgm:cxn modelId="{3B2BBD95-76A3-4EA8-962D-0CE9E5CBB986}" type="presOf" srcId="{A55F5F7C-A161-411A-8C43-FBA58FC598BA}" destId="{300C4B05-3ABC-4757-943E-509DDE595179}" srcOrd="0" destOrd="0" presId="urn:microsoft.com/office/officeart/2005/8/layout/bProcess4"/>
    <dgm:cxn modelId="{142FE795-40C0-438B-814B-D5538A70D70E}" srcId="{E0760EF5-026F-4361-8926-679095938288}" destId="{1A3B0341-53AD-449B-BFA9-AA23C8DFB483}" srcOrd="4" destOrd="0" parTransId="{71025363-55F6-478D-8EC8-9B843F1C153C}" sibTransId="{278E715D-DCA2-480E-AC8E-351E78012B47}"/>
    <dgm:cxn modelId="{35F8CAAE-2BDD-475E-8C8E-D6020FFA539C}" srcId="{E0760EF5-026F-4361-8926-679095938288}" destId="{3C219BF2-67D5-42C0-9834-B8067EA7C3BB}" srcOrd="2" destOrd="0" parTransId="{9812EDCA-F365-40A7-937D-5EE2D90066CE}" sibTransId="{47E05DDA-DD9C-4462-B5E6-61CB8AE6514A}"/>
    <dgm:cxn modelId="{EF7C34B2-67AA-4A0B-9D1D-144CA38FEFD6}" type="presOf" srcId="{FC10863D-5115-4860-93F6-0CDC03C5704D}" destId="{C5239A23-2C18-4396-A281-256840E33736}" srcOrd="0" destOrd="0" presId="urn:microsoft.com/office/officeart/2005/8/layout/bProcess4"/>
    <dgm:cxn modelId="{852D0FD0-C69D-4E14-8362-4B6973F5A7C6}" type="presOf" srcId="{3C219BF2-67D5-42C0-9834-B8067EA7C3BB}" destId="{615409C4-C8D2-4CAE-A897-AA6EAF11AA9C}" srcOrd="0" destOrd="0" presId="urn:microsoft.com/office/officeart/2005/8/layout/bProcess4"/>
    <dgm:cxn modelId="{403181EC-6CD0-44BF-8717-BFD2797D846F}" type="presOf" srcId="{E4E8908E-B988-4198-B003-ED6F436ECEDE}" destId="{E0E05B90-D5DF-445F-85C9-FFA835EC4A80}" srcOrd="0" destOrd="0" presId="urn:microsoft.com/office/officeart/2005/8/layout/bProcess4"/>
    <dgm:cxn modelId="{770A61F1-4026-42DB-95CA-090C69C746F5}" type="presOf" srcId="{1A3B0341-53AD-449B-BFA9-AA23C8DFB483}" destId="{B4BF0333-74AA-4691-B34A-23C28CEA3E9F}" srcOrd="0" destOrd="0" presId="urn:microsoft.com/office/officeart/2005/8/layout/bProcess4"/>
    <dgm:cxn modelId="{578ED01D-1C69-4B2E-BB95-E1159C190EDF}" type="presParOf" srcId="{A73742FC-3785-4822-878C-0A978CA20D68}" destId="{42DFD7AA-A894-438D-892C-F02F9C9DD0AD}" srcOrd="0" destOrd="0" presId="urn:microsoft.com/office/officeart/2005/8/layout/bProcess4"/>
    <dgm:cxn modelId="{34D72E2F-390B-4281-BC41-03C3A077AE97}" type="presParOf" srcId="{42DFD7AA-A894-438D-892C-F02F9C9DD0AD}" destId="{35107D8F-099E-4547-A43A-A332D2BD2E58}" srcOrd="0" destOrd="0" presId="urn:microsoft.com/office/officeart/2005/8/layout/bProcess4"/>
    <dgm:cxn modelId="{AAA3073E-45CF-4DD8-97CE-7AF870E1DC6D}" type="presParOf" srcId="{42DFD7AA-A894-438D-892C-F02F9C9DD0AD}" destId="{352786FF-4364-4A7D-AD11-0610E166AAAD}" srcOrd="1" destOrd="0" presId="urn:microsoft.com/office/officeart/2005/8/layout/bProcess4"/>
    <dgm:cxn modelId="{1E0BC604-1E01-4B75-B516-DEF3A5F717AF}" type="presParOf" srcId="{A73742FC-3785-4822-878C-0A978CA20D68}" destId="{65A7744D-FAE9-477F-A53B-AC40C79CA137}" srcOrd="1" destOrd="0" presId="urn:microsoft.com/office/officeart/2005/8/layout/bProcess4"/>
    <dgm:cxn modelId="{34090ABC-6C30-4589-8398-A805975CAA87}" type="presParOf" srcId="{A73742FC-3785-4822-878C-0A978CA20D68}" destId="{10675897-E5F9-4BB4-8F83-BAAD2E5E0B0A}" srcOrd="2" destOrd="0" presId="urn:microsoft.com/office/officeart/2005/8/layout/bProcess4"/>
    <dgm:cxn modelId="{99B00227-8DA1-484C-B29A-C6808822E557}" type="presParOf" srcId="{10675897-E5F9-4BB4-8F83-BAAD2E5E0B0A}" destId="{6D54CE8B-EE9B-48CE-B622-3370EB660342}" srcOrd="0" destOrd="0" presId="urn:microsoft.com/office/officeart/2005/8/layout/bProcess4"/>
    <dgm:cxn modelId="{0DF2BAC7-6F88-47FE-A990-744EE18A3D4B}" type="presParOf" srcId="{10675897-E5F9-4BB4-8F83-BAAD2E5E0B0A}" destId="{30806004-E275-4621-8712-220AC0ACEB1C}" srcOrd="1" destOrd="0" presId="urn:microsoft.com/office/officeart/2005/8/layout/bProcess4"/>
    <dgm:cxn modelId="{6B0E3C05-E3EF-4CD4-A752-BA82366A8853}" type="presParOf" srcId="{A73742FC-3785-4822-878C-0A978CA20D68}" destId="{4A695580-DE16-4ECB-9113-29FC54711FF6}" srcOrd="3" destOrd="0" presId="urn:microsoft.com/office/officeart/2005/8/layout/bProcess4"/>
    <dgm:cxn modelId="{36B373EF-AE87-4DF2-8982-155C5CC08061}" type="presParOf" srcId="{A73742FC-3785-4822-878C-0A978CA20D68}" destId="{042D0F20-B2BF-483B-81F3-DB5462A0F478}" srcOrd="4" destOrd="0" presId="urn:microsoft.com/office/officeart/2005/8/layout/bProcess4"/>
    <dgm:cxn modelId="{1FC873B1-BD6C-46D9-B10C-0857EED13368}" type="presParOf" srcId="{042D0F20-B2BF-483B-81F3-DB5462A0F478}" destId="{E793A4EB-D68F-4F9D-A918-0A6E0C7915F3}" srcOrd="0" destOrd="0" presId="urn:microsoft.com/office/officeart/2005/8/layout/bProcess4"/>
    <dgm:cxn modelId="{30605E9A-E90F-41E4-99C1-C2CDB13F3C29}" type="presParOf" srcId="{042D0F20-B2BF-483B-81F3-DB5462A0F478}" destId="{615409C4-C8D2-4CAE-A897-AA6EAF11AA9C}" srcOrd="1" destOrd="0" presId="urn:microsoft.com/office/officeart/2005/8/layout/bProcess4"/>
    <dgm:cxn modelId="{7EF7634B-A784-4438-B282-47297EC9D583}" type="presParOf" srcId="{A73742FC-3785-4822-878C-0A978CA20D68}" destId="{36AA2DC3-7514-4E8D-9753-6520127E1552}" srcOrd="5" destOrd="0" presId="urn:microsoft.com/office/officeart/2005/8/layout/bProcess4"/>
    <dgm:cxn modelId="{FB6B02EE-FCC4-4EFD-B81D-BC51CBB431B7}" type="presParOf" srcId="{A73742FC-3785-4822-878C-0A978CA20D68}" destId="{74BA656E-DC33-4198-91A8-EFBDF5333A94}" srcOrd="6" destOrd="0" presId="urn:microsoft.com/office/officeart/2005/8/layout/bProcess4"/>
    <dgm:cxn modelId="{3E76FFA1-A2F3-4F90-95FA-84EDF4EE8F53}" type="presParOf" srcId="{74BA656E-DC33-4198-91A8-EFBDF5333A94}" destId="{7C07330C-9F40-44E0-B9EE-087D80380623}" srcOrd="0" destOrd="0" presId="urn:microsoft.com/office/officeart/2005/8/layout/bProcess4"/>
    <dgm:cxn modelId="{CE83340C-765E-4B00-A48E-517064CB6AF0}" type="presParOf" srcId="{74BA656E-DC33-4198-91A8-EFBDF5333A94}" destId="{E0E05B90-D5DF-445F-85C9-FFA835EC4A80}" srcOrd="1" destOrd="0" presId="urn:microsoft.com/office/officeart/2005/8/layout/bProcess4"/>
    <dgm:cxn modelId="{8318ADE7-8713-457B-8DE6-D9BFC0713DAA}" type="presParOf" srcId="{A73742FC-3785-4822-878C-0A978CA20D68}" destId="{300C4B05-3ABC-4757-943E-509DDE595179}" srcOrd="7" destOrd="0" presId="urn:microsoft.com/office/officeart/2005/8/layout/bProcess4"/>
    <dgm:cxn modelId="{6299A7B9-4FB9-4751-8DF7-8B236EF6A5ED}" type="presParOf" srcId="{A73742FC-3785-4822-878C-0A978CA20D68}" destId="{73F71558-2867-4C8B-8F99-105CE5EE07EE}" srcOrd="8" destOrd="0" presId="urn:microsoft.com/office/officeart/2005/8/layout/bProcess4"/>
    <dgm:cxn modelId="{EF427E4F-839B-4C42-9A60-DEA708EC8816}" type="presParOf" srcId="{73F71558-2867-4C8B-8F99-105CE5EE07EE}" destId="{DC89A096-18B0-4B43-B193-2DCB8993E8FC}" srcOrd="0" destOrd="0" presId="urn:microsoft.com/office/officeart/2005/8/layout/bProcess4"/>
    <dgm:cxn modelId="{AD381BDF-B50D-4C40-90A4-7B4A4034208F}" type="presParOf" srcId="{73F71558-2867-4C8B-8F99-105CE5EE07EE}" destId="{B4BF0333-74AA-4691-B34A-23C28CEA3E9F}" srcOrd="1" destOrd="0" presId="urn:microsoft.com/office/officeart/2005/8/layout/bProcess4"/>
    <dgm:cxn modelId="{CE20D9F7-EDC5-40C4-8C71-06FDB90CE6B2}" type="presParOf" srcId="{A73742FC-3785-4822-878C-0A978CA20D68}" destId="{7E4C5B65-A508-4BEE-9AFC-5FA5D672F301}" srcOrd="9" destOrd="0" presId="urn:microsoft.com/office/officeart/2005/8/layout/bProcess4"/>
    <dgm:cxn modelId="{704CDCBE-48F1-4B74-BBAA-357FEA616FA2}" type="presParOf" srcId="{A73742FC-3785-4822-878C-0A978CA20D68}" destId="{FCEACFED-1D67-4C72-ADCC-301C19EF0455}" srcOrd="10" destOrd="0" presId="urn:microsoft.com/office/officeart/2005/8/layout/bProcess4"/>
    <dgm:cxn modelId="{AEF417AC-9AEB-470B-A6EF-D510333A4E89}" type="presParOf" srcId="{FCEACFED-1D67-4C72-ADCC-301C19EF0455}" destId="{B1EFA512-6009-4A4D-B2BF-A325770863FF}" srcOrd="0" destOrd="0" presId="urn:microsoft.com/office/officeart/2005/8/layout/bProcess4"/>
    <dgm:cxn modelId="{572144A7-E80E-4D5A-BB46-4F3DA15CD126}" type="presParOf" srcId="{FCEACFED-1D67-4C72-ADCC-301C19EF0455}" destId="{DAD12CD0-9884-4CB2-8910-387C8C036976}" srcOrd="1" destOrd="0" presId="urn:microsoft.com/office/officeart/2005/8/layout/bProcess4"/>
    <dgm:cxn modelId="{8163DF4F-7099-424A-AD69-6B3423F6FBCE}" type="presParOf" srcId="{A73742FC-3785-4822-878C-0A978CA20D68}" destId="{CC3E53B6-FF4C-4FD6-8297-DB1FACBF8874}" srcOrd="11" destOrd="0" presId="urn:microsoft.com/office/officeart/2005/8/layout/bProcess4"/>
    <dgm:cxn modelId="{C51220B0-E21E-45D8-9F98-FC7A5EB5A4A8}" type="presParOf" srcId="{A73742FC-3785-4822-878C-0A978CA20D68}" destId="{3BAAE3F1-5F7D-4523-BF03-208EEAAEF477}" srcOrd="12" destOrd="0" presId="urn:microsoft.com/office/officeart/2005/8/layout/bProcess4"/>
    <dgm:cxn modelId="{41B699B9-6B7D-407E-8C9B-E5CDB9898ECA}" type="presParOf" srcId="{3BAAE3F1-5F7D-4523-BF03-208EEAAEF477}" destId="{7158761C-8161-4C37-A475-60ED0DD92F15}" srcOrd="0" destOrd="0" presId="urn:microsoft.com/office/officeart/2005/8/layout/bProcess4"/>
    <dgm:cxn modelId="{7F43F18F-128D-4D31-B5EA-FA67F8B7F48C}" type="presParOf" srcId="{3BAAE3F1-5F7D-4523-BF03-208EEAAEF477}" destId="{43A641FD-E38D-40E5-A742-0D6F93085DAB}" srcOrd="1" destOrd="0" presId="urn:microsoft.com/office/officeart/2005/8/layout/bProcess4"/>
    <dgm:cxn modelId="{678CD711-116D-42C8-82D6-F33E98EDEDB0}" type="presParOf" srcId="{A73742FC-3785-4822-878C-0A978CA20D68}" destId="{C5239A23-2C18-4396-A281-256840E33736}" srcOrd="13" destOrd="0" presId="urn:microsoft.com/office/officeart/2005/8/layout/bProcess4"/>
    <dgm:cxn modelId="{19B6D8E1-FE0B-42E6-847D-2BE56A2A8507}" type="presParOf" srcId="{A73742FC-3785-4822-878C-0A978CA20D68}" destId="{90981F9B-6B1C-4652-8466-76F064F714FD}" srcOrd="14" destOrd="0" presId="urn:microsoft.com/office/officeart/2005/8/layout/bProcess4"/>
    <dgm:cxn modelId="{3EDF6BCD-E601-4B4D-8A3E-74C0D6F21553}" type="presParOf" srcId="{90981F9B-6B1C-4652-8466-76F064F714FD}" destId="{B977E181-513E-467A-B5D6-00C875751854}" srcOrd="0" destOrd="0" presId="urn:microsoft.com/office/officeart/2005/8/layout/bProcess4"/>
    <dgm:cxn modelId="{A8DC92BE-7AFC-426F-A2F5-2A88ED778A56}" type="presParOf" srcId="{90981F9B-6B1C-4652-8466-76F064F714FD}" destId="{2EFE16DF-25B1-4A9E-8430-70BCB495E3B1}" srcOrd="1" destOrd="0" presId="urn:microsoft.com/office/officeart/2005/8/layout/b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2ACD8-A0A7-4245-95CA-AF932E109E8F}">
      <dsp:nvSpPr>
        <dsp:cNvPr id="0" name=""/>
        <dsp:cNvSpPr/>
      </dsp:nvSpPr>
      <dsp:spPr>
        <a:xfrm>
          <a:off x="0" y="39606"/>
          <a:ext cx="11644113" cy="1034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1" kern="1200" dirty="0"/>
            <a:t>Делопроизводство</a:t>
          </a:r>
          <a:r>
            <a:rPr lang="ru-RU" sz="2600" kern="1200" dirty="0"/>
            <a:t> – это деятельность, обеспечивающая создание официальных документов и организацию работы с ними</a:t>
          </a:r>
        </a:p>
      </dsp:txBody>
      <dsp:txXfrm>
        <a:off x="50489" y="90095"/>
        <a:ext cx="11543135" cy="933302"/>
      </dsp:txXfrm>
    </dsp:sp>
    <dsp:sp modelId="{3BF9C756-DE14-4DDB-80C6-0840D68C3565}">
      <dsp:nvSpPr>
        <dsp:cNvPr id="0" name=""/>
        <dsp:cNvSpPr/>
      </dsp:nvSpPr>
      <dsp:spPr>
        <a:xfrm>
          <a:off x="0" y="1148766"/>
          <a:ext cx="11644113" cy="10342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1" kern="1200" dirty="0"/>
            <a:t>Документооборот</a:t>
          </a:r>
          <a:r>
            <a:rPr lang="ru-RU" sz="2600" kern="1200" dirty="0"/>
            <a:t> – это движение документов с момента их создания или получения до завершения исполнения, помещения в дело и (или) отправки</a:t>
          </a:r>
        </a:p>
      </dsp:txBody>
      <dsp:txXfrm>
        <a:off x="50489" y="1199255"/>
        <a:ext cx="11543135" cy="9333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ADEA7-3DD9-487F-BAB7-75C3E1A2DFC7}">
      <dsp:nvSpPr>
        <dsp:cNvPr id="0" name=""/>
        <dsp:cNvSpPr/>
      </dsp:nvSpPr>
      <dsp:spPr>
        <a:xfrm>
          <a:off x="10234" y="222123"/>
          <a:ext cx="3058853" cy="18353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ru-RU" sz="2200" b="1" kern="1200" dirty="0"/>
            <a:t>документирование</a:t>
          </a:r>
          <a:r>
            <a:rPr lang="ru-RU" sz="2200" kern="1200" dirty="0"/>
            <a:t> (создание документов)</a:t>
          </a:r>
        </a:p>
      </dsp:txBody>
      <dsp:txXfrm>
        <a:off x="63988" y="275877"/>
        <a:ext cx="2951345" cy="1727804"/>
      </dsp:txXfrm>
    </dsp:sp>
    <dsp:sp modelId="{41436314-D509-4118-9919-AEFEA6748294}">
      <dsp:nvSpPr>
        <dsp:cNvPr id="0" name=""/>
        <dsp:cNvSpPr/>
      </dsp:nvSpPr>
      <dsp:spPr>
        <a:xfrm>
          <a:off x="3374973" y="760482"/>
          <a:ext cx="648477" cy="7585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ru-RU" sz="1800" kern="1200"/>
        </a:p>
      </dsp:txBody>
      <dsp:txXfrm>
        <a:off x="3374973" y="912201"/>
        <a:ext cx="453934" cy="455157"/>
      </dsp:txXfrm>
    </dsp:sp>
    <dsp:sp modelId="{CB6991C0-08D3-40B5-B2F0-A6DCFB00182D}">
      <dsp:nvSpPr>
        <dsp:cNvPr id="0" name=""/>
        <dsp:cNvSpPr/>
      </dsp:nvSpPr>
      <dsp:spPr>
        <a:xfrm>
          <a:off x="4292629" y="222123"/>
          <a:ext cx="3058853" cy="18353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ru-RU" sz="2200" b="1" kern="1200" dirty="0"/>
            <a:t>организация движения и учета документов </a:t>
          </a:r>
          <a:r>
            <a:rPr lang="ru-RU" sz="2200" kern="1200" dirty="0"/>
            <a:t>(собственно документооборот)</a:t>
          </a:r>
        </a:p>
      </dsp:txBody>
      <dsp:txXfrm>
        <a:off x="4346383" y="275877"/>
        <a:ext cx="2951345" cy="1727804"/>
      </dsp:txXfrm>
    </dsp:sp>
    <dsp:sp modelId="{A2DA380A-38CA-4980-A80E-503BE0C9C6BD}">
      <dsp:nvSpPr>
        <dsp:cNvPr id="0" name=""/>
        <dsp:cNvSpPr/>
      </dsp:nvSpPr>
      <dsp:spPr>
        <a:xfrm>
          <a:off x="7657368" y="760482"/>
          <a:ext cx="648477" cy="75859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ru-RU" sz="1800" kern="1200"/>
        </a:p>
      </dsp:txBody>
      <dsp:txXfrm>
        <a:off x="7657368" y="912201"/>
        <a:ext cx="453934" cy="455157"/>
      </dsp:txXfrm>
    </dsp:sp>
    <dsp:sp modelId="{BFE6AA82-A52B-4B1C-92C5-555841F56A63}">
      <dsp:nvSpPr>
        <dsp:cNvPr id="0" name=""/>
        <dsp:cNvSpPr/>
      </dsp:nvSpPr>
      <dsp:spPr>
        <a:xfrm>
          <a:off x="8575025" y="222123"/>
          <a:ext cx="3058853" cy="18353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ru-RU" sz="2200" b="1" kern="1200" dirty="0"/>
            <a:t>хранение документов </a:t>
          </a:r>
          <a:r>
            <a:rPr lang="ru-RU" sz="2200" kern="1200" dirty="0"/>
            <a:t>(архивное дело)</a:t>
          </a:r>
        </a:p>
      </dsp:txBody>
      <dsp:txXfrm>
        <a:off x="8628779" y="275877"/>
        <a:ext cx="2951345" cy="17278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BD36C-A1CD-451F-8334-45B4FA891F1B}">
      <dsp:nvSpPr>
        <dsp:cNvPr id="0" name=""/>
        <dsp:cNvSpPr/>
      </dsp:nvSpPr>
      <dsp:spPr>
        <a:xfrm>
          <a:off x="0" y="30366"/>
          <a:ext cx="11762344" cy="520394"/>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0" kern="1200" dirty="0"/>
            <a:t>Федеральный закон от 27.07.2006 N 149-ФЗ </a:t>
          </a:r>
          <a:r>
            <a:rPr lang="ru-RU" sz="1700" b="1" kern="1200" dirty="0"/>
            <a:t>"Об информации, информационных технологиях и о защите информации"</a:t>
          </a:r>
          <a:endParaRPr lang="ru-RU" sz="1700" kern="1200" dirty="0"/>
        </a:p>
      </dsp:txBody>
      <dsp:txXfrm>
        <a:off x="25404" y="55770"/>
        <a:ext cx="11711536" cy="469586"/>
      </dsp:txXfrm>
    </dsp:sp>
    <dsp:sp modelId="{9648EA87-DAB5-460D-A324-E743EE4132BF}">
      <dsp:nvSpPr>
        <dsp:cNvPr id="0" name=""/>
        <dsp:cNvSpPr/>
      </dsp:nvSpPr>
      <dsp:spPr>
        <a:xfrm>
          <a:off x="0" y="657320"/>
          <a:ext cx="11762344" cy="761904"/>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dirty="0"/>
            <a:t>Приказ Росархива от 24.12.2020 г. N 199 "</a:t>
          </a:r>
          <a:r>
            <a:rPr lang="ru-RU" sz="1700" b="1" kern="1200" dirty="0"/>
            <a:t>Методические рекомендации по разработке инструкций по делопроизводству в государственных органах, органах местного самоуправления</a:t>
          </a:r>
          <a:r>
            <a:rPr lang="ru-RU" sz="1700" kern="1200" dirty="0"/>
            <a:t>"; </a:t>
          </a:r>
        </a:p>
      </dsp:txBody>
      <dsp:txXfrm>
        <a:off x="37193" y="694513"/>
        <a:ext cx="11687958" cy="687518"/>
      </dsp:txXfrm>
    </dsp:sp>
    <dsp:sp modelId="{19A1A9F8-748F-4B5B-B55D-9D394E2E0099}">
      <dsp:nvSpPr>
        <dsp:cNvPr id="0" name=""/>
        <dsp:cNvSpPr/>
      </dsp:nvSpPr>
      <dsp:spPr>
        <a:xfrm>
          <a:off x="0" y="1525784"/>
          <a:ext cx="11762344" cy="520394"/>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1" kern="1200" dirty="0"/>
            <a:t>ГОСТ Р 7.0.97-2025 </a:t>
          </a:r>
          <a:r>
            <a:rPr lang="ru-RU" sz="1700" kern="1200" dirty="0"/>
            <a:t>(новая редакция с 18.08.2025; заменил 7.0.97-2016);</a:t>
          </a:r>
        </a:p>
      </dsp:txBody>
      <dsp:txXfrm>
        <a:off x="25404" y="1551188"/>
        <a:ext cx="11711536" cy="469586"/>
      </dsp:txXfrm>
    </dsp:sp>
    <dsp:sp modelId="{C47E9326-F011-4344-B967-8D35A04A18EE}">
      <dsp:nvSpPr>
        <dsp:cNvPr id="0" name=""/>
        <dsp:cNvSpPr/>
      </dsp:nvSpPr>
      <dsp:spPr>
        <a:xfrm>
          <a:off x="0" y="2152738"/>
          <a:ext cx="11762344" cy="520394"/>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dirty="0"/>
            <a:t>Федеральный закон от 02.05.2006 N 59-ФЗ "</a:t>
          </a:r>
          <a:r>
            <a:rPr lang="ru-RU" sz="1700" b="1" kern="1200" dirty="0"/>
            <a:t>О порядке рассмотрения обращений граждан Российской Федерации</a:t>
          </a:r>
          <a:r>
            <a:rPr lang="ru-RU" sz="1700" kern="1200" dirty="0"/>
            <a:t>"; </a:t>
          </a:r>
        </a:p>
      </dsp:txBody>
      <dsp:txXfrm>
        <a:off x="25404" y="2178142"/>
        <a:ext cx="11711536" cy="469586"/>
      </dsp:txXfrm>
    </dsp:sp>
    <dsp:sp modelId="{F4B7F9ED-C7C9-4B4F-83BE-CC310559A0DE}">
      <dsp:nvSpPr>
        <dsp:cNvPr id="0" name=""/>
        <dsp:cNvSpPr/>
      </dsp:nvSpPr>
      <dsp:spPr>
        <a:xfrm>
          <a:off x="0" y="2779692"/>
          <a:ext cx="11762344" cy="520394"/>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dirty="0"/>
            <a:t>Федеральный закон от 27.07.2006 N 152-ФЗ "</a:t>
          </a:r>
          <a:r>
            <a:rPr lang="ru-RU" sz="1700" b="1" kern="1200" dirty="0"/>
            <a:t>О персональных данных</a:t>
          </a:r>
          <a:r>
            <a:rPr lang="ru-RU" sz="1700" kern="1200" dirty="0"/>
            <a:t>";</a:t>
          </a:r>
        </a:p>
      </dsp:txBody>
      <dsp:txXfrm>
        <a:off x="25404" y="2805096"/>
        <a:ext cx="11711536" cy="469586"/>
      </dsp:txXfrm>
    </dsp:sp>
    <dsp:sp modelId="{890413DC-2295-4A14-A7B8-935611C3CF08}">
      <dsp:nvSpPr>
        <dsp:cNvPr id="0" name=""/>
        <dsp:cNvSpPr/>
      </dsp:nvSpPr>
      <dsp:spPr>
        <a:xfrm>
          <a:off x="0" y="3406647"/>
          <a:ext cx="11762344" cy="520394"/>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dirty="0"/>
            <a:t>Федеральный закон от 22.10.2004 N 125-ФЗ "</a:t>
          </a:r>
          <a:r>
            <a:rPr lang="ru-RU" sz="1700" b="1" kern="1200" dirty="0"/>
            <a:t>Об архивном деле в Российской Федерации</a:t>
          </a:r>
          <a:r>
            <a:rPr lang="ru-RU" sz="1700" kern="1200" dirty="0"/>
            <a:t>"; </a:t>
          </a:r>
        </a:p>
      </dsp:txBody>
      <dsp:txXfrm>
        <a:off x="25404" y="3432051"/>
        <a:ext cx="11711536" cy="469586"/>
      </dsp:txXfrm>
    </dsp:sp>
    <dsp:sp modelId="{14FD0229-EAFA-4291-9D32-C058B53C61A7}">
      <dsp:nvSpPr>
        <dsp:cNvPr id="0" name=""/>
        <dsp:cNvSpPr/>
      </dsp:nvSpPr>
      <dsp:spPr>
        <a:xfrm>
          <a:off x="0" y="4033601"/>
          <a:ext cx="11762344" cy="520394"/>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dirty="0"/>
            <a:t>Закон РФ от 21.07.1993 N 5485-1 "</a:t>
          </a:r>
          <a:r>
            <a:rPr lang="ru-RU" sz="1700" b="1" kern="1200" dirty="0"/>
            <a:t>О государственной тайне</a:t>
          </a:r>
          <a:r>
            <a:rPr lang="ru-RU" sz="1700" kern="1200" dirty="0"/>
            <a:t>"; </a:t>
          </a:r>
        </a:p>
      </dsp:txBody>
      <dsp:txXfrm>
        <a:off x="25404" y="4059005"/>
        <a:ext cx="11711536" cy="469586"/>
      </dsp:txXfrm>
    </dsp:sp>
    <dsp:sp modelId="{DEF1D081-D3B3-4A47-94A3-E725B2D7ECBD}">
      <dsp:nvSpPr>
        <dsp:cNvPr id="0" name=""/>
        <dsp:cNvSpPr/>
      </dsp:nvSpPr>
      <dsp:spPr>
        <a:xfrm>
          <a:off x="0" y="4660555"/>
          <a:ext cx="11762344" cy="520394"/>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kern="1200" dirty="0"/>
            <a:t>Закон РФ от 25.10.1991 N 1807-1 "</a:t>
          </a:r>
          <a:r>
            <a:rPr lang="ru-RU" sz="1700" b="1" kern="1200" dirty="0"/>
            <a:t>О языках народов Российской Федерации</a:t>
          </a:r>
          <a:r>
            <a:rPr lang="ru-RU" sz="1700" kern="1200" dirty="0"/>
            <a:t>«.</a:t>
          </a:r>
        </a:p>
      </dsp:txBody>
      <dsp:txXfrm>
        <a:off x="25404" y="4685959"/>
        <a:ext cx="11711536" cy="4695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C5B17-EC97-4A12-9CFC-4FE035D42D23}">
      <dsp:nvSpPr>
        <dsp:cNvPr id="0" name=""/>
        <dsp:cNvSpPr/>
      </dsp:nvSpPr>
      <dsp:spPr>
        <a:xfrm>
          <a:off x="0" y="26096"/>
          <a:ext cx="8318047" cy="2164500"/>
        </a:xfrm>
        <a:prstGeom prst="roundRect">
          <a:avLst/>
        </a:prstGeom>
        <a:solidFill>
          <a:srgbClr val="0020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1" i="0" u="sng" kern="1200" dirty="0"/>
            <a:t>Статья 68 </a:t>
          </a:r>
          <a:r>
            <a:rPr lang="ru-RU" sz="2500" kern="1200" dirty="0"/>
            <a:t>Конституции РФ: </a:t>
          </a:r>
          <a:br>
            <a:rPr lang="ru-RU" sz="2500" kern="1200" dirty="0"/>
          </a:br>
          <a:r>
            <a:rPr lang="ru-RU" sz="2500" b="0" i="0" kern="1200" dirty="0"/>
            <a:t>1. Государственным языком РФ на всей ее территории </a:t>
          </a:r>
          <a:r>
            <a:rPr lang="ru-RU" sz="2500" b="1" i="0" kern="1200" dirty="0"/>
            <a:t>является русский язык </a:t>
          </a:r>
          <a:r>
            <a:rPr lang="ru-RU" sz="2500" b="0" i="0" kern="1200" dirty="0"/>
            <a:t>как язык государствообразующего народа, входящего в многонациональный союз равноправных народов РФ</a:t>
          </a:r>
          <a:r>
            <a:rPr lang="ru-RU" sz="2500" kern="1200" dirty="0"/>
            <a:t>.</a:t>
          </a:r>
          <a:endParaRPr lang="en-US" sz="2500" kern="1200" dirty="0"/>
        </a:p>
      </dsp:txBody>
      <dsp:txXfrm>
        <a:off x="105662" y="131758"/>
        <a:ext cx="8106723" cy="19531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D790E-3C99-41C7-BF85-8D08509BBC9F}">
      <dsp:nvSpPr>
        <dsp:cNvPr id="0" name=""/>
        <dsp:cNvSpPr/>
      </dsp:nvSpPr>
      <dsp:spPr>
        <a:xfrm>
          <a:off x="0" y="4697151"/>
          <a:ext cx="11762344" cy="5140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ru-RU" sz="2400" b="0" kern="1200" dirty="0"/>
            <a:t>Архивное хранение или уничтожение</a:t>
          </a:r>
        </a:p>
      </dsp:txBody>
      <dsp:txXfrm>
        <a:off x="0" y="4697151"/>
        <a:ext cx="11762344" cy="514006"/>
      </dsp:txXfrm>
    </dsp:sp>
    <dsp:sp modelId="{C6DD5D9F-6911-4572-A405-093066B8B755}">
      <dsp:nvSpPr>
        <dsp:cNvPr id="0" name=""/>
        <dsp:cNvSpPr/>
      </dsp:nvSpPr>
      <dsp:spPr>
        <a:xfrm rot="10800000">
          <a:off x="0" y="3914319"/>
          <a:ext cx="11762344" cy="79054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ru-RU" sz="2400" b="0" kern="1200" dirty="0"/>
            <a:t>Отметка об исполнении </a:t>
          </a:r>
        </a:p>
      </dsp:txBody>
      <dsp:txXfrm rot="10800000">
        <a:off x="0" y="3914319"/>
        <a:ext cx="11762344" cy="513670"/>
      </dsp:txXfrm>
    </dsp:sp>
    <dsp:sp modelId="{FD19AE2D-FAB7-4E9C-B22D-27CC4BA4F785}">
      <dsp:nvSpPr>
        <dsp:cNvPr id="0" name=""/>
        <dsp:cNvSpPr/>
      </dsp:nvSpPr>
      <dsp:spPr>
        <a:xfrm rot="10800000">
          <a:off x="0" y="3131486"/>
          <a:ext cx="11762344" cy="79054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ru-RU" sz="2400" b="0" kern="1200" dirty="0"/>
            <a:t>Контроль исполнения</a:t>
          </a:r>
        </a:p>
      </dsp:txBody>
      <dsp:txXfrm rot="10800000">
        <a:off x="0" y="3131486"/>
        <a:ext cx="11762344" cy="513670"/>
      </dsp:txXfrm>
    </dsp:sp>
    <dsp:sp modelId="{C306D144-0CA7-473E-A001-1FC6D53779AD}">
      <dsp:nvSpPr>
        <dsp:cNvPr id="0" name=""/>
        <dsp:cNvSpPr/>
      </dsp:nvSpPr>
      <dsp:spPr>
        <a:xfrm rot="10800000">
          <a:off x="0" y="2348654"/>
          <a:ext cx="11762344" cy="79054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ru-RU" sz="2400" b="0" kern="1200" dirty="0"/>
            <a:t>Исполнение документа</a:t>
          </a:r>
        </a:p>
      </dsp:txBody>
      <dsp:txXfrm rot="10800000">
        <a:off x="0" y="2348654"/>
        <a:ext cx="11762344" cy="513670"/>
      </dsp:txXfrm>
    </dsp:sp>
    <dsp:sp modelId="{9FDB4922-B794-48B3-822B-7A0BC42941C6}">
      <dsp:nvSpPr>
        <dsp:cNvPr id="0" name=""/>
        <dsp:cNvSpPr/>
      </dsp:nvSpPr>
      <dsp:spPr>
        <a:xfrm rot="10800000">
          <a:off x="0" y="1565822"/>
          <a:ext cx="11762344" cy="79054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ru-RU" sz="2400" b="0" kern="1200" dirty="0"/>
            <a:t>Рассмотрение руководством </a:t>
          </a:r>
        </a:p>
      </dsp:txBody>
      <dsp:txXfrm rot="10800000">
        <a:off x="0" y="1565822"/>
        <a:ext cx="11762344" cy="513670"/>
      </dsp:txXfrm>
    </dsp:sp>
    <dsp:sp modelId="{D5974E2E-B158-4CFD-BE72-1858153DB29D}">
      <dsp:nvSpPr>
        <dsp:cNvPr id="0" name=""/>
        <dsp:cNvSpPr/>
      </dsp:nvSpPr>
      <dsp:spPr>
        <a:xfrm rot="10800000">
          <a:off x="0" y="782990"/>
          <a:ext cx="11762344" cy="79054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ru-RU" sz="2400" b="0" kern="1200" dirty="0"/>
            <a:t>Регистрация документа </a:t>
          </a:r>
        </a:p>
      </dsp:txBody>
      <dsp:txXfrm rot="10800000">
        <a:off x="0" y="782990"/>
        <a:ext cx="11762344" cy="513670"/>
      </dsp:txXfrm>
    </dsp:sp>
    <dsp:sp modelId="{515F87A3-0EBE-49FB-BCCF-5C07472A6AE4}">
      <dsp:nvSpPr>
        <dsp:cNvPr id="0" name=""/>
        <dsp:cNvSpPr/>
      </dsp:nvSpPr>
      <dsp:spPr>
        <a:xfrm rot="10800000">
          <a:off x="0" y="157"/>
          <a:ext cx="11762344" cy="79054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ru-RU" sz="2400" b="0" kern="1200" dirty="0"/>
            <a:t>Создание документа</a:t>
          </a:r>
        </a:p>
      </dsp:txBody>
      <dsp:txXfrm rot="10800000">
        <a:off x="0" y="157"/>
        <a:ext cx="11762344" cy="51367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9F945-FF89-4FF1-9941-FAD52E208872}">
      <dsp:nvSpPr>
        <dsp:cNvPr id="0" name=""/>
        <dsp:cNvSpPr/>
      </dsp:nvSpPr>
      <dsp:spPr>
        <a:xfrm>
          <a:off x="1430" y="17470"/>
          <a:ext cx="5579140" cy="12906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ru-RU" sz="5900" kern="1200"/>
            <a:t>Угловой</a:t>
          </a:r>
        </a:p>
      </dsp:txBody>
      <dsp:txXfrm>
        <a:off x="1430" y="17470"/>
        <a:ext cx="5579140" cy="1290622"/>
      </dsp:txXfrm>
    </dsp:sp>
    <dsp:sp modelId="{0CC42DDF-1603-43B6-9CE1-DA9DEEB5914D}">
      <dsp:nvSpPr>
        <dsp:cNvPr id="0" name=""/>
        <dsp:cNvSpPr/>
      </dsp:nvSpPr>
      <dsp:spPr>
        <a:xfrm>
          <a:off x="6138485" y="17470"/>
          <a:ext cx="5579140" cy="12906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ru-RU" sz="5900" kern="1200"/>
            <a:t>Продольный</a:t>
          </a:r>
        </a:p>
      </dsp:txBody>
      <dsp:txXfrm>
        <a:off x="6138485" y="17470"/>
        <a:ext cx="5579140" cy="12906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95856-BBBB-47D4-A29D-B040D3807C5D}">
      <dsp:nvSpPr>
        <dsp:cNvPr id="0" name=""/>
        <dsp:cNvSpPr/>
      </dsp:nvSpPr>
      <dsp:spPr>
        <a:xfrm>
          <a:off x="384564" y="1692"/>
          <a:ext cx="5052299" cy="14141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ru-RU" sz="3000" b="1" kern="1200"/>
            <a:t>Общий бланк</a:t>
          </a:r>
          <a:endParaRPr lang="ru-RU" sz="3000" kern="1200"/>
        </a:p>
      </dsp:txBody>
      <dsp:txXfrm>
        <a:off x="384564" y="1692"/>
        <a:ext cx="5052299" cy="1414174"/>
      </dsp:txXfrm>
    </dsp:sp>
    <dsp:sp modelId="{3DE63E36-33CC-4841-B7F4-B263F992DF0F}">
      <dsp:nvSpPr>
        <dsp:cNvPr id="0" name=""/>
        <dsp:cNvSpPr/>
      </dsp:nvSpPr>
      <dsp:spPr>
        <a:xfrm>
          <a:off x="384564" y="1760945"/>
          <a:ext cx="5052299" cy="14141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ru-RU" sz="3000" b="1" kern="1200"/>
            <a:t>Бланк письма</a:t>
          </a:r>
          <a:endParaRPr lang="ru-RU" sz="3000" kern="1200"/>
        </a:p>
      </dsp:txBody>
      <dsp:txXfrm>
        <a:off x="384564" y="1760945"/>
        <a:ext cx="5052299" cy="1414174"/>
      </dsp:txXfrm>
    </dsp:sp>
    <dsp:sp modelId="{6D1C9447-7177-49C8-B30D-95B631CE3D44}">
      <dsp:nvSpPr>
        <dsp:cNvPr id="0" name=""/>
        <dsp:cNvSpPr/>
      </dsp:nvSpPr>
      <dsp:spPr>
        <a:xfrm>
          <a:off x="384564" y="3520199"/>
          <a:ext cx="5052299" cy="14141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ru-RU" sz="3000" b="1" kern="1200"/>
            <a:t>Бланк конкретного вида документа (кроме письма)</a:t>
          </a:r>
          <a:endParaRPr lang="ru-RU" sz="3000" kern="1200"/>
        </a:p>
      </dsp:txBody>
      <dsp:txXfrm>
        <a:off x="384564" y="3520199"/>
        <a:ext cx="5052299" cy="141417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D8DF6-8837-45C6-8E74-F30A275EAD50}">
      <dsp:nvSpPr>
        <dsp:cNvPr id="0" name=""/>
        <dsp:cNvSpPr/>
      </dsp:nvSpPr>
      <dsp:spPr>
        <a:xfrm>
          <a:off x="3797" y="74186"/>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dirty="0"/>
            <a:t>1 - герб </a:t>
          </a:r>
          <a:endParaRPr lang="ru-RU" sz="1400" kern="1200" dirty="0"/>
        </a:p>
      </dsp:txBody>
      <dsp:txXfrm>
        <a:off x="3797" y="74186"/>
        <a:ext cx="1348345" cy="1076804"/>
      </dsp:txXfrm>
    </dsp:sp>
    <dsp:sp modelId="{EC61AE1C-7D74-45B3-B924-FAE30B998692}">
      <dsp:nvSpPr>
        <dsp:cNvPr id="0" name=""/>
        <dsp:cNvSpPr/>
      </dsp:nvSpPr>
      <dsp:spPr>
        <a:xfrm>
          <a:off x="1486976" y="74186"/>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2 - эмблема;</a:t>
          </a:r>
          <a:endParaRPr lang="ru-RU" sz="1400" kern="1200"/>
        </a:p>
      </dsp:txBody>
      <dsp:txXfrm>
        <a:off x="1486976" y="74186"/>
        <a:ext cx="1348345" cy="1076804"/>
      </dsp:txXfrm>
    </dsp:sp>
    <dsp:sp modelId="{6D21E6A6-79AB-45AA-A652-FCD0C625724D}">
      <dsp:nvSpPr>
        <dsp:cNvPr id="0" name=""/>
        <dsp:cNvSpPr/>
      </dsp:nvSpPr>
      <dsp:spPr>
        <a:xfrm>
          <a:off x="2970156" y="74186"/>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3 - товарный знак (знак обслуживания);</a:t>
          </a:r>
          <a:endParaRPr lang="ru-RU" sz="1400" kern="1200"/>
        </a:p>
      </dsp:txBody>
      <dsp:txXfrm>
        <a:off x="2970156" y="74186"/>
        <a:ext cx="1348345" cy="1076804"/>
      </dsp:txXfrm>
    </dsp:sp>
    <dsp:sp modelId="{C1582227-638D-4F93-8627-7A1A9C5CA3D4}">
      <dsp:nvSpPr>
        <dsp:cNvPr id="0" name=""/>
        <dsp:cNvSpPr/>
      </dsp:nvSpPr>
      <dsp:spPr>
        <a:xfrm>
          <a:off x="4453336" y="74186"/>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4 - код формы документа;</a:t>
          </a:r>
          <a:endParaRPr lang="ru-RU" sz="1400" kern="1200"/>
        </a:p>
      </dsp:txBody>
      <dsp:txXfrm>
        <a:off x="4453336" y="74186"/>
        <a:ext cx="1348345" cy="1076804"/>
      </dsp:txXfrm>
    </dsp:sp>
    <dsp:sp modelId="{932A2118-351E-404E-A081-0AF6D97FBFC8}">
      <dsp:nvSpPr>
        <dsp:cNvPr id="0" name=""/>
        <dsp:cNvSpPr/>
      </dsp:nvSpPr>
      <dsp:spPr>
        <a:xfrm>
          <a:off x="5936515" y="74186"/>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dirty="0"/>
            <a:t>5 - наименование организации;</a:t>
          </a:r>
          <a:endParaRPr lang="ru-RU" sz="1400" kern="1200" dirty="0"/>
        </a:p>
      </dsp:txBody>
      <dsp:txXfrm>
        <a:off x="5936515" y="74186"/>
        <a:ext cx="1348345" cy="1076804"/>
      </dsp:txXfrm>
    </dsp:sp>
    <dsp:sp modelId="{18DFC519-C17D-435B-A485-5A21281C1D96}">
      <dsp:nvSpPr>
        <dsp:cNvPr id="0" name=""/>
        <dsp:cNvSpPr/>
      </dsp:nvSpPr>
      <dsp:spPr>
        <a:xfrm>
          <a:off x="7419695" y="74186"/>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dirty="0"/>
            <a:t>6 - наименование структурного подразделения;</a:t>
          </a:r>
          <a:endParaRPr lang="ru-RU" sz="1400" kern="1200" dirty="0"/>
        </a:p>
      </dsp:txBody>
      <dsp:txXfrm>
        <a:off x="7419695" y="74186"/>
        <a:ext cx="1348345" cy="1076804"/>
      </dsp:txXfrm>
    </dsp:sp>
    <dsp:sp modelId="{10F14D3E-96F8-4C69-9DF5-5C73EBE2C45B}">
      <dsp:nvSpPr>
        <dsp:cNvPr id="0" name=""/>
        <dsp:cNvSpPr/>
      </dsp:nvSpPr>
      <dsp:spPr>
        <a:xfrm>
          <a:off x="8902875" y="74186"/>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7 - наименование должности;</a:t>
          </a:r>
          <a:endParaRPr lang="ru-RU" sz="1400" kern="1200"/>
        </a:p>
      </dsp:txBody>
      <dsp:txXfrm>
        <a:off x="8902875" y="74186"/>
        <a:ext cx="1348345" cy="1076804"/>
      </dsp:txXfrm>
    </dsp:sp>
    <dsp:sp modelId="{647CB585-6D4D-4DBC-9C1C-E3E8159EC569}">
      <dsp:nvSpPr>
        <dsp:cNvPr id="0" name=""/>
        <dsp:cNvSpPr/>
      </dsp:nvSpPr>
      <dsp:spPr>
        <a:xfrm>
          <a:off x="10386054" y="74186"/>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8 - справочные данные об организации;</a:t>
          </a:r>
          <a:endParaRPr lang="ru-RU" sz="1400" kern="1200"/>
        </a:p>
      </dsp:txBody>
      <dsp:txXfrm>
        <a:off x="10386054" y="74186"/>
        <a:ext cx="1348345" cy="1076804"/>
      </dsp:txXfrm>
    </dsp:sp>
    <dsp:sp modelId="{43977CA0-0748-4371-87CE-2B70FD5078CF}">
      <dsp:nvSpPr>
        <dsp:cNvPr id="0" name=""/>
        <dsp:cNvSpPr/>
      </dsp:nvSpPr>
      <dsp:spPr>
        <a:xfrm>
          <a:off x="3797" y="1285825"/>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9 - наименование вида документа;</a:t>
          </a:r>
          <a:endParaRPr lang="ru-RU" sz="1400" kern="1200"/>
        </a:p>
      </dsp:txBody>
      <dsp:txXfrm>
        <a:off x="3797" y="1285825"/>
        <a:ext cx="1348345" cy="1076804"/>
      </dsp:txXfrm>
    </dsp:sp>
    <dsp:sp modelId="{96B97CD7-3B2C-4B35-9D3E-DDAD283E6B4C}">
      <dsp:nvSpPr>
        <dsp:cNvPr id="0" name=""/>
        <dsp:cNvSpPr/>
      </dsp:nvSpPr>
      <dsp:spPr>
        <a:xfrm>
          <a:off x="1486976" y="1285825"/>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10 - дата документа;</a:t>
          </a:r>
          <a:endParaRPr lang="ru-RU" sz="1400" kern="1200"/>
        </a:p>
      </dsp:txBody>
      <dsp:txXfrm>
        <a:off x="1486976" y="1285825"/>
        <a:ext cx="1348345" cy="1076804"/>
      </dsp:txXfrm>
    </dsp:sp>
    <dsp:sp modelId="{22047B71-3071-45EF-A2F6-5815A77B53DB}">
      <dsp:nvSpPr>
        <dsp:cNvPr id="0" name=""/>
        <dsp:cNvSpPr/>
      </dsp:nvSpPr>
      <dsp:spPr>
        <a:xfrm>
          <a:off x="2970156" y="1285825"/>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11 - регистрационный номер документа;</a:t>
          </a:r>
          <a:endParaRPr lang="ru-RU" sz="1400" kern="1200"/>
        </a:p>
      </dsp:txBody>
      <dsp:txXfrm>
        <a:off x="2970156" y="1285825"/>
        <a:ext cx="1348345" cy="1076804"/>
      </dsp:txXfrm>
    </dsp:sp>
    <dsp:sp modelId="{558976B7-764F-4932-9259-61E08705F6BB}">
      <dsp:nvSpPr>
        <dsp:cNvPr id="0" name=""/>
        <dsp:cNvSpPr/>
      </dsp:nvSpPr>
      <dsp:spPr>
        <a:xfrm>
          <a:off x="4453336" y="1285825"/>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ru-RU" sz="1200" b="0" i="0" kern="1200" baseline="0" dirty="0"/>
            <a:t>12 - ссылка на регистрационный номер и дату поступившего документа;</a:t>
          </a:r>
          <a:endParaRPr lang="ru-RU" sz="1200" kern="1200" dirty="0"/>
        </a:p>
      </dsp:txBody>
      <dsp:txXfrm>
        <a:off x="4453336" y="1285825"/>
        <a:ext cx="1348345" cy="1076804"/>
      </dsp:txXfrm>
    </dsp:sp>
    <dsp:sp modelId="{C733B5FC-E676-440E-BA40-9030A740ACAC}">
      <dsp:nvSpPr>
        <dsp:cNvPr id="0" name=""/>
        <dsp:cNvSpPr/>
      </dsp:nvSpPr>
      <dsp:spPr>
        <a:xfrm>
          <a:off x="5936515" y="1285825"/>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dirty="0"/>
            <a:t>13 - место составления (издания) документа;</a:t>
          </a:r>
          <a:endParaRPr lang="ru-RU" sz="1400" kern="1200" dirty="0"/>
        </a:p>
      </dsp:txBody>
      <dsp:txXfrm>
        <a:off x="5936515" y="1285825"/>
        <a:ext cx="1348345" cy="1076804"/>
      </dsp:txXfrm>
    </dsp:sp>
    <dsp:sp modelId="{2B55C725-3D55-40AD-A296-9B9AB8C320B2}">
      <dsp:nvSpPr>
        <dsp:cNvPr id="0" name=""/>
        <dsp:cNvSpPr/>
      </dsp:nvSpPr>
      <dsp:spPr>
        <a:xfrm>
          <a:off x="7419695" y="1285825"/>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ru-RU" sz="1200" b="0" i="0" kern="1200" baseline="0" dirty="0"/>
            <a:t>14 - гриф (пометка) об ограничении доступа к документу;</a:t>
          </a:r>
          <a:endParaRPr lang="ru-RU" sz="1200" kern="1200" dirty="0"/>
        </a:p>
      </dsp:txBody>
      <dsp:txXfrm>
        <a:off x="7419695" y="1285825"/>
        <a:ext cx="1348345" cy="1076804"/>
      </dsp:txXfrm>
    </dsp:sp>
    <dsp:sp modelId="{A6295BCE-3788-4B91-BFBC-7858BF0D1688}">
      <dsp:nvSpPr>
        <dsp:cNvPr id="0" name=""/>
        <dsp:cNvSpPr/>
      </dsp:nvSpPr>
      <dsp:spPr>
        <a:xfrm>
          <a:off x="8902875" y="1285825"/>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15 - адресат;</a:t>
          </a:r>
          <a:endParaRPr lang="ru-RU" sz="1400" kern="1200"/>
        </a:p>
      </dsp:txBody>
      <dsp:txXfrm>
        <a:off x="8902875" y="1285825"/>
        <a:ext cx="1348345" cy="1076804"/>
      </dsp:txXfrm>
    </dsp:sp>
    <dsp:sp modelId="{83B9D8BE-11C1-4807-910F-A723AF26D426}">
      <dsp:nvSpPr>
        <dsp:cNvPr id="0" name=""/>
        <dsp:cNvSpPr/>
      </dsp:nvSpPr>
      <dsp:spPr>
        <a:xfrm>
          <a:off x="10386054" y="1285825"/>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16 - гриф утверждения документа;</a:t>
          </a:r>
          <a:endParaRPr lang="ru-RU" sz="1400" kern="1200"/>
        </a:p>
      </dsp:txBody>
      <dsp:txXfrm>
        <a:off x="10386054" y="1285825"/>
        <a:ext cx="1348345" cy="1076804"/>
      </dsp:txXfrm>
    </dsp:sp>
    <dsp:sp modelId="{D9E2A538-2706-4441-A017-0D1DC479B420}">
      <dsp:nvSpPr>
        <dsp:cNvPr id="0" name=""/>
        <dsp:cNvSpPr/>
      </dsp:nvSpPr>
      <dsp:spPr>
        <a:xfrm>
          <a:off x="3797" y="2497464"/>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17 - заголовок к тексту;</a:t>
          </a:r>
          <a:endParaRPr lang="ru-RU" sz="1400" kern="1200"/>
        </a:p>
      </dsp:txBody>
      <dsp:txXfrm>
        <a:off x="3797" y="2497464"/>
        <a:ext cx="1348345" cy="1076804"/>
      </dsp:txXfrm>
    </dsp:sp>
    <dsp:sp modelId="{3172B725-47D7-4B9D-8B35-5907E3F97D9E}">
      <dsp:nvSpPr>
        <dsp:cNvPr id="0" name=""/>
        <dsp:cNvSpPr/>
      </dsp:nvSpPr>
      <dsp:spPr>
        <a:xfrm>
          <a:off x="1486976" y="2497464"/>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b="0" i="0" kern="1200" baseline="0"/>
            <a:t>18 - текст документа;</a:t>
          </a:r>
          <a:endParaRPr lang="ru-RU" sz="1400" kern="1200"/>
        </a:p>
      </dsp:txBody>
      <dsp:txXfrm>
        <a:off x="1486976" y="2497464"/>
        <a:ext cx="1348345" cy="1076804"/>
      </dsp:txXfrm>
    </dsp:sp>
    <dsp:sp modelId="{AB348E57-6C6A-477B-94CA-70DA3E7342B5}">
      <dsp:nvSpPr>
        <dsp:cNvPr id="0" name=""/>
        <dsp:cNvSpPr/>
      </dsp:nvSpPr>
      <dsp:spPr>
        <a:xfrm>
          <a:off x="2970156" y="2497464"/>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19 - отметка о приложении;</a:t>
          </a:r>
        </a:p>
      </dsp:txBody>
      <dsp:txXfrm>
        <a:off x="2970156" y="2497464"/>
        <a:ext cx="1348345" cy="1076804"/>
      </dsp:txXfrm>
    </dsp:sp>
    <dsp:sp modelId="{1C321EDF-3B3E-4F5F-BAE5-0913D3A47768}">
      <dsp:nvSpPr>
        <dsp:cNvPr id="0" name=""/>
        <dsp:cNvSpPr/>
      </dsp:nvSpPr>
      <dsp:spPr>
        <a:xfrm>
          <a:off x="4453336" y="2497464"/>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20 - гриф согласования документа;</a:t>
          </a:r>
        </a:p>
      </dsp:txBody>
      <dsp:txXfrm>
        <a:off x="4453336" y="2497464"/>
        <a:ext cx="1348345" cy="1076804"/>
      </dsp:txXfrm>
    </dsp:sp>
    <dsp:sp modelId="{329F2ADF-AD08-41C0-A4C9-D48DF205E121}">
      <dsp:nvSpPr>
        <dsp:cNvPr id="0" name=""/>
        <dsp:cNvSpPr/>
      </dsp:nvSpPr>
      <dsp:spPr>
        <a:xfrm>
          <a:off x="5936515" y="2497464"/>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21 - виза;</a:t>
          </a:r>
        </a:p>
      </dsp:txBody>
      <dsp:txXfrm>
        <a:off x="5936515" y="2497464"/>
        <a:ext cx="1348345" cy="1076804"/>
      </dsp:txXfrm>
    </dsp:sp>
    <dsp:sp modelId="{BD18F508-AF2B-4E53-9CA8-16ECBD0B6CF3}">
      <dsp:nvSpPr>
        <dsp:cNvPr id="0" name=""/>
        <dsp:cNvSpPr/>
      </dsp:nvSpPr>
      <dsp:spPr>
        <a:xfrm>
          <a:off x="7419695" y="2497464"/>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22 - подпись;</a:t>
          </a:r>
        </a:p>
      </dsp:txBody>
      <dsp:txXfrm>
        <a:off x="7419695" y="2497464"/>
        <a:ext cx="1348345" cy="1076804"/>
      </dsp:txXfrm>
    </dsp:sp>
    <dsp:sp modelId="{C556A6F6-4DB0-47B4-BED4-84A3B0A39200}">
      <dsp:nvSpPr>
        <dsp:cNvPr id="0" name=""/>
        <dsp:cNvSpPr/>
      </dsp:nvSpPr>
      <dsp:spPr>
        <a:xfrm>
          <a:off x="8902875" y="2497464"/>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23 - отметка об электронной подписи;</a:t>
          </a:r>
        </a:p>
      </dsp:txBody>
      <dsp:txXfrm>
        <a:off x="8902875" y="2497464"/>
        <a:ext cx="1348345" cy="1076804"/>
      </dsp:txXfrm>
    </dsp:sp>
    <dsp:sp modelId="{F06B745A-81D0-487D-A4AA-4E2D439AA6DC}">
      <dsp:nvSpPr>
        <dsp:cNvPr id="0" name=""/>
        <dsp:cNvSpPr/>
      </dsp:nvSpPr>
      <dsp:spPr>
        <a:xfrm>
          <a:off x="10386054" y="2497464"/>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24 - печать;</a:t>
          </a:r>
        </a:p>
      </dsp:txBody>
      <dsp:txXfrm>
        <a:off x="10386054" y="2497464"/>
        <a:ext cx="1348345" cy="1076804"/>
      </dsp:txXfrm>
    </dsp:sp>
    <dsp:sp modelId="{B4AA2D5E-F722-4A15-8DD5-CBA2C0256C05}">
      <dsp:nvSpPr>
        <dsp:cNvPr id="0" name=""/>
        <dsp:cNvSpPr/>
      </dsp:nvSpPr>
      <dsp:spPr>
        <a:xfrm>
          <a:off x="745386" y="3709103"/>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25 - отметка об исполнителе;</a:t>
          </a:r>
        </a:p>
      </dsp:txBody>
      <dsp:txXfrm>
        <a:off x="745386" y="3709103"/>
        <a:ext cx="1348345" cy="1076804"/>
      </dsp:txXfrm>
    </dsp:sp>
    <dsp:sp modelId="{DFF72125-E019-4DFF-A7E1-0492B2A1DEAC}">
      <dsp:nvSpPr>
        <dsp:cNvPr id="0" name=""/>
        <dsp:cNvSpPr/>
      </dsp:nvSpPr>
      <dsp:spPr>
        <a:xfrm>
          <a:off x="2228566" y="3709103"/>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26 - отметка о заверении копии;</a:t>
          </a:r>
        </a:p>
      </dsp:txBody>
      <dsp:txXfrm>
        <a:off x="2228566" y="3709103"/>
        <a:ext cx="1348345" cy="1076804"/>
      </dsp:txXfrm>
    </dsp:sp>
    <dsp:sp modelId="{3AAE6B85-88F4-4EE1-8B3A-4957CEC2276A}">
      <dsp:nvSpPr>
        <dsp:cNvPr id="0" name=""/>
        <dsp:cNvSpPr/>
      </dsp:nvSpPr>
      <dsp:spPr>
        <a:xfrm>
          <a:off x="3711746" y="3709103"/>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27 - отметка о поступлении документа;</a:t>
          </a:r>
        </a:p>
      </dsp:txBody>
      <dsp:txXfrm>
        <a:off x="3711746" y="3709103"/>
        <a:ext cx="1348345" cy="1076804"/>
      </dsp:txXfrm>
    </dsp:sp>
    <dsp:sp modelId="{1D5F3011-B2EF-446F-BF3D-741CBEDA84B8}">
      <dsp:nvSpPr>
        <dsp:cNvPr id="0" name=""/>
        <dsp:cNvSpPr/>
      </dsp:nvSpPr>
      <dsp:spPr>
        <a:xfrm>
          <a:off x="5194925" y="3709103"/>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28 - резолюция;</a:t>
          </a:r>
        </a:p>
      </dsp:txBody>
      <dsp:txXfrm>
        <a:off x="5194925" y="3709103"/>
        <a:ext cx="1348345" cy="1076804"/>
      </dsp:txXfrm>
    </dsp:sp>
    <dsp:sp modelId="{54D814E0-653D-4D62-A74E-5AF3BA0C719C}">
      <dsp:nvSpPr>
        <dsp:cNvPr id="0" name=""/>
        <dsp:cNvSpPr/>
      </dsp:nvSpPr>
      <dsp:spPr>
        <a:xfrm>
          <a:off x="6678105" y="3709103"/>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29 - отметка о контроле;</a:t>
          </a:r>
        </a:p>
      </dsp:txBody>
      <dsp:txXfrm>
        <a:off x="6678105" y="3709103"/>
        <a:ext cx="1348345" cy="1076804"/>
      </dsp:txXfrm>
    </dsp:sp>
    <dsp:sp modelId="{2D7878D0-F86F-4815-914D-B0A46CA87E53}">
      <dsp:nvSpPr>
        <dsp:cNvPr id="0" name=""/>
        <dsp:cNvSpPr/>
      </dsp:nvSpPr>
      <dsp:spPr>
        <a:xfrm>
          <a:off x="8161285" y="3709103"/>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30 - отметка о направлении документа в дело;</a:t>
          </a:r>
        </a:p>
      </dsp:txBody>
      <dsp:txXfrm>
        <a:off x="8161285" y="3709103"/>
        <a:ext cx="1348345" cy="1076804"/>
      </dsp:txXfrm>
    </dsp:sp>
    <dsp:sp modelId="{9957AA16-2B45-410B-B067-ACFE7A913745}">
      <dsp:nvSpPr>
        <dsp:cNvPr id="0" name=""/>
        <dsp:cNvSpPr/>
      </dsp:nvSpPr>
      <dsp:spPr>
        <a:xfrm>
          <a:off x="9644464" y="3709103"/>
          <a:ext cx="1348345" cy="107680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ru-RU" sz="1400" kern="1200"/>
            <a:t>31 - штрих-код (</a:t>
          </a:r>
          <a:r>
            <a:rPr lang="fr-FR" sz="1400" kern="1200"/>
            <a:t>QR-</a:t>
          </a:r>
          <a:r>
            <a:rPr lang="ru-RU" sz="1400" kern="1200"/>
            <a:t>код) документа.</a:t>
          </a:r>
        </a:p>
      </dsp:txBody>
      <dsp:txXfrm>
        <a:off x="9644464" y="3709103"/>
        <a:ext cx="1348345" cy="10768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DF262E-2510-4347-97E7-5347EC30F5A4}">
      <dsp:nvSpPr>
        <dsp:cNvPr id="0" name=""/>
        <dsp:cNvSpPr/>
      </dsp:nvSpPr>
      <dsp:spPr>
        <a:xfrm>
          <a:off x="1436" y="806"/>
          <a:ext cx="5602047" cy="1568046"/>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ru-RU" sz="2400" b="1" kern="1200"/>
            <a:t>Эмблема организации </a:t>
          </a:r>
          <a:r>
            <a:rPr lang="ru-RU" sz="2400" kern="1200"/>
            <a:t>– знак или логотип ведомства, может размещаться на бланках (не применяется вместе с гербом РФ).</a:t>
          </a:r>
        </a:p>
      </dsp:txBody>
      <dsp:txXfrm>
        <a:off x="1436" y="806"/>
        <a:ext cx="5602047" cy="1568046"/>
      </dsp:txXfrm>
    </dsp:sp>
    <dsp:sp modelId="{5FFEC32D-C343-4E61-B983-C00A227E1635}">
      <dsp:nvSpPr>
        <dsp:cNvPr id="0" name=""/>
        <dsp:cNvSpPr/>
      </dsp:nvSpPr>
      <dsp:spPr>
        <a:xfrm>
          <a:off x="6163688" y="806"/>
          <a:ext cx="5602047" cy="1568046"/>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ru-RU" sz="2400" b="1" kern="1200" dirty="0"/>
            <a:t>Товарный знак </a:t>
          </a:r>
          <a:r>
            <a:rPr lang="ru-RU" sz="2400" kern="1200" dirty="0"/>
            <a:t>– для коммерческих организаций; для госорганов не актуален.</a:t>
          </a:r>
        </a:p>
      </dsp:txBody>
      <dsp:txXfrm>
        <a:off x="6163688" y="806"/>
        <a:ext cx="5602047" cy="156804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DF262E-2510-4347-97E7-5347EC30F5A4}">
      <dsp:nvSpPr>
        <dsp:cNvPr id="0" name=""/>
        <dsp:cNvSpPr/>
      </dsp:nvSpPr>
      <dsp:spPr>
        <a:xfrm>
          <a:off x="1436" y="789"/>
          <a:ext cx="5602047" cy="156808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ru-RU" sz="2300" b="1" kern="1200" dirty="0"/>
            <a:t>Наименование структурного подразделения</a:t>
          </a:r>
          <a:r>
            <a:rPr lang="ru-RU" sz="2300" kern="1200" dirty="0"/>
            <a:t> (если документ исходящий от конкретного департамента, управления и т.д.).</a:t>
          </a:r>
        </a:p>
      </dsp:txBody>
      <dsp:txXfrm>
        <a:off x="1436" y="789"/>
        <a:ext cx="5602047" cy="1568080"/>
      </dsp:txXfrm>
    </dsp:sp>
    <dsp:sp modelId="{5FFEC32D-C343-4E61-B983-C00A227E1635}">
      <dsp:nvSpPr>
        <dsp:cNvPr id="0" name=""/>
        <dsp:cNvSpPr/>
      </dsp:nvSpPr>
      <dsp:spPr>
        <a:xfrm>
          <a:off x="6163688" y="789"/>
          <a:ext cx="5602047" cy="156808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ru-RU" sz="2300" b="1" kern="1200" dirty="0"/>
            <a:t>Наименование должности</a:t>
          </a:r>
          <a:r>
            <a:rPr lang="ru-RU" sz="2300" kern="1200" dirty="0"/>
            <a:t> – должностное лицо, от имени которого издается документ (например, Министр, Руководитель Департамента).</a:t>
          </a:r>
        </a:p>
      </dsp:txBody>
      <dsp:txXfrm>
        <a:off x="6163688" y="789"/>
        <a:ext cx="5602047" cy="15680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5339B9-9DFD-4237-8BB4-EDF3CC90605B}">
      <dsp:nvSpPr>
        <dsp:cNvPr id="0" name=""/>
        <dsp:cNvSpPr/>
      </dsp:nvSpPr>
      <dsp:spPr>
        <a:xfrm>
          <a:off x="3720" y="301025"/>
          <a:ext cx="3627767" cy="4608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ru-RU" sz="1600" kern="1200"/>
            <a:t>Организационные</a:t>
          </a:r>
          <a:endParaRPr lang="ru-RU" sz="1600" kern="1200" dirty="0"/>
        </a:p>
      </dsp:txBody>
      <dsp:txXfrm>
        <a:off x="3720" y="301025"/>
        <a:ext cx="3627767" cy="460800"/>
      </dsp:txXfrm>
    </dsp:sp>
    <dsp:sp modelId="{46E2EBA7-9C38-4D03-A9CD-1F4613B29167}">
      <dsp:nvSpPr>
        <dsp:cNvPr id="0" name=""/>
        <dsp:cNvSpPr/>
      </dsp:nvSpPr>
      <dsp:spPr>
        <a:xfrm>
          <a:off x="3720" y="761825"/>
          <a:ext cx="3627767" cy="24595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100000"/>
            </a:lnSpc>
            <a:spcBef>
              <a:spcPct val="0"/>
            </a:spcBef>
            <a:spcAft>
              <a:spcPct val="15000"/>
            </a:spcAft>
            <a:buChar char="•"/>
          </a:pPr>
          <a:r>
            <a:rPr lang="ru-RU" sz="1600" kern="1200" dirty="0"/>
            <a:t>Устав</a:t>
          </a:r>
        </a:p>
        <a:p>
          <a:pPr marL="171450" lvl="1" indent="-171450" algn="l" defTabSz="711200">
            <a:lnSpc>
              <a:spcPct val="100000"/>
            </a:lnSpc>
            <a:spcBef>
              <a:spcPct val="0"/>
            </a:spcBef>
            <a:spcAft>
              <a:spcPct val="15000"/>
            </a:spcAft>
            <a:buChar char="•"/>
          </a:pPr>
          <a:r>
            <a:rPr lang="ru-RU" sz="1600" kern="1200" dirty="0"/>
            <a:t>Положение</a:t>
          </a:r>
        </a:p>
        <a:p>
          <a:pPr marL="171450" lvl="1" indent="-171450" algn="l" defTabSz="711200">
            <a:lnSpc>
              <a:spcPct val="100000"/>
            </a:lnSpc>
            <a:spcBef>
              <a:spcPct val="0"/>
            </a:spcBef>
            <a:spcAft>
              <a:spcPct val="15000"/>
            </a:spcAft>
            <a:buChar char="•"/>
          </a:pPr>
          <a:r>
            <a:rPr lang="ru-RU" sz="1600" kern="1200" dirty="0"/>
            <a:t>Правила (</a:t>
          </a:r>
          <a:r>
            <a:rPr lang="ru-RU" sz="1600" i="1" kern="1200" dirty="0"/>
            <a:t>служебного поведения, трудового распорядка</a:t>
          </a:r>
          <a:r>
            <a:rPr lang="ru-RU" sz="1600" kern="1200" dirty="0"/>
            <a:t>)</a:t>
          </a:r>
        </a:p>
        <a:p>
          <a:pPr marL="171450" lvl="1" indent="-171450" algn="l" defTabSz="711200">
            <a:lnSpc>
              <a:spcPct val="100000"/>
            </a:lnSpc>
            <a:spcBef>
              <a:spcPct val="0"/>
            </a:spcBef>
            <a:spcAft>
              <a:spcPct val="15000"/>
            </a:spcAft>
            <a:buChar char="•"/>
          </a:pPr>
          <a:r>
            <a:rPr lang="ru-RU" sz="1600" kern="1200" dirty="0"/>
            <a:t>Инструкции (</a:t>
          </a:r>
          <a:r>
            <a:rPr lang="ru-RU" sz="1600" i="1" kern="1200" dirty="0"/>
            <a:t>делопроизводства</a:t>
          </a:r>
          <a:r>
            <a:rPr lang="ru-RU" sz="1600" kern="1200" dirty="0"/>
            <a:t>)</a:t>
          </a:r>
        </a:p>
        <a:p>
          <a:pPr marL="171450" lvl="1" indent="-171450" algn="l" defTabSz="711200">
            <a:lnSpc>
              <a:spcPct val="100000"/>
            </a:lnSpc>
            <a:spcBef>
              <a:spcPct val="0"/>
            </a:spcBef>
            <a:spcAft>
              <a:spcPct val="15000"/>
            </a:spcAft>
            <a:buChar char="•"/>
          </a:pPr>
          <a:r>
            <a:rPr lang="ru-RU" sz="1600" kern="1200" dirty="0"/>
            <a:t>Регламент (</a:t>
          </a:r>
          <a:r>
            <a:rPr lang="ru-RU" sz="1600" i="1" kern="1200" dirty="0"/>
            <a:t>должностной</a:t>
          </a:r>
          <a:r>
            <a:rPr lang="ru-RU" sz="1600" kern="1200" dirty="0"/>
            <a:t>) </a:t>
          </a:r>
        </a:p>
        <a:p>
          <a:pPr marL="171450" lvl="1" indent="-171450" algn="l" defTabSz="711200">
            <a:lnSpc>
              <a:spcPct val="100000"/>
            </a:lnSpc>
            <a:spcBef>
              <a:spcPct val="0"/>
            </a:spcBef>
            <a:spcAft>
              <a:spcPct val="15000"/>
            </a:spcAft>
            <a:buChar char="•"/>
          </a:pPr>
          <a:r>
            <a:rPr lang="ru-RU" sz="1600" kern="1200" dirty="0"/>
            <a:t>Штатное расписание</a:t>
          </a:r>
        </a:p>
        <a:p>
          <a:pPr marL="171450" lvl="1" indent="-171450" algn="l" defTabSz="711200">
            <a:lnSpc>
              <a:spcPct val="100000"/>
            </a:lnSpc>
            <a:spcBef>
              <a:spcPct val="0"/>
            </a:spcBef>
            <a:spcAft>
              <a:spcPct val="15000"/>
            </a:spcAft>
            <a:buChar char="•"/>
          </a:pPr>
          <a:r>
            <a:rPr lang="ru-RU" sz="1600" kern="1200" dirty="0"/>
            <a:t>И другие… (</a:t>
          </a:r>
          <a:r>
            <a:rPr lang="ru-RU" sz="1600" i="1" kern="1200" dirty="0"/>
            <a:t>договор</a:t>
          </a:r>
          <a:r>
            <a:rPr lang="ru-RU" sz="1600" kern="1200" dirty="0"/>
            <a:t>)</a:t>
          </a:r>
        </a:p>
      </dsp:txBody>
      <dsp:txXfrm>
        <a:off x="3720" y="761825"/>
        <a:ext cx="3627767" cy="2459520"/>
      </dsp:txXfrm>
    </dsp:sp>
    <dsp:sp modelId="{303F6974-C797-4953-884D-74A66DA74E05}">
      <dsp:nvSpPr>
        <dsp:cNvPr id="0" name=""/>
        <dsp:cNvSpPr/>
      </dsp:nvSpPr>
      <dsp:spPr>
        <a:xfrm>
          <a:off x="4139375" y="301025"/>
          <a:ext cx="3627767" cy="4608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ru-RU" sz="1600" b="1" kern="1200"/>
            <a:t>Распорядительные</a:t>
          </a:r>
          <a:endParaRPr lang="ru-RU" sz="1600" b="1" kern="1200" dirty="0"/>
        </a:p>
      </dsp:txBody>
      <dsp:txXfrm>
        <a:off x="4139375" y="301025"/>
        <a:ext cx="3627767" cy="460800"/>
      </dsp:txXfrm>
    </dsp:sp>
    <dsp:sp modelId="{BCAAE8D3-5C1A-4E3D-A2F6-8509C9B86A29}">
      <dsp:nvSpPr>
        <dsp:cNvPr id="0" name=""/>
        <dsp:cNvSpPr/>
      </dsp:nvSpPr>
      <dsp:spPr>
        <a:xfrm>
          <a:off x="4139375" y="761825"/>
          <a:ext cx="3627767" cy="24595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100000"/>
            </a:lnSpc>
            <a:spcBef>
              <a:spcPct val="0"/>
            </a:spcBef>
            <a:spcAft>
              <a:spcPct val="15000"/>
            </a:spcAft>
            <a:buChar char="•"/>
          </a:pPr>
          <a:r>
            <a:rPr lang="ru-RU" sz="1600" kern="1200" dirty="0"/>
            <a:t>Указ</a:t>
          </a:r>
        </a:p>
        <a:p>
          <a:pPr marL="171450" lvl="1" indent="-171450" algn="l" defTabSz="711200">
            <a:lnSpc>
              <a:spcPct val="100000"/>
            </a:lnSpc>
            <a:spcBef>
              <a:spcPct val="0"/>
            </a:spcBef>
            <a:spcAft>
              <a:spcPct val="15000"/>
            </a:spcAft>
            <a:buChar char="•"/>
          </a:pPr>
          <a:r>
            <a:rPr lang="ru-RU" sz="1600" kern="1200" dirty="0"/>
            <a:t>Постановление</a:t>
          </a:r>
        </a:p>
        <a:p>
          <a:pPr marL="171450" lvl="1" indent="-171450" algn="l" defTabSz="711200">
            <a:lnSpc>
              <a:spcPct val="100000"/>
            </a:lnSpc>
            <a:spcBef>
              <a:spcPct val="0"/>
            </a:spcBef>
            <a:spcAft>
              <a:spcPct val="15000"/>
            </a:spcAft>
            <a:buChar char="•"/>
          </a:pPr>
          <a:r>
            <a:rPr lang="ru-RU" sz="1600" kern="1200" dirty="0"/>
            <a:t>Распоряжение</a:t>
          </a:r>
        </a:p>
        <a:p>
          <a:pPr marL="171450" lvl="1" indent="-171450" algn="l" defTabSz="711200">
            <a:lnSpc>
              <a:spcPct val="100000"/>
            </a:lnSpc>
            <a:spcBef>
              <a:spcPct val="0"/>
            </a:spcBef>
            <a:spcAft>
              <a:spcPct val="15000"/>
            </a:spcAft>
            <a:buChar char="•"/>
          </a:pPr>
          <a:r>
            <a:rPr lang="ru-RU" sz="1600" kern="1200" dirty="0"/>
            <a:t>Приказ</a:t>
          </a:r>
        </a:p>
        <a:p>
          <a:pPr marL="171450" lvl="1" indent="-171450" algn="l" defTabSz="711200">
            <a:lnSpc>
              <a:spcPct val="100000"/>
            </a:lnSpc>
            <a:spcBef>
              <a:spcPct val="0"/>
            </a:spcBef>
            <a:spcAft>
              <a:spcPct val="15000"/>
            </a:spcAft>
            <a:buChar char="•"/>
          </a:pPr>
          <a:r>
            <a:rPr lang="ru-RU" sz="1600" kern="1200" dirty="0"/>
            <a:t>Решение</a:t>
          </a:r>
        </a:p>
        <a:p>
          <a:pPr marL="171450" lvl="1" indent="-171450" algn="l" defTabSz="711200">
            <a:lnSpc>
              <a:spcPct val="100000"/>
            </a:lnSpc>
            <a:spcBef>
              <a:spcPct val="0"/>
            </a:spcBef>
            <a:spcAft>
              <a:spcPct val="15000"/>
            </a:spcAft>
            <a:buChar char="•"/>
          </a:pPr>
          <a:endParaRPr lang="ru-RU" sz="1600" kern="1200" dirty="0"/>
        </a:p>
      </dsp:txBody>
      <dsp:txXfrm>
        <a:off x="4139375" y="761825"/>
        <a:ext cx="3627767" cy="2459520"/>
      </dsp:txXfrm>
    </dsp:sp>
    <dsp:sp modelId="{2CFDB0C8-6D80-4B5A-A178-584D8BBEBCB3}">
      <dsp:nvSpPr>
        <dsp:cNvPr id="0" name=""/>
        <dsp:cNvSpPr/>
      </dsp:nvSpPr>
      <dsp:spPr>
        <a:xfrm>
          <a:off x="8275030" y="301025"/>
          <a:ext cx="3627767" cy="4608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ru-RU" sz="1600" kern="1200"/>
            <a:t>Информационно-справочные</a:t>
          </a:r>
          <a:endParaRPr lang="ru-RU" sz="1600" kern="1200" dirty="0"/>
        </a:p>
      </dsp:txBody>
      <dsp:txXfrm>
        <a:off x="8275030" y="301025"/>
        <a:ext cx="3627767" cy="460800"/>
      </dsp:txXfrm>
    </dsp:sp>
    <dsp:sp modelId="{DE76321F-4F0A-49DF-947D-E3AC9B7F6BE4}">
      <dsp:nvSpPr>
        <dsp:cNvPr id="0" name=""/>
        <dsp:cNvSpPr/>
      </dsp:nvSpPr>
      <dsp:spPr>
        <a:xfrm>
          <a:off x="8275030" y="761825"/>
          <a:ext cx="3627767" cy="24595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100000"/>
            </a:lnSpc>
            <a:spcBef>
              <a:spcPct val="0"/>
            </a:spcBef>
            <a:spcAft>
              <a:spcPct val="15000"/>
            </a:spcAft>
            <a:buChar char="•"/>
          </a:pPr>
          <a:r>
            <a:rPr lang="ru-RU" sz="1600" kern="1200" dirty="0"/>
            <a:t>Служебная записка</a:t>
          </a:r>
        </a:p>
        <a:p>
          <a:pPr marL="171450" lvl="1" indent="-171450" algn="l" defTabSz="711200">
            <a:lnSpc>
              <a:spcPct val="100000"/>
            </a:lnSpc>
            <a:spcBef>
              <a:spcPct val="0"/>
            </a:spcBef>
            <a:spcAft>
              <a:spcPct val="15000"/>
            </a:spcAft>
            <a:buChar char="•"/>
          </a:pPr>
          <a:r>
            <a:rPr lang="ru-RU" sz="1600" kern="1200" dirty="0"/>
            <a:t>Протокол</a:t>
          </a:r>
        </a:p>
        <a:p>
          <a:pPr marL="171450" lvl="1" indent="-171450" algn="l" defTabSz="711200">
            <a:lnSpc>
              <a:spcPct val="100000"/>
            </a:lnSpc>
            <a:spcBef>
              <a:spcPct val="0"/>
            </a:spcBef>
            <a:spcAft>
              <a:spcPct val="15000"/>
            </a:spcAft>
            <a:buChar char="•"/>
          </a:pPr>
          <a:r>
            <a:rPr lang="ru-RU" sz="1600" kern="1200" dirty="0"/>
            <a:t>Справка</a:t>
          </a:r>
        </a:p>
        <a:p>
          <a:pPr marL="171450" lvl="1" indent="-171450" algn="l" defTabSz="711200">
            <a:lnSpc>
              <a:spcPct val="100000"/>
            </a:lnSpc>
            <a:spcBef>
              <a:spcPct val="0"/>
            </a:spcBef>
            <a:spcAft>
              <a:spcPct val="15000"/>
            </a:spcAft>
            <a:buChar char="•"/>
          </a:pPr>
          <a:r>
            <a:rPr lang="ru-RU" sz="1600" kern="1200" dirty="0"/>
            <a:t>Акт</a:t>
          </a:r>
        </a:p>
        <a:p>
          <a:pPr marL="171450" lvl="1" indent="-171450" algn="l" defTabSz="711200">
            <a:lnSpc>
              <a:spcPct val="100000"/>
            </a:lnSpc>
            <a:spcBef>
              <a:spcPct val="0"/>
            </a:spcBef>
            <a:spcAft>
              <a:spcPct val="15000"/>
            </a:spcAft>
            <a:buChar char="•"/>
          </a:pPr>
          <a:r>
            <a:rPr lang="ru-RU" sz="1600" kern="1200" dirty="0"/>
            <a:t>И другие… </a:t>
          </a:r>
          <a:br>
            <a:rPr lang="ru-RU" sz="1600" kern="1200" dirty="0"/>
          </a:br>
          <a:r>
            <a:rPr lang="ru-RU" sz="1600" kern="1200" dirty="0"/>
            <a:t>(</a:t>
          </a:r>
          <a:r>
            <a:rPr lang="ru-RU" sz="1600" i="1" kern="1200" dirty="0"/>
            <a:t>докладная записка, служебное письмо</a:t>
          </a:r>
          <a:r>
            <a:rPr lang="ru-RU" sz="1600" kern="1200" dirty="0"/>
            <a:t>)</a:t>
          </a:r>
        </a:p>
      </dsp:txBody>
      <dsp:txXfrm>
        <a:off x="8275030" y="761825"/>
        <a:ext cx="3627767" cy="245952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D1E1A5-0C4C-43F2-B96F-ACB8E7F5A742}">
      <dsp:nvSpPr>
        <dsp:cNvPr id="0" name=""/>
        <dsp:cNvSpPr/>
      </dsp:nvSpPr>
      <dsp:spPr>
        <a:xfrm>
          <a:off x="7986" y="80103"/>
          <a:ext cx="3712519" cy="2695289"/>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ru-RU" sz="1500" b="1" kern="1200" dirty="0"/>
            <a:t>Подпись</a:t>
          </a:r>
          <a:r>
            <a:rPr lang="ru-RU" sz="1500" kern="1200" dirty="0"/>
            <a:t> – один из главнейших реквизитов, придающих документу юридическую силу. Включает наименование должности лица, подписавшего документ, личную подпись (роспись) и расшифровку подписи (инициалы и фамилия). В электронных документах вместо собственноручной подписи используется электронная подпись (подробнее – ниже).</a:t>
          </a:r>
        </a:p>
      </dsp:txBody>
      <dsp:txXfrm>
        <a:off x="7986" y="80103"/>
        <a:ext cx="3712519" cy="2695289"/>
      </dsp:txXfrm>
    </dsp:sp>
    <dsp:sp modelId="{8179F566-A97A-43E1-8FAE-A22EF5D559D8}">
      <dsp:nvSpPr>
        <dsp:cNvPr id="0" name=""/>
        <dsp:cNvSpPr/>
      </dsp:nvSpPr>
      <dsp:spPr>
        <a:xfrm>
          <a:off x="4027326" y="80103"/>
          <a:ext cx="3712519" cy="2695289"/>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ru-RU" sz="1500" b="1" kern="1200" dirty="0"/>
            <a:t>Отметка об электронной подписи </a:t>
          </a:r>
          <a:r>
            <a:rPr lang="ru-RU" sz="1500" kern="1200" dirty="0"/>
            <a:t>– указывается в электронном документе при подписании его усиленной квалифицированной ЭП. Например, может автоматически добавляться строка «Подписано ЭП, сертификат такой-то».</a:t>
          </a:r>
        </a:p>
      </dsp:txBody>
      <dsp:txXfrm>
        <a:off x="4027326" y="80103"/>
        <a:ext cx="3712519" cy="2695289"/>
      </dsp:txXfrm>
    </dsp:sp>
    <dsp:sp modelId="{4972B5D5-A78A-4555-BA7B-0F6DAA1B7708}">
      <dsp:nvSpPr>
        <dsp:cNvPr id="0" name=""/>
        <dsp:cNvSpPr/>
      </dsp:nvSpPr>
      <dsp:spPr>
        <a:xfrm>
          <a:off x="8046665" y="80103"/>
          <a:ext cx="3712519" cy="2695289"/>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ru-RU" sz="1500" b="1" kern="1200" dirty="0"/>
            <a:t>Печать</a:t>
          </a:r>
          <a:r>
            <a:rPr lang="ru-RU" sz="1500" kern="1200" dirty="0"/>
            <a:t> – оттиск гербовой или другой печати организации. Согласно современным правилам, печать применяется только в случаях, прямо предусмотренных законами или нормативными актами. В делопроизводстве печать ставится, например, на копиях, требующих заверения, на некоторых видах справок и удостоверений. Для большинства внутренних документов печать не обязательна.</a:t>
          </a:r>
        </a:p>
      </dsp:txBody>
      <dsp:txXfrm>
        <a:off x="8046665" y="80103"/>
        <a:ext cx="3712519" cy="269528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D1E1A5-0C4C-43F2-B96F-ACB8E7F5A742}">
      <dsp:nvSpPr>
        <dsp:cNvPr id="0" name=""/>
        <dsp:cNvSpPr/>
      </dsp:nvSpPr>
      <dsp:spPr>
        <a:xfrm>
          <a:off x="405706" y="159"/>
          <a:ext cx="5340844" cy="180885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1" kern="1200" dirty="0"/>
            <a:t>Отметка о заверении копии</a:t>
          </a:r>
          <a:r>
            <a:rPr lang="ru-RU" sz="1800" kern="1200" dirty="0"/>
            <a:t> – ставится на копиях документов, чтобы удостоверить их верность оригиналу. Содержит слово «Верно», должность и подпись лица, заверившего копию, его инициалы и фамилию, дату заверения.</a:t>
          </a:r>
        </a:p>
      </dsp:txBody>
      <dsp:txXfrm>
        <a:off x="405706" y="159"/>
        <a:ext cx="5340844" cy="1808857"/>
      </dsp:txXfrm>
    </dsp:sp>
    <dsp:sp modelId="{8179F566-A97A-43E1-8FAE-A22EF5D559D8}">
      <dsp:nvSpPr>
        <dsp:cNvPr id="0" name=""/>
        <dsp:cNvSpPr/>
      </dsp:nvSpPr>
      <dsp:spPr>
        <a:xfrm>
          <a:off x="6020620" y="159"/>
          <a:ext cx="5340844" cy="180885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ru-RU" sz="1800" b="1" kern="1200" dirty="0"/>
            <a:t>Отметка о поступлении документа</a:t>
          </a:r>
          <a:r>
            <a:rPr lang="ru-RU" sz="1800" kern="1200" dirty="0"/>
            <a:t> – штамп или запись, фиксирующая дату и входящий номер документа, поступившего в организацию. Как правило, входящий штамп ставится на первом листе полученного документа (с указанием даты и регистрационного номера).</a:t>
          </a:r>
        </a:p>
      </dsp:txBody>
      <dsp:txXfrm>
        <a:off x="6020620" y="159"/>
        <a:ext cx="5340844" cy="180885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D1E1A5-0C4C-43F2-B96F-ACB8E7F5A742}">
      <dsp:nvSpPr>
        <dsp:cNvPr id="0" name=""/>
        <dsp:cNvSpPr/>
      </dsp:nvSpPr>
      <dsp:spPr>
        <a:xfrm>
          <a:off x="405706" y="159"/>
          <a:ext cx="5340844" cy="180885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ru-RU" sz="1700" b="1" kern="1200" dirty="0"/>
            <a:t>Резолюция</a:t>
          </a:r>
          <a:r>
            <a:rPr lang="ru-RU" sz="1700" kern="1200" dirty="0"/>
            <a:t> – надпись руководителя по входящему документу с указанием поручения, исполнителя и срока. В делопроизводстве резолюции руководства являются обязательным реквизитом для документов, требующих исполнения. Резолюция обычно оформляется рукой руководителя на самом документе или на отдельном бланке резолюции.</a:t>
          </a:r>
        </a:p>
      </dsp:txBody>
      <dsp:txXfrm>
        <a:off x="405706" y="159"/>
        <a:ext cx="5340844" cy="1808857"/>
      </dsp:txXfrm>
    </dsp:sp>
    <dsp:sp modelId="{8179F566-A97A-43E1-8FAE-A22EF5D559D8}">
      <dsp:nvSpPr>
        <dsp:cNvPr id="0" name=""/>
        <dsp:cNvSpPr/>
      </dsp:nvSpPr>
      <dsp:spPr>
        <a:xfrm>
          <a:off x="6020620" y="159"/>
          <a:ext cx="5340844" cy="180885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ru-RU" sz="1700" b="1" kern="1200" dirty="0"/>
            <a:t>Отметка о контроле</a:t>
          </a:r>
          <a:r>
            <a:rPr lang="ru-RU" sz="1700" kern="1200" dirty="0"/>
            <a:t> – как упоминалось, указывает, что документ взят на особый контроль. Например, ставится штамп «КОНТРОЛЬ» или буква «К».</a:t>
          </a:r>
        </a:p>
      </dsp:txBody>
      <dsp:txXfrm>
        <a:off x="6020620" y="159"/>
        <a:ext cx="5340844" cy="180885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D1E1A5-0C4C-43F2-B96F-ACB8E7F5A742}">
      <dsp:nvSpPr>
        <dsp:cNvPr id="0" name=""/>
        <dsp:cNvSpPr/>
      </dsp:nvSpPr>
      <dsp:spPr>
        <a:xfrm>
          <a:off x="405706" y="159"/>
          <a:ext cx="5340844" cy="180885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ru-RU" sz="1500" b="1" kern="1200" dirty="0"/>
            <a:t>Отметка о направлении документа в дело</a:t>
          </a:r>
          <a:r>
            <a:rPr lang="ru-RU" sz="1500" kern="1200" dirty="0"/>
            <a:t> – отмечается, когда исполненный документ подшит в дело (указывается индекс дела, в которое помещен документ). Обычно эта отметка проставляется службой делопроизводства после того, как документ выполнен.</a:t>
          </a:r>
        </a:p>
      </dsp:txBody>
      <dsp:txXfrm>
        <a:off x="405706" y="159"/>
        <a:ext cx="5340844" cy="1808857"/>
      </dsp:txXfrm>
    </dsp:sp>
    <dsp:sp modelId="{8179F566-A97A-43E1-8FAE-A22EF5D559D8}">
      <dsp:nvSpPr>
        <dsp:cNvPr id="0" name=""/>
        <dsp:cNvSpPr/>
      </dsp:nvSpPr>
      <dsp:spPr>
        <a:xfrm>
          <a:off x="6020620" y="159"/>
          <a:ext cx="5340844" cy="1808857"/>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ru-RU" sz="1500" b="1" kern="1200" dirty="0"/>
            <a:t>Штрих-код (QR-код) документа</a:t>
          </a:r>
          <a:r>
            <a:rPr lang="ru-RU" sz="1500" kern="1200" dirty="0"/>
            <a:t> – новый реквизит, предусмотренный ГОСТ Р 7.0.97-2025. Он размещается в правом нижнем углу первого листа документа (при отсутствии места – в другом свободном от текста месте) и используется для автоматизации поиска документа в информационной системе. Штрих-код содержит закодированную информацию о документе (номер, дату и пр.) для быстрого считывания.</a:t>
          </a:r>
        </a:p>
      </dsp:txBody>
      <dsp:txXfrm>
        <a:off x="6020620" y="159"/>
        <a:ext cx="5340844" cy="180885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C741F-0428-4117-B25C-9AF299562A17}">
      <dsp:nvSpPr>
        <dsp:cNvPr id="0" name=""/>
        <dsp:cNvSpPr/>
      </dsp:nvSpPr>
      <dsp:spPr>
        <a:xfrm>
          <a:off x="0" y="15099"/>
          <a:ext cx="11718459" cy="114993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kern="1200" dirty="0"/>
            <a:t>Сроки хранения документов </a:t>
          </a:r>
          <a:r>
            <a:rPr lang="ru-RU" sz="2100" b="1" kern="1200" dirty="0"/>
            <a:t>определяются их ценностью и категорией</a:t>
          </a:r>
          <a:r>
            <a:rPr lang="ru-RU" sz="2100" kern="1200" dirty="0"/>
            <a:t> (Федеральный закон </a:t>
          </a:r>
          <a:r>
            <a:rPr lang="ru-RU" sz="2100" b="0" i="0" kern="1200" dirty="0"/>
            <a:t>от 22.10.2004 </a:t>
          </a:r>
          <a:r>
            <a:rPr lang="ru-RU" sz="2100" kern="1200" dirty="0"/>
            <a:t>№ 125-ФЗ «Об архивном деле в РФ»).</a:t>
          </a:r>
        </a:p>
      </dsp:txBody>
      <dsp:txXfrm>
        <a:off x="56135" y="71234"/>
        <a:ext cx="11606189" cy="1037664"/>
      </dsp:txXfrm>
    </dsp:sp>
    <dsp:sp modelId="{7C09D4A5-B823-44D4-B6B7-0F2F80104F14}">
      <dsp:nvSpPr>
        <dsp:cNvPr id="0" name=""/>
        <dsp:cNvSpPr/>
      </dsp:nvSpPr>
      <dsp:spPr>
        <a:xfrm>
          <a:off x="0" y="1228393"/>
          <a:ext cx="11718459" cy="153057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1" kern="1200"/>
            <a:t>Экспертиза ценности</a:t>
          </a:r>
          <a:r>
            <a:rPr lang="ru-RU" sz="2100" kern="1200"/>
            <a:t> – это процесс оценки документов по критериям ценности (исторической, научной, социальной, культурной и практической) с целью определения, какие из них подлежат </a:t>
          </a:r>
          <a:r>
            <a:rPr lang="ru-RU" sz="2100" b="1" kern="1200"/>
            <a:t>постоянному хранению</a:t>
          </a:r>
          <a:r>
            <a:rPr lang="ru-RU" sz="2100" kern="1200"/>
            <a:t> (в составе Архивного фонда РФ), а какие могут быть </a:t>
          </a:r>
          <a:r>
            <a:rPr lang="ru-RU" sz="2100" b="1" kern="1200"/>
            <a:t>уничтожены по истечении сроков.</a:t>
          </a:r>
          <a:endParaRPr lang="ru-RU" sz="2100" kern="1200"/>
        </a:p>
      </dsp:txBody>
      <dsp:txXfrm>
        <a:off x="74716" y="1303109"/>
        <a:ext cx="11569027" cy="1381139"/>
      </dsp:txXfrm>
    </dsp:sp>
    <dsp:sp modelId="{DEE62F45-4AA4-4F3B-815E-CD343BCCC142}">
      <dsp:nvSpPr>
        <dsp:cNvPr id="0" name=""/>
        <dsp:cNvSpPr/>
      </dsp:nvSpPr>
      <dsp:spPr>
        <a:xfrm>
          <a:off x="0" y="2822325"/>
          <a:ext cx="11718459" cy="2240888"/>
        </a:xfrm>
        <a:prstGeom prst="roundRect">
          <a:avLst/>
        </a:prstGeom>
        <a:solidFill>
          <a:schemeClr val="lt1"/>
        </a:solidFill>
        <a:ln w="1905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kern="1200" dirty="0"/>
            <a:t>Например, приказы по основной деятельности часто подлежат </a:t>
          </a:r>
          <a:r>
            <a:rPr lang="ru-RU" sz="2100" b="1" kern="1200" dirty="0"/>
            <a:t>постоянному хранению </a:t>
          </a:r>
          <a:r>
            <a:rPr lang="ru-RU" sz="2100" kern="1200" dirty="0"/>
            <a:t>(они передаются в архив навечно), приказы по личному составу – </a:t>
          </a:r>
          <a:r>
            <a:rPr lang="ru-RU" sz="2100" b="1" kern="1200" dirty="0"/>
            <a:t>50</a:t>
          </a:r>
          <a:r>
            <a:rPr lang="ru-RU" sz="2100" kern="1200" dirty="0"/>
            <a:t> или </a:t>
          </a:r>
          <a:r>
            <a:rPr lang="ru-RU" sz="2100" b="1" kern="1200" dirty="0"/>
            <a:t>75 лет</a:t>
          </a:r>
          <a:r>
            <a:rPr lang="ru-RU" sz="2100" kern="1200" dirty="0"/>
            <a:t> (в зависимости от даты создания документа), бухгалтерские документы – </a:t>
          </a:r>
          <a:r>
            <a:rPr lang="ru-RU" sz="2100" b="1" kern="1200" dirty="0"/>
            <a:t>5 лет </a:t>
          </a:r>
          <a:r>
            <a:rPr lang="ru-RU" sz="2100" kern="1200" dirty="0"/>
            <a:t>(если налоговым законодательством не предусмотрено дольше), обращения граждан – </a:t>
          </a:r>
          <a:r>
            <a:rPr lang="ru-RU" sz="2100" b="1" kern="1200" dirty="0"/>
            <a:t>5 лет</a:t>
          </a:r>
          <a:r>
            <a:rPr lang="ru-RU" sz="2100" kern="1200" dirty="0"/>
            <a:t> и т.д. Документы временного (краткосрочного) хранения после утраты практической надобности могут </a:t>
          </a:r>
          <a:r>
            <a:rPr lang="ru-RU" sz="2100" b="1" kern="1200" dirty="0"/>
            <a:t>уничтожаться по акту</a:t>
          </a:r>
          <a:r>
            <a:rPr lang="ru-RU" sz="2100" kern="1200" dirty="0"/>
            <a:t>.</a:t>
          </a:r>
        </a:p>
      </dsp:txBody>
      <dsp:txXfrm>
        <a:off x="109391" y="2931716"/>
        <a:ext cx="11499677" cy="202210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E50EB2-3DFD-45CA-BFD6-B8951EC0B63F}">
      <dsp:nvSpPr>
        <dsp:cNvPr id="0" name=""/>
        <dsp:cNvSpPr/>
      </dsp:nvSpPr>
      <dsp:spPr>
        <a:xfrm>
          <a:off x="0" y="0"/>
          <a:ext cx="9480408" cy="1145844"/>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ru-RU" sz="1600" kern="1200"/>
            <a:t>После завершения делопроизводственного года (календарного года) служба делопроизводства проводит </a:t>
          </a:r>
          <a:r>
            <a:rPr lang="ru-RU" sz="1600" b="1" kern="1200"/>
            <a:t>упорядочение документов</a:t>
          </a:r>
          <a:r>
            <a:rPr lang="ru-RU" sz="1600" kern="1200"/>
            <a:t>: формирует дела согласно утвержденной номенклатуре дел, подшивает документы, составляет описи дел. </a:t>
          </a:r>
        </a:p>
      </dsp:txBody>
      <dsp:txXfrm>
        <a:off x="33561" y="33561"/>
        <a:ext cx="8147128" cy="1078722"/>
      </dsp:txXfrm>
    </dsp:sp>
    <dsp:sp modelId="{4A71E088-D74E-43BE-BF50-B615EE496DC8}">
      <dsp:nvSpPr>
        <dsp:cNvPr id="0" name=""/>
        <dsp:cNvSpPr/>
      </dsp:nvSpPr>
      <dsp:spPr>
        <a:xfrm>
          <a:off x="793984" y="1354179"/>
          <a:ext cx="9480408" cy="1145844"/>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ru-RU" sz="1600" kern="1200" dirty="0"/>
            <a:t>Документы постоянного хранения и долговременного (свыше 10 лет) хранения </a:t>
          </a:r>
          <a:r>
            <a:rPr lang="ru-RU" sz="1600" b="1" kern="1200" dirty="0"/>
            <a:t>передаются в архив организации</a:t>
          </a:r>
          <a:r>
            <a:rPr lang="ru-RU" sz="1600" kern="1200" dirty="0"/>
            <a:t> (как правило, через 1–3 года после окончания дела). </a:t>
          </a:r>
        </a:p>
      </dsp:txBody>
      <dsp:txXfrm>
        <a:off x="827545" y="1387740"/>
        <a:ext cx="7874503" cy="1078722"/>
      </dsp:txXfrm>
    </dsp:sp>
    <dsp:sp modelId="{7BC0BEC9-E859-4FD7-9A89-49BB1749A1D4}">
      <dsp:nvSpPr>
        <dsp:cNvPr id="0" name=""/>
        <dsp:cNvSpPr/>
      </dsp:nvSpPr>
      <dsp:spPr>
        <a:xfrm>
          <a:off x="1576117" y="2708359"/>
          <a:ext cx="9480408" cy="1145844"/>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ru-RU" sz="1600" kern="1200"/>
            <a:t>В архиве органа документы хранятся до истечения сроков и далее </a:t>
          </a:r>
          <a:r>
            <a:rPr lang="ru-RU" sz="1600" b="1" kern="1200"/>
            <a:t>передаются в соответствующий государственный архив</a:t>
          </a:r>
          <a:r>
            <a:rPr lang="ru-RU" sz="1600" kern="1200"/>
            <a:t> (например, Центральный архив Москвы для столичных органов). </a:t>
          </a:r>
        </a:p>
      </dsp:txBody>
      <dsp:txXfrm>
        <a:off x="1609678" y="2741920"/>
        <a:ext cx="7886354" cy="1078722"/>
      </dsp:txXfrm>
    </dsp:sp>
    <dsp:sp modelId="{3D62EAA3-AA44-493D-A2B3-0FA3240FADE8}">
      <dsp:nvSpPr>
        <dsp:cNvPr id="0" name=""/>
        <dsp:cNvSpPr/>
      </dsp:nvSpPr>
      <dsp:spPr>
        <a:xfrm>
          <a:off x="2370102" y="4062539"/>
          <a:ext cx="9480408" cy="1145844"/>
        </a:xfrm>
        <a:prstGeom prst="roundRect">
          <a:avLst>
            <a:gd name="adj" fmla="val 10000"/>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ru-RU" sz="1600" kern="1200"/>
            <a:t>Документы, не подлежащие постоянному хранению, по окончании сроков </a:t>
          </a:r>
          <a:r>
            <a:rPr lang="ru-RU" sz="1600" b="1" kern="1200"/>
            <a:t>уничтожаются с соблюдением установленного порядка </a:t>
          </a:r>
          <a:r>
            <a:rPr lang="ru-RU" sz="1600" kern="1200"/>
            <a:t>(составляется акт об уничтожении, который утверждает экспертная комиссия и руководитель).</a:t>
          </a:r>
        </a:p>
      </dsp:txBody>
      <dsp:txXfrm>
        <a:off x="2403663" y="4096100"/>
        <a:ext cx="7874503" cy="1078722"/>
      </dsp:txXfrm>
    </dsp:sp>
    <dsp:sp modelId="{607C1A5E-6D49-469E-B24C-6276639739B0}">
      <dsp:nvSpPr>
        <dsp:cNvPr id="0" name=""/>
        <dsp:cNvSpPr/>
      </dsp:nvSpPr>
      <dsp:spPr>
        <a:xfrm>
          <a:off x="8735609" y="877612"/>
          <a:ext cx="744798" cy="744798"/>
        </a:xfrm>
        <a:prstGeom prst="downArrow">
          <a:avLst>
            <a:gd name="adj1" fmla="val 55000"/>
            <a:gd name="adj2" fmla="val 45000"/>
          </a:avLst>
        </a:prstGeom>
        <a:solidFill>
          <a:srgbClr val="002060">
            <a:alpha val="90000"/>
          </a:srgb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ru-RU" sz="3300" kern="1200">
            <a:solidFill>
              <a:sysClr val="windowText" lastClr="000000"/>
            </a:solidFill>
          </a:endParaRPr>
        </a:p>
      </dsp:txBody>
      <dsp:txXfrm>
        <a:off x="8903189" y="877612"/>
        <a:ext cx="409638" cy="560460"/>
      </dsp:txXfrm>
    </dsp:sp>
    <dsp:sp modelId="{03FBB93B-8AAD-40B4-89EB-6F3B59D26DF3}">
      <dsp:nvSpPr>
        <dsp:cNvPr id="0" name=""/>
        <dsp:cNvSpPr/>
      </dsp:nvSpPr>
      <dsp:spPr>
        <a:xfrm>
          <a:off x="9529594" y="2231792"/>
          <a:ext cx="744798" cy="744798"/>
        </a:xfrm>
        <a:prstGeom prst="downArrow">
          <a:avLst>
            <a:gd name="adj1" fmla="val 55000"/>
            <a:gd name="adj2" fmla="val 45000"/>
          </a:avLst>
        </a:prstGeom>
        <a:solidFill>
          <a:srgbClr val="002060">
            <a:alpha val="90000"/>
          </a:srgb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ru-RU" sz="3300" kern="1200">
            <a:solidFill>
              <a:sysClr val="windowText" lastClr="000000"/>
            </a:solidFill>
          </a:endParaRPr>
        </a:p>
      </dsp:txBody>
      <dsp:txXfrm>
        <a:off x="9697174" y="2231792"/>
        <a:ext cx="409638" cy="560460"/>
      </dsp:txXfrm>
    </dsp:sp>
    <dsp:sp modelId="{AB8B243B-72CA-45B7-BAEA-D2638C740244}">
      <dsp:nvSpPr>
        <dsp:cNvPr id="0" name=""/>
        <dsp:cNvSpPr/>
      </dsp:nvSpPr>
      <dsp:spPr>
        <a:xfrm>
          <a:off x="10311727" y="3585972"/>
          <a:ext cx="744798" cy="744798"/>
        </a:xfrm>
        <a:prstGeom prst="downArrow">
          <a:avLst>
            <a:gd name="adj1" fmla="val 55000"/>
            <a:gd name="adj2" fmla="val 45000"/>
          </a:avLst>
        </a:prstGeom>
        <a:solidFill>
          <a:srgbClr val="002060">
            <a:alpha val="90000"/>
          </a:srgb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ru-RU" sz="3300" kern="1200">
            <a:solidFill>
              <a:sysClr val="windowText" lastClr="000000"/>
            </a:solidFill>
          </a:endParaRPr>
        </a:p>
      </dsp:txBody>
      <dsp:txXfrm>
        <a:off x="10479307" y="3585972"/>
        <a:ext cx="409638" cy="56046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E33241-BE6B-4DE6-B958-DDCE46BC43E2}">
      <dsp:nvSpPr>
        <dsp:cNvPr id="0" name=""/>
        <dsp:cNvSpPr/>
      </dsp:nvSpPr>
      <dsp:spPr>
        <a:xfrm>
          <a:off x="0" y="119"/>
          <a:ext cx="11719053" cy="145089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kern="1200" dirty="0"/>
            <a:t>К обращениям граждан относятся </a:t>
          </a:r>
          <a:r>
            <a:rPr lang="ru-RU" sz="2400" b="1" kern="1200" dirty="0"/>
            <a:t>предложения</a:t>
          </a:r>
          <a:r>
            <a:rPr lang="ru-RU" sz="2400" kern="1200" dirty="0"/>
            <a:t>, </a:t>
          </a:r>
          <a:r>
            <a:rPr lang="ru-RU" sz="2400" b="1" kern="1200" dirty="0"/>
            <a:t>заявления,</a:t>
          </a:r>
          <a:r>
            <a:rPr lang="ru-RU" sz="2400" kern="1200" dirty="0"/>
            <a:t> </a:t>
          </a:r>
          <a:r>
            <a:rPr lang="ru-RU" sz="2400" b="1" kern="1200" dirty="0"/>
            <a:t>жалобы и запросы информации</a:t>
          </a:r>
          <a:r>
            <a:rPr lang="ru-RU" sz="2400" kern="1200" dirty="0"/>
            <a:t>, направленные в государственные органы, органы местного самоуправления или должностным лицам в письменной форме (на бумаге), устной (на приёме, встрече) и в форме электронного документа.</a:t>
          </a:r>
        </a:p>
      </dsp:txBody>
      <dsp:txXfrm>
        <a:off x="70827" y="70946"/>
        <a:ext cx="11577399" cy="130923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4266EA-501B-4947-8569-13FBE47A928B}">
      <dsp:nvSpPr>
        <dsp:cNvPr id="0" name=""/>
        <dsp:cNvSpPr/>
      </dsp:nvSpPr>
      <dsp:spPr>
        <a:xfrm>
          <a:off x="3376" y="243711"/>
          <a:ext cx="2678366" cy="109762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ru-RU" sz="1900" b="1" kern="1200" dirty="0"/>
            <a:t>Сбор только необходимых данных</a:t>
          </a:r>
          <a:endParaRPr lang="ru-RU" sz="1900" kern="1200" dirty="0"/>
        </a:p>
      </dsp:txBody>
      <dsp:txXfrm>
        <a:off x="3376" y="243711"/>
        <a:ext cx="2678366" cy="1097626"/>
      </dsp:txXfrm>
    </dsp:sp>
    <dsp:sp modelId="{ED88F7DA-D697-4889-83BC-04CA74866A50}">
      <dsp:nvSpPr>
        <dsp:cNvPr id="0" name=""/>
        <dsp:cNvSpPr/>
      </dsp:nvSpPr>
      <dsp:spPr>
        <a:xfrm>
          <a:off x="2949579" y="243711"/>
          <a:ext cx="2678366" cy="109762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ru-RU" sz="1900" b="1" kern="1200" dirty="0"/>
            <a:t>Согласие субъекта</a:t>
          </a:r>
          <a:r>
            <a:rPr lang="ru-RU" sz="1900" kern="1200" dirty="0"/>
            <a:t> </a:t>
          </a:r>
        </a:p>
      </dsp:txBody>
      <dsp:txXfrm>
        <a:off x="2949579" y="243711"/>
        <a:ext cx="2678366" cy="1097626"/>
      </dsp:txXfrm>
    </dsp:sp>
    <dsp:sp modelId="{F2759B27-3711-4752-87B5-D687F2F4995D}">
      <dsp:nvSpPr>
        <dsp:cNvPr id="0" name=""/>
        <dsp:cNvSpPr/>
      </dsp:nvSpPr>
      <dsp:spPr>
        <a:xfrm>
          <a:off x="5895782" y="243711"/>
          <a:ext cx="2678366" cy="109762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ru-RU" sz="1900" b="1" kern="1200" dirty="0"/>
            <a:t>Конфиденциальность при отправке</a:t>
          </a:r>
          <a:endParaRPr lang="ru-RU" sz="1900" kern="1200" dirty="0"/>
        </a:p>
      </dsp:txBody>
      <dsp:txXfrm>
        <a:off x="5895782" y="243711"/>
        <a:ext cx="2678366" cy="1097626"/>
      </dsp:txXfrm>
    </dsp:sp>
    <dsp:sp modelId="{7A7496B6-F6D8-40F2-97BF-A364406CE5AF}">
      <dsp:nvSpPr>
        <dsp:cNvPr id="0" name=""/>
        <dsp:cNvSpPr/>
      </dsp:nvSpPr>
      <dsp:spPr>
        <a:xfrm>
          <a:off x="8841985" y="243711"/>
          <a:ext cx="2678366" cy="109762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ru-RU" sz="1900" b="1" kern="1200" dirty="0"/>
            <a:t>Обезличивание</a:t>
          </a:r>
          <a:r>
            <a:rPr lang="ru-RU" sz="1900" kern="1200" dirty="0"/>
            <a:t> </a:t>
          </a:r>
        </a:p>
      </dsp:txBody>
      <dsp:txXfrm>
        <a:off x="8841985" y="243711"/>
        <a:ext cx="2678366" cy="109762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3A2AD8-D6B4-48D6-96EA-E1D84248EB60}">
      <dsp:nvSpPr>
        <dsp:cNvPr id="0" name=""/>
        <dsp:cNvSpPr/>
      </dsp:nvSpPr>
      <dsp:spPr>
        <a:xfrm>
          <a:off x="0" y="535"/>
          <a:ext cx="11621393" cy="147625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kern="1200" dirty="0"/>
            <a:t>Федеральный закон от 27.07.2006 № 152-ФЗ «О персональных данных» определяет персональные данные как </a:t>
          </a:r>
          <a:r>
            <a:rPr lang="ru-RU" sz="2400" b="1" kern="1200" dirty="0"/>
            <a:t>любую информацию, относящуюся прямо или косвенно к определенному или определяемому физическому лицу </a:t>
          </a:r>
          <a:r>
            <a:rPr lang="ru-RU" sz="2400" kern="1200" dirty="0"/>
            <a:t>(субъекту персональных данных). </a:t>
          </a:r>
        </a:p>
      </dsp:txBody>
      <dsp:txXfrm>
        <a:off x="72065" y="72600"/>
        <a:ext cx="11477263" cy="1332126"/>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B807F-FF2E-4076-80CF-E38AC8D3F5C0}">
      <dsp:nvSpPr>
        <dsp:cNvPr id="0" name=""/>
        <dsp:cNvSpPr/>
      </dsp:nvSpPr>
      <dsp:spPr>
        <a:xfrm>
          <a:off x="6352" y="6038"/>
          <a:ext cx="2683742" cy="3796865"/>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ru-RU" sz="1600" b="1" kern="1200" dirty="0"/>
            <a:t>«Особой важности»</a:t>
          </a:r>
          <a:r>
            <a:rPr lang="ru-RU" sz="1600" kern="1200" dirty="0"/>
            <a:t> </a:t>
          </a:r>
          <a:br>
            <a:rPr lang="ru-RU" sz="1600" kern="1200" dirty="0"/>
          </a:br>
          <a:r>
            <a:rPr lang="ru-RU" sz="1600" kern="1200" dirty="0"/>
            <a:t>высшая степень секретности. Присваивается сведениям, разглашение которых может нанести ущерб интересам Российской Федерации в целом (например, стратегическим интересам государства). </a:t>
          </a:r>
        </a:p>
      </dsp:txBody>
      <dsp:txXfrm>
        <a:off x="6352" y="6038"/>
        <a:ext cx="2683742" cy="3796865"/>
      </dsp:txXfrm>
    </dsp:sp>
    <dsp:sp modelId="{DFD73F8F-4228-47C2-8A90-D549EBB3B56D}">
      <dsp:nvSpPr>
        <dsp:cNvPr id="0" name=""/>
        <dsp:cNvSpPr/>
      </dsp:nvSpPr>
      <dsp:spPr>
        <a:xfrm>
          <a:off x="2911891" y="6038"/>
          <a:ext cx="2683742" cy="3796865"/>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ru-RU" sz="1600" b="1" kern="1200" dirty="0"/>
            <a:t>«Совершенно секретно»</a:t>
          </a:r>
          <a:r>
            <a:rPr lang="ru-RU" sz="1600" kern="1200" dirty="0"/>
            <a:t> </a:t>
          </a:r>
          <a:br>
            <a:rPr lang="ru-RU" sz="1600" kern="1200" dirty="0"/>
          </a:br>
          <a:r>
            <a:rPr lang="ru-RU" sz="1600" kern="1200" dirty="0"/>
            <a:t>средняя степень. Присваивается сведениям, разглашение которых может нанести ущерб интересам государственного органа или целой отрасли, сферы деятельности страны.</a:t>
          </a:r>
        </a:p>
      </dsp:txBody>
      <dsp:txXfrm>
        <a:off x="2911891" y="6038"/>
        <a:ext cx="2683742" cy="3796865"/>
      </dsp:txXfrm>
    </dsp:sp>
    <dsp:sp modelId="{25DA571F-CCE6-420B-BEFE-CEA4C8253219}">
      <dsp:nvSpPr>
        <dsp:cNvPr id="0" name=""/>
        <dsp:cNvSpPr/>
      </dsp:nvSpPr>
      <dsp:spPr>
        <a:xfrm>
          <a:off x="5817430" y="6038"/>
          <a:ext cx="2683742" cy="3796865"/>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ru-RU" sz="1600" b="1" kern="1200" dirty="0"/>
            <a:t>«Секретно»</a:t>
          </a:r>
          <a:br>
            <a:rPr lang="ru-RU" sz="1600" b="1" kern="1200" dirty="0"/>
          </a:br>
          <a:r>
            <a:rPr lang="ru-RU" sz="1600" kern="1200" dirty="0"/>
            <a:t>низшая из секретных категорий. Присваивается всем остальным сведениям, составляющим гостайну, разглашение которых может нанести ущерб конкретному предприятию, организации или учреждению в определенной области (военной, внешнеполитической, экономической и т.д.)</a:t>
          </a:r>
        </a:p>
      </dsp:txBody>
      <dsp:txXfrm>
        <a:off x="5817430" y="6038"/>
        <a:ext cx="2683742" cy="3796865"/>
      </dsp:txXfrm>
    </dsp:sp>
    <dsp:sp modelId="{52F3700B-5D96-4163-B39F-CD4304C6BBD3}">
      <dsp:nvSpPr>
        <dsp:cNvPr id="0" name=""/>
        <dsp:cNvSpPr/>
      </dsp:nvSpPr>
      <dsp:spPr>
        <a:xfrm>
          <a:off x="8722969" y="4774"/>
          <a:ext cx="2683742" cy="3799393"/>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ru-RU" sz="1600" b="1" i="0" kern="1200" dirty="0"/>
            <a:t>«Для служебного пользования» (ДСП)</a:t>
          </a:r>
          <a:r>
            <a:rPr lang="ru-RU" sz="1600" b="0" i="0" kern="1200" dirty="0"/>
            <a:t> </a:t>
          </a:r>
          <a:br>
            <a:rPr lang="ru-RU" sz="1600" b="0" i="0" kern="1200" dirty="0"/>
          </a:br>
          <a:r>
            <a:rPr lang="ru-RU" sz="1600" b="0" i="0" kern="1200" dirty="0"/>
            <a:t>такие документы содержат сведения ограниченного распространения, не относящиеся к государственной тайне, но доступ к которым ограничен по служебной необходимости или в соответствии с законами.</a:t>
          </a:r>
          <a:endParaRPr lang="ru-RU" sz="1600" kern="1200" dirty="0"/>
        </a:p>
      </dsp:txBody>
      <dsp:txXfrm>
        <a:off x="8722969" y="4774"/>
        <a:ext cx="2683742" cy="3799393"/>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FA9AE6-1361-4A4C-9677-E960A33C499F}">
      <dsp:nvSpPr>
        <dsp:cNvPr id="0" name=""/>
        <dsp:cNvSpPr/>
      </dsp:nvSpPr>
      <dsp:spPr>
        <a:xfrm>
          <a:off x="0" y="68001"/>
          <a:ext cx="3677011" cy="22062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ru-RU" sz="2200" b="1" u="sng" kern="1200" dirty="0"/>
            <a:t>1-я форма допуска</a:t>
          </a:r>
          <a:br>
            <a:rPr lang="ru-RU" sz="2200" b="1" kern="1200" dirty="0"/>
          </a:br>
          <a:r>
            <a:rPr lang="ru-RU" sz="2200" kern="1200" dirty="0"/>
            <a:t>для работы со сведениями «особой важности» (включает право доступа и к совершенно секретным, и к секретным сведениям)</a:t>
          </a:r>
        </a:p>
      </dsp:txBody>
      <dsp:txXfrm>
        <a:off x="0" y="68001"/>
        <a:ext cx="3677011" cy="2206206"/>
      </dsp:txXfrm>
    </dsp:sp>
    <dsp:sp modelId="{581FE9E1-2465-4C4B-9033-BDFDD4134A8E}">
      <dsp:nvSpPr>
        <dsp:cNvPr id="0" name=""/>
        <dsp:cNvSpPr/>
      </dsp:nvSpPr>
      <dsp:spPr>
        <a:xfrm>
          <a:off x="4044712" y="68001"/>
          <a:ext cx="3677011" cy="22062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ru-RU" sz="2200" b="1" u="sng" kern="1200" dirty="0"/>
            <a:t>2-я форма допуска</a:t>
          </a:r>
          <a:r>
            <a:rPr lang="ru-RU" sz="2200" u="sng" kern="1200" dirty="0"/>
            <a:t> </a:t>
          </a:r>
          <a:br>
            <a:rPr lang="ru-RU" sz="2200" kern="1200" dirty="0"/>
          </a:br>
          <a:r>
            <a:rPr lang="ru-RU" sz="2200" kern="1200" dirty="0"/>
            <a:t>для работы со сведениями «совершенно секретно» (включает также «секретно», но не включает «особой важности»)</a:t>
          </a:r>
        </a:p>
      </dsp:txBody>
      <dsp:txXfrm>
        <a:off x="4044712" y="68001"/>
        <a:ext cx="3677011" cy="2206206"/>
      </dsp:txXfrm>
    </dsp:sp>
    <dsp:sp modelId="{5E77EDCC-C99F-499E-ACF2-BE3851672FA6}">
      <dsp:nvSpPr>
        <dsp:cNvPr id="0" name=""/>
        <dsp:cNvSpPr/>
      </dsp:nvSpPr>
      <dsp:spPr>
        <a:xfrm>
          <a:off x="8089425" y="68001"/>
          <a:ext cx="3677011" cy="220620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ru-RU" sz="2200" b="1" u="sng" kern="1200" dirty="0"/>
            <a:t>3-я форма допуска</a:t>
          </a:r>
          <a:r>
            <a:rPr lang="ru-RU" sz="2200" u="sng" kern="1200" dirty="0"/>
            <a:t> </a:t>
          </a:r>
          <a:br>
            <a:rPr lang="ru-RU" sz="2200" kern="1200" dirty="0"/>
          </a:br>
          <a:r>
            <a:rPr lang="ru-RU" sz="2200" kern="1200" dirty="0"/>
            <a:t>для работы со сведениями «секретно»</a:t>
          </a:r>
        </a:p>
      </dsp:txBody>
      <dsp:txXfrm>
        <a:off x="8089425" y="68001"/>
        <a:ext cx="3677011" cy="220620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43507C-D471-4613-8171-971BAAECEB82}">
      <dsp:nvSpPr>
        <dsp:cNvPr id="0" name=""/>
        <dsp:cNvSpPr/>
      </dsp:nvSpPr>
      <dsp:spPr>
        <a:xfrm>
          <a:off x="0" y="100434"/>
          <a:ext cx="11766438" cy="173160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kern="1200"/>
            <a:t>1. </a:t>
          </a:r>
          <a:r>
            <a:rPr lang="ru-RU" sz="2000" b="1" kern="1200"/>
            <a:t>Такие сотрудники могут временно ограничиваться в праве выезда за границу</a:t>
          </a:r>
          <a:r>
            <a:rPr lang="ru-RU" sz="2000" kern="1200"/>
            <a:t>: обычно при наличии 1-й формы допуск к «особой важности» – запрет на выезд на 5 лет после последнего знакомства с ОВ документами (может продлеваться), при 2-й форме – запрет на 5 лет, при 3-й форме зачастую запрет не устанавливается либо короче. Эти ограничения устанавливаются ведомственными актами и должны сообщаться сотруднику при приеме на работу. </a:t>
          </a:r>
        </a:p>
      </dsp:txBody>
      <dsp:txXfrm>
        <a:off x="84530" y="184964"/>
        <a:ext cx="11597378" cy="1562540"/>
      </dsp:txXfrm>
    </dsp:sp>
    <dsp:sp modelId="{B9A0463D-493F-4C2A-A373-1A755B967702}">
      <dsp:nvSpPr>
        <dsp:cNvPr id="0" name=""/>
        <dsp:cNvSpPr/>
      </dsp:nvSpPr>
      <dsp:spPr>
        <a:xfrm>
          <a:off x="0" y="1889634"/>
          <a:ext cx="11766438" cy="1574197"/>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kern="1200"/>
            <a:t>2. </a:t>
          </a:r>
          <a:r>
            <a:rPr lang="ru-RU" sz="2000" b="1" kern="1200"/>
            <a:t>Сотрудник должен соблюдать особые правила обращения с секретными изделиями</a:t>
          </a:r>
          <a:r>
            <a:rPr lang="ru-RU" sz="2000" kern="1200"/>
            <a:t>: работать только в специально оборудованных помещениях (секретных частях, режимно-секретных подразделениях – РСП), не делать лишних копий, не обсуждать секретные вопросы по незащищенной связи и т.д.</a:t>
          </a:r>
        </a:p>
      </dsp:txBody>
      <dsp:txXfrm>
        <a:off x="76846" y="1966480"/>
        <a:ext cx="11612746" cy="1420505"/>
      </dsp:txXfrm>
    </dsp:sp>
    <dsp:sp modelId="{244CC2C4-8C94-4CD9-9193-CE4C2107A553}">
      <dsp:nvSpPr>
        <dsp:cNvPr id="0" name=""/>
        <dsp:cNvSpPr/>
      </dsp:nvSpPr>
      <dsp:spPr>
        <a:xfrm>
          <a:off x="0" y="3521432"/>
          <a:ext cx="11766438" cy="1574197"/>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kern="1200"/>
            <a:t>3. За </a:t>
          </a:r>
          <a:r>
            <a:rPr lang="ru-RU" sz="2000" b="1" kern="1200"/>
            <a:t>разглашение государственной тайны</a:t>
          </a:r>
          <a:r>
            <a:rPr lang="ru-RU" sz="2000" kern="1200"/>
            <a:t> (ст. 283 УК РФ) предусмотрено наказание вплоть до лишения свободы на срок до 4 лет, а если повлекло тяжкие последствия – до 7 лет. Даже </a:t>
          </a:r>
          <a:r>
            <a:rPr lang="ru-RU" sz="2000" b="1" kern="1200"/>
            <a:t>непреднамеренное</a:t>
          </a:r>
          <a:r>
            <a:rPr lang="ru-RU" sz="2000" kern="1200"/>
            <a:t> разглашение (например, потеря секретного документа, разговор по незасекреченному телефону) может привести к уголовному делу. </a:t>
          </a:r>
        </a:p>
      </dsp:txBody>
      <dsp:txXfrm>
        <a:off x="76846" y="3598278"/>
        <a:ext cx="11612746" cy="142050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A7744D-FAE9-477F-A53B-AC40C79CA137}">
      <dsp:nvSpPr>
        <dsp:cNvPr id="0" name=""/>
        <dsp:cNvSpPr/>
      </dsp:nvSpPr>
      <dsp:spPr>
        <a:xfrm rot="5400000">
          <a:off x="537345" y="909590"/>
          <a:ext cx="1314153" cy="1583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52786FF-4364-4A7D-AD11-0610E166AAAD}">
      <dsp:nvSpPr>
        <dsp:cNvPr id="0" name=""/>
        <dsp:cNvSpPr/>
      </dsp:nvSpPr>
      <dsp:spPr>
        <a:xfrm>
          <a:off x="5070" y="71027"/>
          <a:ext cx="3428920" cy="1055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ru-RU" sz="2700" b="1" kern="1200"/>
            <a:t>Регистрация документов</a:t>
          </a:r>
          <a:r>
            <a:rPr lang="ru-RU" sz="2700" kern="1200"/>
            <a:t> </a:t>
          </a:r>
        </a:p>
      </dsp:txBody>
      <dsp:txXfrm>
        <a:off x="35992" y="101949"/>
        <a:ext cx="3367076" cy="993901"/>
      </dsp:txXfrm>
    </dsp:sp>
    <dsp:sp modelId="{4A695580-DE16-4ECB-9113-29FC54711FF6}">
      <dsp:nvSpPr>
        <dsp:cNvPr id="0" name=""/>
        <dsp:cNvSpPr/>
      </dsp:nvSpPr>
      <dsp:spPr>
        <a:xfrm rot="5400000">
          <a:off x="537345" y="2229271"/>
          <a:ext cx="1314153" cy="1583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0806004-E275-4621-8712-220AC0ACEB1C}">
      <dsp:nvSpPr>
        <dsp:cNvPr id="0" name=""/>
        <dsp:cNvSpPr/>
      </dsp:nvSpPr>
      <dsp:spPr>
        <a:xfrm>
          <a:off x="5070" y="1390709"/>
          <a:ext cx="3428920" cy="1055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ru-RU" sz="2700" b="1" kern="1200"/>
            <a:t>Резолюции и поручения</a:t>
          </a:r>
          <a:r>
            <a:rPr lang="ru-RU" sz="2700" kern="1200"/>
            <a:t> </a:t>
          </a:r>
        </a:p>
      </dsp:txBody>
      <dsp:txXfrm>
        <a:off x="35992" y="1421631"/>
        <a:ext cx="3367076" cy="993901"/>
      </dsp:txXfrm>
    </dsp:sp>
    <dsp:sp modelId="{36AA2DC3-7514-4E8D-9753-6520127E1552}">
      <dsp:nvSpPr>
        <dsp:cNvPr id="0" name=""/>
        <dsp:cNvSpPr/>
      </dsp:nvSpPr>
      <dsp:spPr>
        <a:xfrm>
          <a:off x="1199809" y="2889112"/>
          <a:ext cx="3998807" cy="1583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15409C4-C8D2-4CAE-A897-AA6EAF11AA9C}">
      <dsp:nvSpPr>
        <dsp:cNvPr id="0" name=""/>
        <dsp:cNvSpPr/>
      </dsp:nvSpPr>
      <dsp:spPr>
        <a:xfrm>
          <a:off x="5070" y="2710391"/>
          <a:ext cx="3428920" cy="1055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ru-RU" sz="2700" b="1" kern="1200"/>
            <a:t>Согласование проектов</a:t>
          </a:r>
          <a:r>
            <a:rPr lang="ru-RU" sz="2700" kern="1200"/>
            <a:t> </a:t>
          </a:r>
        </a:p>
      </dsp:txBody>
      <dsp:txXfrm>
        <a:off x="35992" y="2741313"/>
        <a:ext cx="3367076" cy="993901"/>
      </dsp:txXfrm>
    </dsp:sp>
    <dsp:sp modelId="{300C4B05-3ABC-4757-943E-509DDE595179}">
      <dsp:nvSpPr>
        <dsp:cNvPr id="0" name=""/>
        <dsp:cNvSpPr/>
      </dsp:nvSpPr>
      <dsp:spPr>
        <a:xfrm rot="16200000">
          <a:off x="4546926" y="2229271"/>
          <a:ext cx="1314153" cy="1583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0E05B90-D5DF-445F-85C9-FFA835EC4A80}">
      <dsp:nvSpPr>
        <dsp:cNvPr id="0" name=""/>
        <dsp:cNvSpPr/>
      </dsp:nvSpPr>
      <dsp:spPr>
        <a:xfrm>
          <a:off x="4014651" y="2710391"/>
          <a:ext cx="3428920" cy="1055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ru-RU" sz="2700" b="1" kern="1200"/>
            <a:t>Подписание</a:t>
          </a:r>
          <a:endParaRPr lang="ru-RU" sz="2700" kern="1200"/>
        </a:p>
      </dsp:txBody>
      <dsp:txXfrm>
        <a:off x="4045573" y="2741313"/>
        <a:ext cx="3367076" cy="993901"/>
      </dsp:txXfrm>
    </dsp:sp>
    <dsp:sp modelId="{7E4C5B65-A508-4BEE-9AFC-5FA5D672F301}">
      <dsp:nvSpPr>
        <dsp:cNvPr id="0" name=""/>
        <dsp:cNvSpPr/>
      </dsp:nvSpPr>
      <dsp:spPr>
        <a:xfrm rot="16200000">
          <a:off x="4546926" y="909590"/>
          <a:ext cx="1314153" cy="1583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4BF0333-74AA-4691-B34A-23C28CEA3E9F}">
      <dsp:nvSpPr>
        <dsp:cNvPr id="0" name=""/>
        <dsp:cNvSpPr/>
      </dsp:nvSpPr>
      <dsp:spPr>
        <a:xfrm>
          <a:off x="4014651" y="1390709"/>
          <a:ext cx="3428920" cy="1055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ru-RU" sz="2700" b="1" kern="1200"/>
            <a:t>Отправка адресату</a:t>
          </a:r>
          <a:r>
            <a:rPr lang="ru-RU" sz="2700" kern="1200"/>
            <a:t> </a:t>
          </a:r>
        </a:p>
      </dsp:txBody>
      <dsp:txXfrm>
        <a:off x="4045573" y="1421631"/>
        <a:ext cx="3367076" cy="993901"/>
      </dsp:txXfrm>
    </dsp:sp>
    <dsp:sp modelId="{CC3E53B6-FF4C-4FD6-8297-DB1FACBF8874}">
      <dsp:nvSpPr>
        <dsp:cNvPr id="0" name=""/>
        <dsp:cNvSpPr/>
      </dsp:nvSpPr>
      <dsp:spPr>
        <a:xfrm>
          <a:off x="5209389" y="249749"/>
          <a:ext cx="3998807" cy="1583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AD12CD0-9884-4CB2-8910-387C8C036976}">
      <dsp:nvSpPr>
        <dsp:cNvPr id="0" name=""/>
        <dsp:cNvSpPr/>
      </dsp:nvSpPr>
      <dsp:spPr>
        <a:xfrm>
          <a:off x="4014651" y="71027"/>
          <a:ext cx="3428920" cy="1055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ru-RU" sz="2700" b="1" kern="1200"/>
            <a:t>Хранение и поиск</a:t>
          </a:r>
          <a:r>
            <a:rPr lang="ru-RU" sz="2700" kern="1200"/>
            <a:t> </a:t>
          </a:r>
        </a:p>
      </dsp:txBody>
      <dsp:txXfrm>
        <a:off x="4045573" y="101949"/>
        <a:ext cx="3367076" cy="993901"/>
      </dsp:txXfrm>
    </dsp:sp>
    <dsp:sp modelId="{C5239A23-2C18-4396-A281-256840E33736}">
      <dsp:nvSpPr>
        <dsp:cNvPr id="0" name=""/>
        <dsp:cNvSpPr/>
      </dsp:nvSpPr>
      <dsp:spPr>
        <a:xfrm rot="5400000">
          <a:off x="8556506" y="909590"/>
          <a:ext cx="1314153" cy="1583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3A641FD-E38D-40E5-A742-0D6F93085DAB}">
      <dsp:nvSpPr>
        <dsp:cNvPr id="0" name=""/>
        <dsp:cNvSpPr/>
      </dsp:nvSpPr>
      <dsp:spPr>
        <a:xfrm>
          <a:off x="8024231" y="71027"/>
          <a:ext cx="3428920" cy="1055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ru-RU" sz="2700" b="1" kern="1200"/>
            <a:t>Контроль исполнения</a:t>
          </a:r>
          <a:r>
            <a:rPr lang="ru-RU" sz="2700" kern="1200"/>
            <a:t> </a:t>
          </a:r>
        </a:p>
      </dsp:txBody>
      <dsp:txXfrm>
        <a:off x="8055153" y="101949"/>
        <a:ext cx="3367076" cy="993901"/>
      </dsp:txXfrm>
    </dsp:sp>
    <dsp:sp modelId="{2EFE16DF-25B1-4A9E-8430-70BCB495E3B1}">
      <dsp:nvSpPr>
        <dsp:cNvPr id="0" name=""/>
        <dsp:cNvSpPr/>
      </dsp:nvSpPr>
      <dsp:spPr>
        <a:xfrm>
          <a:off x="8024231" y="1390709"/>
          <a:ext cx="3428920" cy="105574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ru-RU" sz="2700" b="1" kern="1200"/>
            <a:t>Электронный архив</a:t>
          </a:r>
          <a:endParaRPr lang="ru-RU" sz="2700" kern="1200"/>
        </a:p>
      </dsp:txBody>
      <dsp:txXfrm>
        <a:off x="8055153" y="1421631"/>
        <a:ext cx="3367076" cy="99390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908DC9-48E3-4ABC-BE58-6854D059098B}" type="datetimeFigureOut">
              <a:rPr lang="ru-RU" smtClean="0"/>
              <a:t>06.11.2025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4FA6E8-849D-47CC-BFE3-7A530CFB6D95}" type="slidenum">
              <a:rPr lang="ru-RU" smtClean="0"/>
              <a:t>‹#›</a:t>
            </a:fld>
            <a:endParaRPr lang="ru-RU"/>
          </a:p>
        </p:txBody>
      </p:sp>
    </p:spTree>
    <p:extLst>
      <p:ext uri="{BB962C8B-B14F-4D97-AF65-F5344CB8AC3E}">
        <p14:creationId xmlns:p14="http://schemas.microsoft.com/office/powerpoint/2010/main" val="632438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consultant.ru/document/cons_doc_LAW_219040/6ebdfcce0e0750f8f3cb38d41f4df74f5ea402ec/#:~:text=%D0%BF%D0%BE%D1%80%D1%8F%D0%B4%D0%BA%D0%B5%3B"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ru.wikipedia.org/wiki/%D0%94%D0%B5%D0%BB%D0%BE%D0%BF%D1%80%D0%BE%D0%B8%D0%B7%D0%B2%D0%BE%D0%B4%D1%81%D1%82%D0%B2%D0%BE#:~:text=%D0%94%D0%B5%D0%BB%D0%BE%D0%BF%D1%80%D0%BE%D0%B8%D0%B7%D0%B2%D0%BE%D0%B4%D1%81%D1%82%D0%B2%D0%BE%20%D0%BF%D0%BE%D0%B4%D1%80%D0%B0%D0%B7%D0%B4%D0%B5%D0%BB%D1%8F%D0%B5%D1%82%D1%81%D1%8F%20%D0%BD%D0%B0%20%D1%82%D1%80%D0%B8%20%D1%81%D1%82%D0%B0%D0%B4%D0%B8%D0%B8%3A" TargetMode="External"/><Relationship Id="rId4" Type="http://schemas.openxmlformats.org/officeDocument/2006/relationships/hyperlink" Target="https://www.consultant.ru/document/cons_doc_LAW_219040/6ebdfcce0e0750f8f3cb38d41f4df74f5ea402ec/#:~:text=%D0%BE%20%D0%B4%D0%B5%D1%8F%D1%82%D0%B5%D0%BB%D1%8C%D0%BD%D0%BE%D1%81%D1%82%D0%B8%20%D1%81%D1%83%D0%B4%D0%BE%D0%B2%20%D0%B2%20%D0%A0%D0%BE%D1%81%D1%81%D0%B8%D0%B9%D1%81%D0%BA%D0%BE%D0%B9,%D0%A4%D0%B5%D0%B4%D0%B5%D1%80%D0%B0%D1%86%D0%B8%D0%B8%20%D0%B8%D0%BB%D0%B8%20%D0%A1%D1%83%D0%B4%D0%B5%D0%B1%D0%BD%D0%BE%D0%B3%D0%BE%20%D0%B4%D0%B5%D0%BF%D0%B0%D1%80%D1%82%D0%B0%D0%BC%D0%B5%D0%BD%D1%82%D0%B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file:///\\file_00000000416c71f5adc189be4ea97b22#:~:text=%D0%9D%D0%BE%D1%80%D0%BC%D0%B0%D1%82%D0%B8%D0%B2%D0%BD%D0%BE,%D0%B8%20%D0%B4%D0%BE%D0%BA%D1%83%D0%BC%D0%B5%D0%BD%D1%82%D0%BE%D0%BE%D0%B1%D0%BE%D1%80%D0%BE%D1%82%D0%B0%20%D0%B4%D0%BB%D1%8F%20%D1%84%D0%B5%D0%B4%D0%B5%D1%80%D0%B0%D0%BB%D1%8C%D0%BD%D1%8B%D1%85%20%D0%BE%D1%80%D0%B3%D0%B0%D0%BD%D0%BE%D0%B2"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gostassistent.ru/laws/6dcb436c-7904-44fb-bfeb-9a89e1f1958b/27c637e95472f7e26dc070838aa5db57#:~:text=1,%D0%BD%D0%B0%20%D0%B3%D0%BE%D1%81%D1%83%D0%B4%D0%B0%D1%80%D1%81%D1%82%D0%B2%D0%B5%D0%BD%D0%BD%D0%BE%D0%BC%20%D1%8F%D0%B7%D1%8B%D0%BA%D0%B5%20%D0%A0%D0%BE%D1%81%D1%81%D0%B8%D0%B9%D1%81%D0%BA%D0%BE%D0%B9%20%D0%A4%D0%B5%D0%B4%D0%B5%D1%80%D0%B0%D1%86%D0%B8%D0%B8"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gostassistent.ru/laws/6dcb436c-7904-44fb-bfeb-9a89e1f1958b/27c637e95472f7e26dc070838aa5db57#:~:text=%D0%92%20%D0%BE%D1%80%D0%B3%D0%B0%D0%BD%D0%B0%D1%85%20%D0%B3%D0%BE%D1%81%D1%83%D0%B4%D0%B0%D1%80%D1%81%D1%82%D0%B2%D0%B5%D0%BD%D0%BD%D0%BE%D0%B9%20%D0%B2%D0%BB%D0%B0%D1%81%D1%82%D0%B8%2C%20%D0%BE%D1%80%D0%B3%D0%B0%D0%BD%D0%B0%D1%85,%D0%BC%D0%BE%D0%B3%D1%83%D1%82%20%D1%83%D0%BF%D0%BE%D1%82%D1%80%D0%B5%D0%B1%D0%BB%D1%8F%D1%82%D1%8C%D1%81%D1%8F%20%D0%B3%D0%BE%D1%81%D1%83%D0%B4%D0%B0%D1%80%D1%81%D1%82%D0%B2%D0%B5%D0%BD%D0%BD%D1%8B%D0%B5%20%D1%8F%D0%B7%D1%8B%D0%BA%D0%B8%20%D1%80%D0%B5%D1%81%D0%BF%D1%83%D0%B1%D0%BB%D0%B8%D0%BA"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file:///\\file_00000000416c71f5adc189be4ea97b22#:~:text=%D0%9D%D0%BE%D1%80%D0%BC%D0%B0%D1%82%D0%B8%D0%B2%D0%BD%D0%BE,%D0%B8%20%D0%B4%D0%BE%D0%BA%D1%83%D0%BC%D0%B5%D0%BD%D1%82%D0%BE%D0%BE%D0%B1%D0%BE%D1%80%D0%BE%D1%82%D0%B0%20%D0%B4%D0%BB%D1%8F%20%D1%84%D0%B5%D0%B4%D0%B5%D1%80%D0%B0%D0%BB%D1%8C%D0%BD%D1%8B%D1%85%20%D0%BE%D1%80%D0%B3%D0%B0%D0%BD%D0%BE%D0%B2"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file:///\\file_00000000b6a871f58f771e455b9ebd77#:~:text=%D0%94%D0%BE%D0%BA%D1%83%D0%BC%D0%B5%D0%BD%D1%82%D1%8B%20%D0%B4%D0%BB%D0%B8%D1%82%D0%B5%D0%BB%D1%8C%D0%BD%D1%8B%D1%85%20,%D0%BF%D0%BE%D0%BB%D0%B5%20%D0%BD%D0%B5%20%D0%BC%D0%B5%D0%BD%D0%B5%D0%B5%2030%20%D0%BC%D0%BC" TargetMode="External"/><Relationship Id="rId3" Type="http://schemas.openxmlformats.org/officeDocument/2006/relationships/hyperlink" Target="file:///\\file_00000000b6a871f58f771e455b9ebd77#:~:text=6,%D0%BE%D0%B1%D1%80%D0%B0%D0%B7%D1%86%D0%B0%20%D0%B8%20%D1%87%D0%B8%D1%81%D1%82%D1%8B%D0%B5%20%D0%BB%D0%B8%D1%81%D1%82%D1%8B%20%D0%B1%D1%83%D0%BC%D0%B0%D0%B3%D0%B8" TargetMode="External"/><Relationship Id="rId7" Type="http://schemas.openxmlformats.org/officeDocument/2006/relationships/hyperlink" Target="file:///\\file_00000000b6a871f58f771e455b9ebd77#:~:text=%D0%9A%D0%B0%D0%B6%D0%B4%D1%8B%D0%B9%20%D0%BB%D0%B8%D1%81%D1%82%20%D0%B4%D0%BE%D0%BA%D1%83%D0%BC%D0%B5%D0%BD%D1%82%D0%B0%2C%20%D0%BE%D1%84%D0%BE%D1%80%D0%BC%D0%BB%D0%B5%D0%BD%D0%BD%D1%8B%D0%B9%20%D0%BD%D0%B0,%D0%B4%D0%BE%D0%BB%D0%B6%D0%B5%D0%BD%20%D0%B8%D0%BC%D0%B5%D1%82%D1%8C%20%D0%BF%D0%BE%D0%BB%D1%8F%20%D0%BD%D0%B5%20%D0%BC%D0%B5%D0%BD%D0%B5%D0%B5"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file:///\\file_00000000b6a871f58f771e455b9ebd77#:~:text=%D0%91%D0%BB%D0%B0%D0%BD%D0%BA%D0%B8%20%D0%B4%D0%BE%D0%BA%D1%83%D0%BC%D0%B5%D0%BD%D1%82%D0%BE%D0%B2%20%D1%81%D0%BB%D0%B5%D0%B4%D1%83%D0%B5%D1%82%20%D0%B8%D0%B7%D0%B3%D0%BE%D1%82%D0%B0%D0%B2%D0%BB%D0%B8%D0%B2%D0%B0%D1%82%D1%8C%20%D0%BD%D0%B0,%D0%B4%D0%BE%D0%BA%D1%83%D0%BC%D0%B5%D0%BD%D1%82%D0%B0%2C%20%D0%B4%D0%BE%D0%BB%D0%B6%D0%BD%D0%B0%20%D0%B1%D1%8B%D1%82%D1%8C%20%D0%BE%D0%B4%D0%B8%D0%BD%D0%B0%D0%BA%D0%BE%D0%B2%D0%BE%D0%B3%D0%BE%20%D0%BA%D0%B0%D1%87%D0%B5%D1%81%D1%82%D0%B2%D0%B0" TargetMode="External"/><Relationship Id="rId5" Type="http://schemas.openxmlformats.org/officeDocument/2006/relationships/hyperlink" Target="file:///\\file_00000000b6a871f58f771e455b9ebd77#:~:text=%D0%9D%D0%B0%20%D0%B1%D0%BB%D0%B0%D0%BD%D0%BA%D0%B5%20%D0%B8%D0%B7%D0%B3%D0%BE%D1%82%D0%B0%D0%B2%D0%BB%D0%B8%D0%B2%D0%B0%D0%B5%D1%82%D1%81%D1%8F%20%D0%BF%D0%B5%D1%80%D0%B2%D0%B0%D1%8F%20%D1%81%D1%82%D1%80%D0%B0%D0%BD%D0%B8%D1%86%D0%B0,%D0%B8%D0%B7%D0%B3%D0%BE%D1%82%D0%B0%D0%B2%D0%BB%D0%B8%D0%B2%D0%B0%D1%8E%D1%82%D1%81%D1%8F%20%D0%BD%D0%B0%20%D0%B1%D1%83%D0%BC%D0%B0%D0%B3%D0%B5%20%D1%81%D0%BE%D0%BE%D1%82%D0%B2%D0%B5%D1%82%D1%81%D1%82%D0%B2%D1%83%D1%8E%D1%89%D0%B5%D0%B3%D0%BE%20%D1%84%D0%BE%D1%80%D0%BC%D0%B0%D1%82%D0%B0" TargetMode="External"/><Relationship Id="rId4" Type="http://schemas.openxmlformats.org/officeDocument/2006/relationships/hyperlink" Target="file:///\\file_00000000b6a871f58f771e455b9ebd77#:~:text=%D0%BB%D0%B8%D1%81%D1%82%D1%8B%20%D0%B1%D1%83%D0%BC%D0%B0%D0%B3%D0%B8" TargetMode="External"/></Relationships>
</file>

<file path=ppt/notesSlides/_rels/notesSlide6.xml.rels><?xml version="1.0" encoding="UTF-8" standalone="yes"?>
<Relationships xmlns="http://schemas.openxmlformats.org/package/2006/relationships"><Relationship Id="rId8" Type="http://schemas.openxmlformats.org/officeDocument/2006/relationships/hyperlink" Target="file:///\\file_00000000b6a871f58f771e455b9ebd77#:~:text=match%20at%20L1591%20%D1%88%D1%80%D0%B8%D1%84%D1%82%D0%BE%D0%BC%20%D0%BC%D0%B5%D0%BD%D1%8C%D1%88%D0%B5%D0%B3%D0%BE,%D0%BC%D0%B5%D0%BD%D1%8C%D1%88%D0%B5%D0%B3%D0%BE%20%D1%80%D0%B0%D0%B7%D0%BC%D0%B5%D1%80%D0%B0%2C%20%D1%87%D0%B5%D0%BC%20%D0%BE%D1%81%D0%BD%D0%BE%D0%B2%D0%BD%D0%BE%D0%B9%20%D1%82%D0%B5%D0%BA%D1%81%D1%82" TargetMode="External"/><Relationship Id="rId13" Type="http://schemas.openxmlformats.org/officeDocument/2006/relationships/hyperlink" Target="file:///\\file_00000000b6a871f58f771e455b9ebd77#:~:text=%D0%B8%D1%81%D0%BF%D0%BE%D0%BB%D1%8C%D0%B7%D0%BE%D0%B2%D0%B0%D1%82%D1%8C%20%D1%88%D1%80%D0%B8%D1%84%D1%82%D1%8B%20%D0%BC%D0%B5%D0%BD%D1%8C%D1%88%D0%B8%D1%85%20%D1%80%D0%B0%D0%B7%D0%BC%D0%B5%D1%80%D0%BE%D0%B2" TargetMode="External"/><Relationship Id="rId3" Type="http://schemas.openxmlformats.org/officeDocument/2006/relationships/hyperlink" Target="file:///\\file_00000000b6a871f58f771e455b9ebd77#:~:text=%D0%9A%D0%B0%D0%B6%D0%B4%D1%8B%D0%B9%20%D0%BB%D0%B8%D1%81%D1%82%20%D0%B4%D0%BE%D0%BA%D1%83%D0%BC%D0%B5%D0%BD%D1%82%D0%B0%2C%20%D0%BE%D1%84%D0%BE%D1%80%D0%BC%D0%BB%D0%B5%D0%BD%D0%BD%D1%8B%D0%B9%20%D0%BD%D0%B0,%D0%B4%D0%BE%D0%BB%D0%B6%D0%B5%D0%BD%20%D0%B8%D0%BC%D0%B5%D1%82%D1%8C%20%D0%BF%D0%BE%D0%BB%D1%8F%20%D0%BD%D0%B5%20%D0%BC%D0%B5%D0%BD%D0%B5%D0%B5" TargetMode="External"/><Relationship Id="rId7" Type="http://schemas.openxmlformats.org/officeDocument/2006/relationships/hyperlink" Target="file:///\\file_00000000b6a871f58f771e455b9ebd77#:~:text=%D0%94%D0%BB%D1%8F%20%D0%BE%D1%84%D0%BE%D1%80%D0%BC%D0%BB%D0%B5%D0%BD%D0%B8%D1%8F%20%D0%B4%D0%BE%D0%BA%D1%83%D0%BC%D0%B5%D0%BD%D1%82%D0%BE%D0%B2%20%D1%80%D0%B5%D0%BA%D0%BE%D0%BC%D0%B5%D0%BD%D0%B4%D1%83%D0%B5%D1%82%D1%81%D1%8F%20%D0%B8%D1%81%D0%BF%D0%BE%D0%BB%D1%8C%D0%B7%D0%BE%D0%B2%D0%B0%D1%82%D1%8C,%D1%88%D1%80%D0%B8%D1%84%D1%82%D0%BE%D0%B2%20N%2012%2C%2013%2C%2014" TargetMode="External"/><Relationship Id="rId12" Type="http://schemas.openxmlformats.org/officeDocument/2006/relationships/hyperlink" Target="file:///\\file_00000000b6a871f58f771e455b9ebd77#:~:text=match%20at%20L286%20%D0%98%D0%BD%D1%82%D0%B5%D1%80%D0%B2%D0%B0%D0%BB%20%D0%BC%D0%B5%D0%B6%D0%B4%D1%83,%D0%BE%D0%B4%D0%B8%D0%BD%20%D0%BF%D1%80%D0%BE%D0%B1%D0%B5%D0%BB"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file:///\\file_00000000b6a871f58f771e455b9ebd77#:~:text=match%20at%20L235%20%D0%94%D0%BB%D1%8F%20%D0%BE%D1%84%D0%BE%D1%80%D0%BC%D0%BB%D0%B5%D0%BD%D0%B8%D1%8F,%D1%88%D1%80%D0%B8%D1%84%D1%82%D0%BE%D0%B2%20N%2012%2C%2013%2C%2014" TargetMode="External"/><Relationship Id="rId11" Type="http://schemas.openxmlformats.org/officeDocument/2006/relationships/hyperlink" Target="file:///\\file_00000000b6a871f58f771e455b9ebd77#:~:text=%D0%98%D0%BD%D1%82%D0%B5%D1%80%D0%B2%D0%B0%D0%BB%20%D0%BC%D0%B5%D0%B6%D0%B4%D1%83%20%D1%81%D0%BB%D0%BE%D0%B2%D0%B0%D0%BC%D0%B8%20,%D0%BF%D1%80%D0%BE%D0%B1%D0%B5%D0%BB" TargetMode="External"/><Relationship Id="rId5" Type="http://schemas.openxmlformats.org/officeDocument/2006/relationships/hyperlink" Target="file:///\\file_00000000b6a871f58f771e455b9ebd77#:~:text=3,%D1%83%D1%81%D1%82%D0%B0%D0%BD%D0%B0%D0%B2%D0%BB%D0%B8%D0%B2%D0%B0%D1%8E%D1%82%D1%81%D1%8F%20%D0%B2%20%D0%BD%D0%BE%D1%80%D0%BC%D0%B0%D1%82%D0%B8%D0%B2%D0%BD%D1%8B%D1%85%20%D0%B0%D0%BA%D1%82%D0%B0%D1%85%20%D0%BE%D1%80%D0%B3%D0%B0%D0%BD%D0%B8%D0%B7%D0%B0%D1%86%D0%B8%D0%B8" TargetMode="External"/><Relationship Id="rId15" Type="http://schemas.openxmlformats.org/officeDocument/2006/relationships/hyperlink" Target="file:///\\file_00000000b6a871f58f771e455b9ebd77#:~:text=%D0%98%D0%BD%D1%82%D0%B5%D1%80%D0%B2%D0%B0%D0%BB%20%D0%BC%D0%B5%D0%B6%D0%B4%D1%83%20%D0%B1%D1%83%D0%BA%D0%B2%D0%B0%D0%BC%D0%B8%20%D0%B2%20%D1%81%D0%BB%D0%BE%D0%B2%D0%B0%D1%85,%D0%BE%D0%B1%D1%8B%D1%87%D0%BD%D1%8B%D0%B9" TargetMode="External"/><Relationship Id="rId10" Type="http://schemas.openxmlformats.org/officeDocument/2006/relationships/hyperlink" Target="file:///\\file_00000000b6a871f58f771e455b9ebd77#:~:text=%D0%9C%D0%BD%D0%BE%D0%B3%D0%BE%D1%81%D1%82%D1%80%D0%BE%D1%87%D0%BD%D1%8B%D0%B5%20%D1%80%D0%B5%D0%BA%D0%B2%D0%B8%D0%B7%D0%B8%D1%82%D1%8B%20%D0%BF%D0%B5%D1%87%D0%B0%D1%82%D0%B0%D1%8E%D1%82%D1%81%D1%8F%20%D1%87%D0%B5%D1%80%D0%B5%D0%B7%20%D0%BE%D0%B4%D0%B8%D0%BD,%D1%87%D0%B0%D1%81%D1%82%D0%B8%20%D1%80%D0%B5%D0%BA%D0%B2%D0%B8%D0%B7%D0%B8%D1%82%D0%BE%D0%B2%20%D0%BE%D1%82%D0%B4%D0%B5%D0%BB%D1%8F%D1%8E%D1%82%D1%81%D1%8F%20%D0%B4%D0%BE%D0%BF%D0%BE%D0%BB%D0%BD%D0%B8%D1%82%D0%B5%D0%BB%D1%8C%D0%BD%D1%8B%D0%BC%20%D0%B8%D0%BD%D1%82%D0%B5%D1%80%D0%B2%D0%B0%D0%BB%D0%BE%D0%BC" TargetMode="External"/><Relationship Id="rId4" Type="http://schemas.openxmlformats.org/officeDocument/2006/relationships/hyperlink" Target="file:///\\file_00000000b6a871f58f771e455b9ebd77#:~:text=%D0%94%D0%BE%D0%BA%D1%83%D0%BC%D0%B5%D0%BD%D1%82%D1%8B%20%D0%B4%D0%BB%D0%B8%D1%82%D0%B5%D0%BB%D1%8C%D0%BD%D1%8B%D1%85%20,%D0%BF%D0%BE%D0%BB%D0%B5%20%D0%BD%D0%B5%20%D0%BC%D0%B5%D0%BD%D0%B5%D0%B5%2030%20%D0%BC%D0%BC" TargetMode="External"/><Relationship Id="rId9" Type="http://schemas.openxmlformats.org/officeDocument/2006/relationships/hyperlink" Target="file:///\\file_00000000b6a871f58f771e455b9ebd77#:~:text=%D0%A2%D0%B5%D0%BA%D1%81%D1%82%20%D0%B4%D0%BE%D0%BA%D1%83%D0%BC%D0%B5%D0%BD%D1%82%D0%B0%20%D0%BF%D0%B5%D1%87%D0%B0%D1%82%D0%B0%D0%B5%D1%82%D1%81%D1%8F%20%D1%87%D0%B5%D1%80%D0%B5%D0%B7%201,1%2C5%20%D0%BC%D0%B5%D0%B6%D1%81%D1%82%D1%80%D0%BE%D1%87%D0%BD%D1%8B%D1%85%20%D0%B8%D0%BD%D1%82%D0%B5%D1%80%D0%B2%D0%B0%D0%BB%D0%B0" TargetMode="External"/><Relationship Id="rId14" Type="http://schemas.openxmlformats.org/officeDocument/2006/relationships/hyperlink" Target="file:///\\file_00000000b6a871f58f771e455b9ebd77#:~:text=match%20at%20L299%20%D1%80%D0%B5%D0%BA%D0%B2%D0%B8%D0%B7%D0%B8%D1%82%D0%BE%D0%B2%20%D0%B1%D0%BB%D0%B0%D0%BD%D0%BA%D0%B0%2C,%D1%82%D0%B0%D0%BA%D0%B6%D0%B5%20%D1%84%D1%80%D0%B0%D0%B3%D0%BC%D0%B5%D0%BD%D1%82%D0%BE%D0%B2%20%D1%82%D0%B5%D0%BA%D1%81%D1%82%D0%B0%20%D0%BF%D0%BE%D0%BB%D1%83%D0%B6%D0%B8%D1%80%D0%BD%D1%8B%D0%BC%20%D1%88%D1%80%D0%B8%D1%84%D1%82%D0%BE%D0%BC"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file:///\\file_00000000b6a871f58f771e455b9ebd77#:~:text=6,2"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file:///\\file_00000000b6a871f58f771e455b9ebd77#:~:text=%D0%9D%D0%BE%D1%80%D0%BC%D0%B0%D1%82%D0%B8%D0%B2%D0%BD%D1%8B%D0%BC%D0%B8%20%D0%B0%D0%BA%D1%82%D0%B0%D0%BC%D0%B8%20%D0%BE%D1%80%D0%B3%D0%B0%D0%BD%D0%B8%D0%B7%D0%B0%D1%86%D0%B8%D0%B8%20%D1%83%D1%81%D1%82%D0%B0%D0%BD%D0%B0%D0%B2%D0%BB%D0%B8%D0%B2%D0%B0%D1%8E%D1%82%D1%81%D1%8F%20%D0%B2%D0%B8%D0%B4%D1%8B,%D1%80%D0%B0%D1%81%D0%BF%D0%BE%D1%80%D1%8F%D0%B6%D0%B5%D0%BD%D0%B8%D1%8F%2C%20%D0%B1%D0%BB%D0%B0%D0%BD%D0%BA%20%D0%BF%D1%80%D0%BE%D1%82%D0%BE%D0%BA%D0%BE%D0%BB%D0%B0%20%D0%B8%20%D0%B4%D1%80" TargetMode="External"/><Relationship Id="rId3" Type="http://schemas.openxmlformats.org/officeDocument/2006/relationships/hyperlink" Target="file:///\\file_00000000b6a871f58f771e455b9ebd77#:~:text=6,%D1%81%D0%BB%D1%83%D0%B6%D0%B5%D0%B1%D0%BD%D0%BE%D0%B3%D0%BE%29%20%D0%BF%D0%B8%D1%81%D1%8C%D0%BC%D0%B0" TargetMode="External"/><Relationship Id="rId7" Type="http://schemas.openxmlformats.org/officeDocument/2006/relationships/hyperlink" Target="file:///\\file_00000000b6a871f58f771e455b9ebd77#:~:text=%D0%91%D0%BB%D0%B0%D0%BD%D0%BA%20%D0%BF%D0%B8%D1%81%D1%8C%D0%BC%D0%B0%20%D0%B2%20%D0%B7%D0%B0%D0%B2%D0%B8%D1%81%D0%B8%D0%BC%D0%BE%D1%81%D1%82%D0%B8%20%D0%BE%D1%82,%D0%BF%D0%BE%D0%B4%D1%80%D0%B0%D0%B7%D0%B4%D0%B5%D0%BB%D0%B5%D0%BD%D0%B8%D1%8F%20%D0%B4%D0%BE%D0%BF%D0%BE%D0%BB%D0%BD%D0%B8%D1%82%D0%B5%D0%BB%D1%8C%D0%BD%D0%BE%20%D0%B2%D0%BA%D0%BB%D1%8E%D1%87%D0%B0%D0%B5%D1%82%20%D1%80%D0%B5%D0%BA%D0%B2%D0%B8%D0%B7%D0%B8%D1%82%2006"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file:///\\file_00000000b6a871f58f771e455b9ebd77#:~:text=6,%D0%B4%D0%BE%D0%BA%D1%83%D0%BC%D0%B5%D0%BD%D1%82%D0%BE%D0%B2%20%D0%BE%D1%80%D0%B3%D0%B0%D0%BD%D0%B8%D0%B7%D0%B0%D1%86%D0%B8%D0%B8" TargetMode="External"/><Relationship Id="rId5" Type="http://schemas.openxmlformats.org/officeDocument/2006/relationships/hyperlink" Target="file:///\\file_00000000b6a871f58f771e455b9ebd77#:~:text=%D0%9E%D0%B1%D1%89%D0%B8%D0%B9%20%D0%B1%D0%BB%D0%B0%D0%BD%D0%BA%20%D0%B2%20%D1%81%D0%BE%D0%BE%D1%82%D0%B2%D0%B5%D1%82%D1%81%D1%82%D0%B2%D0%B8%D0%B8%20%D1%81,%D1%80%D0%B5%D0%BA%D0%B2%D0%B8%D0%B7%D0%B8%D1%82%D0%BE%D0%B2%2010%2C%2011%2C%2016%2C%2017" TargetMode="External"/><Relationship Id="rId4" Type="http://schemas.openxmlformats.org/officeDocument/2006/relationships/hyperlink" Target="file:///\\file_00000000b6a871f58f771e455b9ebd77#:~:text=%28%D1%81%D0%BB%D1%83%D0%B6%D0%B5%D0%B1%D0%BD%D0%BE%D0%B3%D0%BE%29%20%D0%BF%D0%B8%D1%81%D1%8C%D0%BC%D0%B0"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file:///\\file_00000000416c71f5adc189be4ea97b22#:~:text=%C2%AB%D0%9E%D0%B1%20%D0%B8%D0%BD%D1%84%D0%BE%D1%80%D0%BC%D0%B0%D1%86%D0%B8%D0%B8%2C%20%D0%B8%D0%BD%D1%84%D0%BE%D1%80%D0%BC%D0%B0%D1%86%D0%B8%D0%BE%D0%BD%D0%BD%D1%8B%D1%85%20%D1%82%D0%B5%D1%85%D0%BD%D0%BE%D0%BB%D0%BE%D0%B3%D0%B8%D1%8F%D1%85%20%D0%B8,%D1%80%D0%B0%D1%81%D1%81%D0%BC%D0%BE%D1%82%D1%80%D0%B5%D0%BD%D0%B8%D1%8F%20%D0%BE%D0%B1%D1%80%D0%B0%D1%89%D0%B5%D0%BD%D0%B8%D0%B9%20%D0%B3%D1%80%D0%B0%D0%B6%D0%B4%D0%B0%D0%BD%20%D0%A0%D0%BE%D1%81%D1%81%D0%B8%D0%B9%D1%81%D0%BA%D0%BE%D0%B9%20%D0%A4%D0%B5%D0%B4%D0%B5%D1%80%D0%B0%D1%86%D0%B8%D0%B8%C2%BB" TargetMode="External"/><Relationship Id="rId2" Type="http://schemas.openxmlformats.org/officeDocument/2006/relationships/slide" Target="../slides/slide37.xml"/><Relationship Id="rId1" Type="http://schemas.openxmlformats.org/officeDocument/2006/relationships/notesMaster" Target="../notesMasters/notesMaster1.xml"/><Relationship Id="rId6" Type="http://schemas.openxmlformats.org/officeDocument/2006/relationships/hyperlink" Target="https://www.consultant.ru/document/cons_doc_LAW_1406/7053596f34bf4b53dce83f7865fe4eaf501b8b17/#:~:text=,%D0%9F%D0%BE%20%D0%B8%D1%81%D1%82%D0%B5%D1%87%D0%B5%D0%BD%D0%B8%D0%B8%20%D1%81%D1%80%D0%BE%D0%BA%D0%BE%D0%B2%20%D1%85%D1%80%D0%B0%D0%BD%D0%B5%D0%BD%D0%B8%D1%8F%2C" TargetMode="External"/><Relationship Id="rId5" Type="http://schemas.openxmlformats.org/officeDocument/2006/relationships/hyperlink" Target="file:///\\file_00000000416c71f5adc189be4ea97b22#:~:text=%D0%9D%D0%BE%D1%80%D0%BC%D0%B0%D1%82%D0%B8%D0%B2%D0%BD%D0%BE,%D0%9D%D0%B0%20%D0%BE%D1%81%D0%BD%D0%BE%D0%B2%D0%B0%D0%BD%D0%B8%D0%B8%20%D1%83%D0%BA%D0%B0%D0%B7%D0%B0%D0%BD%D0%BD%D1%8B%D1%85%20%D0%9D%D0%9F%D0%90%20%D0%B8" TargetMode="External"/><Relationship Id="rId4" Type="http://schemas.openxmlformats.org/officeDocument/2006/relationships/hyperlink" Target="https://www.consultant.ru/document/cons_doc_LAW_219040/6ebdfcce0e0750f8f3cb38d41f4df74f5ea402ec/#:~:text=%D1%85%D1%80%D0%B0%D0%BD%D0%B5%D0%BD%D0%B8%D1%8F%20%D0%B0%D1%80%D1%85%D0%B8%D0%B2%D0%BD%D0%BE%D0%B3%D0%BE%20%D1%84%D0%BE%D0%BD%D0%B4%D0%B0%20%D0%B8%20%D0%BF%D1%80%D0%B5%D0%B4%D0%BD%D0%B0%D0%B7%D0%BD%D0%B0%D1%87%D0%B5%D0%BD%D0%BD%D1%8B%D0%B9,%D0%B8%D1%85%20%D1%83%D1%87%D0%B5%D1%82%D0%B0%20%D0%B8%20%D1%80%D0%B0%D1%81%D0%BA%D1%80%D1%8B%D1%82%D0%B8%D1%8F%20%D1%81%D0%BE%D0%B4%D0%B5%D1%80%D0%B6%D0%B0%D0%BD%D0%B8%D1%8F" TargetMode="Externa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docs.cntd.ru/document/564112333#:~:text=%D0%A1%D1%80%D0%BE%D0%BA%20%D1%85%D1%80%D0%B0%D0%BD%D0%B5%D0%BD%D0%B8%D1%8F%20%D1%83%D0%BA%D0%B0%D0%B7%D0%B0%D0%BD%D0%BD%D1%8B%D1%85%20%D0%B4%D0%BE%D0%BA%D1%83%D0%BC%D0%B5%D0%BD%D1%82%D0%BE%D0%B2%20%D0%B2,%D0%BD%D0%B5%20%D0%BC%D0%BE%D0%B6%D0%B5%D1%82%20%D0%B1%D1%8B%D1%82%D1%8C%20%D0%BC%D0%B5%D0%BD%D0%B5%D0%B5"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file:///\\file_0000000075c4720ea00106ef4b36e50b#:~:text=%D0%92%20%D1%81%D0%BE%D0%BE%D1%82%D0%B2%D0%B5%D1%82%D1%81%D1%82%D0%B2%D0%B8%D0%B8%20%D1%81%20%D0%BF%D1%83%D0%BD%D0%BA%D1%82%D0%BE%D0%BC%203,%D0%9F%D1%80%D0%B0%D0%B2%D0%B8%D0%BB%20%D0%B4%D0%B5%D0%BB%D0%BE%D0%BF%D1%80%D0%BE%D0%B8%D0%B7%D0%B2%D0%BE%D0%B4%D1%81%D1%82%D0%B2%D0%B0%20%D0%B8%D0%BD%D1%84%D0%BE%D1%80%D0%BC%D0%B0%D1%86%D0%B8%D0%BE%D0%BD%D0%BD%D1%8B%D0%B5%20%D1%81%D0%B8%D1%81%D1%82%D0%B5%D0%BC%D1%8B" TargetMode="External"/></Relationships>
</file>

<file path=ppt/notesSlides/_rels/notesSlide36.xml.rels><?xml version="1.0" encoding="UTF-8" standalone="yes"?>
<Relationships xmlns="http://schemas.openxmlformats.org/package/2006/relationships"><Relationship Id="rId8" Type="http://schemas.openxmlformats.org/officeDocument/2006/relationships/hyperlink" Target="https://mzio.tatarstan.ru/zakonodatelstvo.htm?pub_id=1733853.htm#:~:text=%D0%98%D0%BD%D1%84%D0%BE%D1%80%D0%BC%D0%B0%D1%86%D0%B8%D1%8F%20%D0%BF%D0%BE%20%D0%BF%D0%BE%D1%80%D1%8F%D0%B4%D0%BA%D1%83%20%D1%80%D0%B0%D1%81%D1%81%D0%BC%D0%BE%D1%82%D1%80%D0%B5%D0%BD%D0%B8%D1%8F%20%D0%BE%D0%B1%D1%80%D0%B0%D1%89%D0%B5%D0%BD%D0%B8%D0%B9,%D0%B4%D0%BD%D1%8F%20%D1%80%D0%B5%D0%B3%D0%B8%D1%81%D1%82%D1%80%D0%B0%D1%86%D0%B8%D0%B8%20%D0%B2%20%D1%81%D0%BE%D0%BE%D1%82%D0%B2%D0%B5%D1%82%D1%81%D1%82%D0%B2%D1%83%D1%8E%D1%89%D0%B8%D0%B9" TargetMode="External"/><Relationship Id="rId3" Type="http://schemas.openxmlformats.org/officeDocument/2006/relationships/hyperlink" Target="https://www.consultant.ru/document/cons_doc_LAW_219040/6ebdfcce0e0750f8f3cb38d41f4df74f5ea402ec/#:~:text=%D1%8D%D0%BB%D0%B5%D0%BA%D1%82%D1%80%D0%BE%D0%BD%D0%BD%D0%B0%D1%8F%20%D0%BA%D0%BE%D0%BF%D0%B8%D1%8F%20%D0%B4%D0%BE%D0%BA%D1%83%D0%BC%D0%B5%D0%BD%D1%82%D0%B0%20,%D0%B4%D0%BE%D0%BA%D1%83%D0%BC%D0%B5%D0%BD%D1%82%D0%B0%2C%20%D1%81%D0%BE%D0%B7%D0%B4%D0%B0%D0%BD%D0%BD%D0%B0%D1%8F%20%D0%B2%20%D1%8D%D0%BB%D0%B5%D0%BA%D1%82%D1%80%D0%BE%D0%BD%D0%BD%D0%BE%D0%B9%20%D1%84%D0%BE%D1%80%D0%BC%D0%B5" TargetMode="External"/><Relationship Id="rId7" Type="http://schemas.openxmlformats.org/officeDocument/2006/relationships/hyperlink" Target="https://www.consultant.ru/document/cons_doc_LAW_59999/23fb391f3632e3f68a11e40c5a7711f3513cc674/#:~:text=2,%D0%B5%D0%B3%D0%BE%20%D1%80%D0%B0%D1%81%D1%81%D0%BC%D0%BE%D1%82%D1%80%D0%B5%D0%BD%D0%B8%D1%8F%20%D0%B3%D1%80%D0%B0%D0%B6%D0%B4%D0%B0%D0%BD%D0%B8%D0%BD%D0%B0%2C%20%D0%BD%D0%B0%D0%BF%D1%80%D0%B0%D0%B2%D0%B8%D0%B2%D1%88%D0%B5%D0%B3%D0%BE%20%D0%BE%D0%B1%D1%80%D0%B0%D1%89%D0%B5%D0%BD%D0%B8%D0%B5" TargetMode="External"/><Relationship Id="rId2" Type="http://schemas.openxmlformats.org/officeDocument/2006/relationships/slide" Target="../slides/slide39.xml"/><Relationship Id="rId1" Type="http://schemas.openxmlformats.org/officeDocument/2006/relationships/notesMaster" Target="../notesMasters/notesMaster1.xml"/><Relationship Id="rId6" Type="http://schemas.openxmlformats.org/officeDocument/2006/relationships/hyperlink" Target="https://www.consultant.ru/document/cons_doc_LAW_59999/23fb391f3632e3f68a11e40c5a7711f3513cc674/#:~:text=1,%D1%81%D0%BE%20%D0%B4%D0%BD%D1%8F%20%D1%80%D0%B5%D0%B3%D0%B8%D1%81%D1%82%D1%80%D0%B0%D1%86%D0%B8%D0%B8%20%D0%BF%D0%B8%D1%81%D1%8C%D0%BC%D0%B5%D0%BD%D0%BD%D0%BE%D0%B3%D0%BE%20%D0%BE%D0%B1%D1%80%D0%B0%D1%89%D0%B5%D0%BD%D0%B8%D1%8F" TargetMode="External"/><Relationship Id="rId5" Type="http://schemas.openxmlformats.org/officeDocument/2006/relationships/hyperlink" Target="https://www.consultant.ru/document/cons_doc_LAW_59999/23fb391f3632e3f68a11e40c5a7711f3513cc674/#:~:text=1,1%20%D0%BD%D0%B0%D1%81%D1%82%D0%BE%D1%8F%D1%89%D0%B5%D0%B9%20%D1%81%D1%82%D0%B0%D1%82%D1%8C%D0%B8" TargetMode="External"/><Relationship Id="rId4" Type="http://schemas.openxmlformats.org/officeDocument/2006/relationships/hyperlink" Target="https://letters.kremlin.ru/info-service/acts/2#:~:text=%D0%9E%20%D0%BF%D0%BE%D1%80%D1%8F%D0%B4%D0%BA%D0%B5%20%D1%80%D0%B0%D1%81%D1%81%D0%BC%D0%BE%D1%82%D1%80%D0%B5%D0%BD%D0%B8%D1%8F%20%D0%BE%D0%B1%D1%80%D0%B0%D1%89%D0%B5%D0%BD%D0%B8%D0%B9%20%D0%B3%D1%80%D0%B0%D0%B6%D0%B4%D0%B0%D0%BD,%D0%BE%D1%80%D0%B3%D0%B0%D0%BD%20%D0%BC%D0%B5%D1%81%D1%82%D0%BD%D0%BE%D0%B3%D0%BE%20%D1%81%D0%B0%D0%BC%D0%BE%D1%83%D0%BF%D1%80%D0%B0%D0%B2%D0%BB%D0%B5%D0%BD%D0%B8%D1%8F%20%D0%B8%D0%BB%D0%B8" TargetMode="Externa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kovalaifokna.ru/personalismgeconsilium#:~:text=%D0%9F%D0%BE%D0%BB%D0%B8%D1%82%D0%B8%D0%BA%D0%B0%20%D0%BA%D0%BE%D0%BD%D1%84%D0%B8%D0%B4%D0%B5%D0%BD%D1%86%D0%B8%D0%B0%D0%BB%D1%8C%D0%BD%D0%BE%D1%81%D1%82%D0%B8%20%D0%BF%D0%B5%D1%80%D1%81%D0%BE%D0%BD%D0%B0%D0%BB%D1%8C%D0%BD%D1%8B%D0%B5%20%D0%B4%D0%B0%D0%BD%D0%BD%D1%8B%D0%B5%20,%D1%81%D1%83%D0%B1%D1%8A%D0%B5%D0%BA%D1%82%D1%83%20%D0%BF%D0%B5%D1%80%D1%81%D0%BE%D0%BD%D0%B0%D0%BB%D1%8C%D0%BD%D1%8B%D1%85%20%D0%B4%D0%B0%D0%BD%D0%BD%D1%8B%D1%85" TargetMode="External"/><Relationship Id="rId2" Type="http://schemas.openxmlformats.org/officeDocument/2006/relationships/slide" Target="../slides/slide40.xml"/><Relationship Id="rId1" Type="http://schemas.openxmlformats.org/officeDocument/2006/relationships/notesMaster" Target="../notesMasters/notesMaster1.xml"/><Relationship Id="rId4" Type="http://schemas.openxmlformats.org/officeDocument/2006/relationships/hyperlink" Target="https://base.garant.ru/12148567/e88847e78ccd9fdb54482c7fa15982bf/#:~:text=%D0%A1%D1%82%D0%B0%D1%82%D1%8C%D1%8F%207,%D1%82%D1%80%D0%B5%D1%82%D1%8C%D0%B8%D0%BC%20%D0%BB%D0%B8%D1%86%D0%B0%D0%BC%20%D0%B8%20%D0%BD%D0%B5" TargetMode="Externa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t-j.ru/guide/gosudarevy-sekrety/#:~:text=%D0%92%C2%A0%D0%BF%D1%80%D0%B0%D0%B2%D0%BE%D0%BC%20%D0%B2%D0%B5%D1%80%D1%85%D0%BD%D0%B5%D0%BC%20%D1%83%D0%B3%D0%BB%D1%83%20%D0%B4%D0%BE%D0%BA%D1%83%D0%BC%D0%B5%D0%BD%D1%82%D0%BE%D0%B2%20%D1%8D%D1%82%D0%BE%D1%82,%D1%83%D0%B6%D0%B5%20%D0%BC%D0%BD%D0%BE%D0%B3%D0%BE%20%D0%BB%D0%B5%D1%82%20%D0%B2%D1%8B%D0%B3%D0%BB%D1%8F%D0%B4%D0%B8%D1%82%20%D1%82%D0%B0%D0%BA" TargetMode="External"/><Relationship Id="rId2" Type="http://schemas.openxmlformats.org/officeDocument/2006/relationships/slide" Target="../slides/slide41.xml"/><Relationship Id="rId1" Type="http://schemas.openxmlformats.org/officeDocument/2006/relationships/notesMaster" Target="../notesMasters/notesMaster1.xml"/><Relationship Id="rId6" Type="http://schemas.openxmlformats.org/officeDocument/2006/relationships/hyperlink" Target="https://t-j.ru/guide/gosudarevy-sekrety/#:~:text=%D0%BD%D0%B0%D0%BD%D0%B5%D1%81%D1%82%D0%B8%20%D1%83%D1%89%D0%B5%D1%80%D0%B1%20%D0%B8%D0%BD%D1%82%D0%B5%D1%80%D0%B5%D1%81%D0%B0%D0%BC%20%D0%B3%D0%BE%D1%81%D1%83%D0%B4%D0%B0%D1%80%D1%81%D1%82%D0%B2%D0%B5%D0%BD%D0%BD%D0%BE%D0%B3%D0%BE%20%D0%BE%D1%80%D0%B3%D0%B0%D0%BD%D0%B0,%D0%BE%D0%BF%D1%80%D0%B5%D0%B4%D0%B5%D0%BB%D0%B5%D0%BD%D0%BD%D0%BE%D0%B9%20%D0%BE%D1%82%D1%80%D0%B0%D1%81%D0%BB%D0%B8%20%D1%8D%D0%BA%D0%BE%D0%BD%D0%BE%D0%BC%D0%B8%D0%BA%D0%B8%20%D0%A0%D0%BE%D1%81%D1%81%D0%B8%D0%B9%D1%81%D0%BA%D0%BE%D0%B9%20%D0%A4%D0%B5%D0%B4%D0%B5%D1%80%D0%B0%D1%86%D0%B8%D0%B8" TargetMode="External"/><Relationship Id="rId5" Type="http://schemas.openxmlformats.org/officeDocument/2006/relationships/hyperlink" Target="https://t-j.ru/guide/gosudarevy-sekrety/#:~:text=%D0%93%D1%80%D0%B8%D1%84%20%C2%AB%D0%BE%D1%81%D0%BE%D0%B1%D0%BE%D0%B9%20%D0%B2%D0%B0%D0%B6%D0%BD%D0%BE%D1%81%D1%82%D0%B8%C2%BB%20%D0%BF%D1%80%D0%B8%D1%81%D0%B2%D0%B0%D0%B8%D0%B2%D0%B0%D1%8E%D1%82%20%D1%81%D0%B2%D0%B5%D0%B4%D0%B5%D0%BD%D0%B8%D1%8F%D0%BC%2C,%D0%B8%D0%BD%D1%82%D0%B5%D1%80%D0%B5%D1%81%D0%B0%D0%BC%20%D0%A0%D0%BE%D1%81%D1%81%D0%B8%D0%B9%D1%81%D0%BA%D0%BE%D0%B9%20%D0%A4%D0%B5%D0%B4%D0%B5%D1%80%D0%B0%D1%86%D0%B8%D0%B8%20%D0%B2%20%D1%86%D0%B5%D0%BB%D0%BE%D0%BC" TargetMode="External"/><Relationship Id="rId4" Type="http://schemas.openxmlformats.org/officeDocument/2006/relationships/hyperlink" Target="https://t-j.ru/guide/gosudarevy-sekrety/#:~:text=%D0%B8%D0%BD%D1%84%D0%BE%D1%80%D0%BC%D0%B0%D1%86%D0%B8%D0%B8%20%D0%B8%C2%A0%D0%BA%D0%B0%D0%BA%D0%B8%D0%B5%20%D0%B8%D0%BD%D1%82%D0%B5%D1%80%D0%B5%D1%81%D1%8B%20%D0%BF%D0%BE%D1%81%D1%82%D1%80%D0%B0%D0%B4%D0%B0%D1%8E%D1%82%20%D0%B8%D0%B7,%D1%8D%D1%82%D0%BE%D0%B3%D0%BE"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www.consultant.ru/document/cons_doc_LAW_219040/6ebdfcce0e0750f8f3cb38d41f4df74f5ea402ec/#:~:text=%D1%81%D0%BB%D1%83%D0%B6%D0%B1%D0%B0%20%D0%B4%D0%B5%D0%BB%D0%BE%D0%BF%D1%80%D0%BE%D0%B8%D0%B7%D0%B2%D0%BE%D0%B4%D1%81%D1%82%D0%B2%D0%B0%20%D0%A1%D1%83%D0%B4%D0%B5%D0%B1%D0%BD%D0%BE%D0%B3%D0%BE%20%D0%B4%D0%B5%D0%BF%D0%B0%D1%80%D1%82%D0%B0%D0%BC%D0%B5%D0%BD%D1%82%D0%B0%20,%D0%B4%D1%80%D1%83%D0%B3%D0%B8%D1%85%20%D1%81%D1%82%D1%80%D1%83%D0%BA%D1%82%D1%83%D1%80%D0%BD%D1%8B%D1%85%20%D0%BF%D0%BE%D0%B4%D1%80%D0%B0%D0%B7%D0%B4%D0%B5%D0%BB%D0%B5%D0%BD%D0%B8%D1%8F%D1%85%20%D0%A1%D1%83%D0%B4%D0%B5%D0%B1%D0%BD%D0%BE%D0%B3%D0%BE%20%D0%B4%D0%B5%D0%BF%D0%B0%D1%80%D1%82%D0%B0%D0%BC%D0%B5%D0%BD%D1%82%D0%B0"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file:///\\file_00000000416c71f5adc189be4ea97b22#:~:text=%D0%9D%D0%BE%D1%80%D0%BC%D0%B0%D1%82%D0%B8%D0%B2%D0%BD%D0%BE,%D0%B8%20%D0%B4%D0%BE%D0%BA%D1%83%D0%BC%D0%B5%D0%BD%D1%82%D0%BE%D0%BE%D0%B1%D0%BE%D1%80%D0%BE%D1%82%D0%B0%20%D0%B4%D0%BB%D1%8F%20%D1%84%D0%B5%D0%B4%D0%B5%D1%80%D0%B0%D0%BB%D1%8C%D0%BD%D1%8B%D1%85%20%D0%BE%D1%80%D0%B3%D0%B0%D0%BD%D0%BE%D0%B2" TargetMode="External"/><Relationship Id="rId2" Type="http://schemas.openxmlformats.org/officeDocument/2006/relationships/slide" Target="../slides/slide45.xml"/><Relationship Id="rId1" Type="http://schemas.openxmlformats.org/officeDocument/2006/relationships/notesMaster" Target="../notesMasters/notesMaster1.xml"/><Relationship Id="rId5" Type="http://schemas.openxmlformats.org/officeDocument/2006/relationships/hyperlink" Target="file:///\\file_0000000075c4720ea00106ef4b36e50b#:~:text=%D0%92%20%D1%81%D0%BE%D0%BE%D1%82%D0%B2%D0%B5%D1%82%D1%81%D1%82%D0%B2%D0%B8%D0%B8%20%D1%81%20%D0%BF%D1%83%D0%BD%D0%BA%D1%82%D0%BE%D0%BC%203,%D0%9F%D1%80%D0%B0%D0%B2%D0%B8%D0%BB%20%D0%B4%D0%B5%D0%BB%D0%BE%D0%BF%D1%80%D0%BE%D0%B8%D0%B7%D0%B2%D0%BE%D0%B4%D1%81%D1%82%D0%B2%D0%B0%20%D0%B8%D0%BD%D1%84%D0%BE%D1%80%D0%BC%D0%B0%D1%86%D0%B8%D0%BE%D0%BD%D0%BD%D1%8B%D0%B5%20%D1%81%D0%B8%D1%81%D1%82%D0%B5%D0%BC%D1%8B" TargetMode="External"/><Relationship Id="rId4" Type="http://schemas.openxmlformats.org/officeDocument/2006/relationships/hyperlink" Target="file:///\\file_0000000075c4720ea00106ef4b36e50b#:~:text=%D0%94%D0%BE%D0%BA%D1%83%D0%BC%D0%B5%D0%BD%D1%82%D0%BE%D0%BE%D0%B1%D0%BE%D1%80%D0%BE%D1%82%20%D0%B3%D0%BE%D1%81%D1%83%D0%B4%D0%B0%D1%80%D1%81%D1%82%D0%B2%D0%B5%D0%BD%D0%BD%D0%BE%D0%B3%D0%BE%20%D0%BE%D1%80%D0%B3%D0%B0%D0%BD%D0%B0%2C%20%D0%BE%D1%80%D0%B3%D0%B0%D0%BD%D0%B0%20%D0%BC%D0%B5%D1%81%D1%82%D0%BD%D0%BE%D0%B3%D0%BE,%D1%81%D0%B0%D0%BC%D0%BE%D1%83%D0%BF%D1%80%D0%B0%D0%B2%D0%BB%D0%B5%D0%BD%D0%B8%D1%8F"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Прежде всего, необходимо разграничить понятия </a:t>
            </a:r>
            <a:r>
              <a:rPr lang="ru-RU" sz="1200" b="1" kern="1200" dirty="0">
                <a:solidFill>
                  <a:schemeClr val="tx1"/>
                </a:solidFill>
                <a:effectLst/>
                <a:latin typeface="+mn-lt"/>
                <a:ea typeface="+mn-ea"/>
                <a:cs typeface="+mn-cs"/>
              </a:rPr>
              <a:t>делопроизводства</a:t>
            </a:r>
            <a:r>
              <a:rPr lang="ru-RU" sz="1200" kern="1200" dirty="0">
                <a:solidFill>
                  <a:schemeClr val="tx1"/>
                </a:solidFill>
                <a:effectLst/>
                <a:latin typeface="+mn-lt"/>
                <a:ea typeface="+mn-ea"/>
                <a:cs typeface="+mn-cs"/>
              </a:rPr>
              <a:t> и </a:t>
            </a:r>
            <a:r>
              <a:rPr lang="ru-RU" sz="1200" b="1" kern="1200" dirty="0">
                <a:solidFill>
                  <a:schemeClr val="tx1"/>
                </a:solidFill>
                <a:effectLst/>
                <a:latin typeface="+mn-lt"/>
                <a:ea typeface="+mn-ea"/>
                <a:cs typeface="+mn-cs"/>
              </a:rPr>
              <a:t>документооборота</a:t>
            </a:r>
            <a:r>
              <a:rPr lang="ru-RU" sz="1200" kern="1200" dirty="0">
                <a:solidFill>
                  <a:schemeClr val="tx1"/>
                </a:solidFill>
                <a:effectLst/>
                <a:latin typeface="+mn-lt"/>
                <a:ea typeface="+mn-ea"/>
                <a:cs typeface="+mn-cs"/>
              </a:rPr>
              <a:t>. Согласно официальным определениям, делопроизводство – это деятельность, обеспечивающая создание официальных документов и организацию работы с ними</a:t>
            </a:r>
            <a:r>
              <a:rPr lang="ru-RU" sz="1200" kern="1200" dirty="0">
                <a:solidFill>
                  <a:schemeClr val="tx1"/>
                </a:solidFill>
                <a:effectLst/>
                <a:latin typeface="+mn-lt"/>
                <a:ea typeface="+mn-ea"/>
                <a:cs typeface="+mn-cs"/>
                <a:hlinkClick r:id="rId3"/>
              </a:rPr>
              <a:t>[1]</a:t>
            </a:r>
            <a:r>
              <a:rPr lang="ru-RU" sz="1200" kern="1200" dirty="0">
                <a:solidFill>
                  <a:schemeClr val="tx1"/>
                </a:solidFill>
                <a:effectLst/>
                <a:latin typeface="+mn-lt"/>
                <a:ea typeface="+mn-ea"/>
                <a:cs typeface="+mn-cs"/>
              </a:rPr>
              <a:t>. Проще говоря, делопроизводство (часто его называют также документационным обеспечением управления) охватывает весь комплекс работ по документированию управленческой деятельности и организации работы с документами в учреждении. В свою очередь, документооборот – это движение документов с момента их создания или получения до завершения исполнения, помещения в дело и (или) отправки</a:t>
            </a:r>
            <a:r>
              <a:rPr lang="ru-RU" sz="1200" kern="1200" dirty="0">
                <a:solidFill>
                  <a:schemeClr val="tx1"/>
                </a:solidFill>
                <a:effectLst/>
                <a:latin typeface="+mn-lt"/>
                <a:ea typeface="+mn-ea"/>
                <a:cs typeface="+mn-cs"/>
                <a:hlinkClick r:id="rId4"/>
              </a:rPr>
              <a:t>[2]</a:t>
            </a:r>
            <a:r>
              <a:rPr lang="ru-RU" sz="1200" kern="1200" dirty="0">
                <a:solidFill>
                  <a:schemeClr val="tx1"/>
                </a:solidFill>
                <a:effectLst/>
                <a:latin typeface="+mn-lt"/>
                <a:ea typeface="+mn-ea"/>
                <a:cs typeface="+mn-cs"/>
              </a:rPr>
              <a:t>. Иными словами, документооборот описывает путь, который проходит документ в организации: от регистрации и рассмотрения до исполнения, направления адресату или передачи в архив.</a:t>
            </a:r>
          </a:p>
          <a:p>
            <a:r>
              <a:rPr lang="ru-RU" sz="1200" kern="1200" dirty="0">
                <a:solidFill>
                  <a:schemeClr val="tx1"/>
                </a:solidFill>
                <a:effectLst/>
                <a:latin typeface="+mn-lt"/>
                <a:ea typeface="+mn-ea"/>
                <a:cs typeface="+mn-cs"/>
              </a:rPr>
              <a:t>Важно понимать, что документооборот является частью делопроизводства. Иногда выделяют три основные стадии работы с документами: </a:t>
            </a:r>
            <a:r>
              <a:rPr lang="ru-RU" sz="1200" b="1" kern="1200" dirty="0">
                <a:solidFill>
                  <a:schemeClr val="tx1"/>
                </a:solidFill>
                <a:effectLst/>
                <a:latin typeface="+mn-lt"/>
                <a:ea typeface="+mn-ea"/>
                <a:cs typeface="+mn-cs"/>
              </a:rPr>
              <a:t>документирование</a:t>
            </a:r>
            <a:r>
              <a:rPr lang="ru-RU" sz="1200" kern="1200" dirty="0">
                <a:solidFill>
                  <a:schemeClr val="tx1"/>
                </a:solidFill>
                <a:effectLst/>
                <a:latin typeface="+mn-lt"/>
                <a:ea typeface="+mn-ea"/>
                <a:cs typeface="+mn-cs"/>
              </a:rPr>
              <a:t> (создание документов), </a:t>
            </a:r>
            <a:r>
              <a:rPr lang="ru-RU" sz="1200" b="1" kern="1200" dirty="0">
                <a:solidFill>
                  <a:schemeClr val="tx1"/>
                </a:solidFill>
                <a:effectLst/>
                <a:latin typeface="+mn-lt"/>
                <a:ea typeface="+mn-ea"/>
                <a:cs typeface="+mn-cs"/>
              </a:rPr>
              <a:t>организация движения и учета документов</a:t>
            </a:r>
            <a:r>
              <a:rPr lang="ru-RU" sz="1200" kern="1200" dirty="0">
                <a:solidFill>
                  <a:schemeClr val="tx1"/>
                </a:solidFill>
                <a:effectLst/>
                <a:latin typeface="+mn-lt"/>
                <a:ea typeface="+mn-ea"/>
                <a:cs typeface="+mn-cs"/>
              </a:rPr>
              <a:t> (собственно документооборот) и </a:t>
            </a:r>
            <a:r>
              <a:rPr lang="ru-RU" sz="1200" b="1" kern="1200" dirty="0">
                <a:solidFill>
                  <a:schemeClr val="tx1"/>
                </a:solidFill>
                <a:effectLst/>
                <a:latin typeface="+mn-lt"/>
                <a:ea typeface="+mn-ea"/>
                <a:cs typeface="+mn-cs"/>
              </a:rPr>
              <a:t>хранение документов</a:t>
            </a:r>
            <a:r>
              <a:rPr lang="ru-RU" sz="1200" kern="1200" dirty="0">
                <a:solidFill>
                  <a:schemeClr val="tx1"/>
                </a:solidFill>
                <a:effectLst/>
                <a:latin typeface="+mn-lt"/>
                <a:ea typeface="+mn-ea"/>
                <a:cs typeface="+mn-cs"/>
              </a:rPr>
              <a:t> (архивное дело)</a:t>
            </a:r>
            <a:r>
              <a:rPr lang="ru-RU" sz="1200" kern="1200" dirty="0">
                <a:solidFill>
                  <a:schemeClr val="tx1"/>
                </a:solidFill>
                <a:effectLst/>
                <a:latin typeface="+mn-lt"/>
                <a:ea typeface="+mn-ea"/>
                <a:cs typeface="+mn-cs"/>
                <a:hlinkClick r:id="rId5"/>
              </a:rPr>
              <a:t>[3]</a:t>
            </a:r>
            <a:r>
              <a:rPr lang="ru-RU" sz="1200" kern="1200" dirty="0">
                <a:solidFill>
                  <a:schemeClr val="tx1"/>
                </a:solidFill>
                <a:effectLst/>
                <a:latin typeface="+mn-lt"/>
                <a:ea typeface="+mn-ea"/>
                <a:cs typeface="+mn-cs"/>
              </a:rPr>
              <a:t>. Таким образом, делопроизводство охватывает все эти стадии, устанавливая правила и процедуры на каждом из них.</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2</a:t>
            </a:fld>
            <a:endParaRPr lang="ru-RU"/>
          </a:p>
        </p:txBody>
      </p:sp>
    </p:spTree>
    <p:extLst>
      <p:ext uri="{BB962C8B-B14F-4D97-AF65-F5344CB8AC3E}">
        <p14:creationId xmlns:p14="http://schemas.microsoft.com/office/powerpoint/2010/main" val="3493970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Следует отметить, что в России единые требования к работе с документами устанавливаются нормативными актами федерального уровня. Так, в соответствии со ст. 11 Федерального закона № 149-ФЗ «Об информации, информационных технологиях и о защите информации» в федеральных органах исполнительной власти документирование информации осуществляется в порядке, устанавливаемом Правительством РФ. Правила делопроизводства и документооборота других государственных органов и органов местного самоуправления должны соответствовать требованиям, установленным Правительством</a:t>
            </a:r>
            <a:r>
              <a:rPr lang="ru-RU" sz="1200" kern="1200" dirty="0">
                <a:solidFill>
                  <a:schemeClr val="tx1"/>
                </a:solidFill>
                <a:effectLst/>
                <a:latin typeface="+mn-lt"/>
                <a:ea typeface="+mn-ea"/>
                <a:cs typeface="+mn-cs"/>
                <a:hlinkClick r:id="rId3"/>
              </a:rPr>
              <a:t>[4]</a:t>
            </a:r>
            <a:r>
              <a:rPr lang="ru-RU" sz="1200" kern="1200" dirty="0">
                <a:solidFill>
                  <a:schemeClr val="tx1"/>
                </a:solidFill>
                <a:effectLst/>
                <a:latin typeface="+mn-lt"/>
                <a:ea typeface="+mn-ea"/>
                <a:cs typeface="+mn-cs"/>
              </a:rPr>
              <a:t>. На практике это означает, что все ведомственные инструкции по делопроизводству базируются на типовых правилах, утвержденных на федеральном уровне (в частности, Приказ Росархива № 71 от 22.05.2019 утвердил актуальные Правила делопроизводства в госорганах). В городе Москве система делопроизводства курируется Главным архивным управлением (</a:t>
            </a:r>
            <a:r>
              <a:rPr lang="ru-RU" sz="1200" kern="1200" dirty="0" err="1">
                <a:solidFill>
                  <a:schemeClr val="tx1"/>
                </a:solidFill>
                <a:effectLst/>
                <a:latin typeface="+mn-lt"/>
                <a:ea typeface="+mn-ea"/>
                <a:cs typeface="+mn-cs"/>
              </a:rPr>
              <a:t>Мосархивом</a:t>
            </a:r>
            <a:r>
              <a:rPr lang="ru-RU" sz="1200" kern="1200" dirty="0">
                <a:solidFill>
                  <a:schemeClr val="tx1"/>
                </a:solidFill>
                <a:effectLst/>
                <a:latin typeface="+mn-lt"/>
                <a:ea typeface="+mn-ea"/>
                <a:cs typeface="+mn-cs"/>
              </a:rPr>
              <a:t>), которое обеспечивает методическое сопровождение и контроль за соблюдением единых требований в органах власти города.</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3</a:t>
            </a:fld>
            <a:endParaRPr lang="ru-RU"/>
          </a:p>
        </p:txBody>
      </p:sp>
    </p:spTree>
    <p:extLst>
      <p:ext uri="{BB962C8B-B14F-4D97-AF65-F5344CB8AC3E}">
        <p14:creationId xmlns:p14="http://schemas.microsoft.com/office/powerpoint/2010/main" val="1520862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Кроме того, российское законодательство определяет официальный язык делопроизводства. В соответствии с Законом РФ «О языках народов Российской Федерации» работа всех органов государственной власти и органов местного самоуправления на территории РФ ведется на государственном языке РФ – русском языке</a:t>
            </a:r>
            <a:r>
              <a:rPr lang="ru-RU" sz="1200" kern="1200" dirty="0">
                <a:solidFill>
                  <a:schemeClr val="tx1"/>
                </a:solidFill>
                <a:effectLst/>
                <a:latin typeface="+mn-lt"/>
                <a:ea typeface="+mn-ea"/>
                <a:cs typeface="+mn-cs"/>
                <a:hlinkClick r:id="rId3"/>
              </a:rPr>
              <a:t>[5]</a:t>
            </a:r>
            <a:r>
              <a:rPr lang="ru-RU" sz="1200" kern="1200" dirty="0">
                <a:solidFill>
                  <a:schemeClr val="tx1"/>
                </a:solidFill>
                <a:effectLst/>
                <a:latin typeface="+mn-lt"/>
                <a:ea typeface="+mn-ea"/>
                <a:cs typeface="+mn-cs"/>
              </a:rPr>
              <a:t>. В республиках РФ при ведении документации наряду с русским могут употребляться и государственные языки этих республик</a:t>
            </a:r>
            <a:r>
              <a:rPr lang="ru-RU" sz="1200" kern="1200" dirty="0">
                <a:solidFill>
                  <a:schemeClr val="tx1"/>
                </a:solidFill>
                <a:effectLst/>
                <a:latin typeface="+mn-lt"/>
                <a:ea typeface="+mn-ea"/>
                <a:cs typeface="+mn-cs"/>
                <a:hlinkClick r:id="rId4"/>
              </a:rPr>
              <a:t>[6]</a:t>
            </a:r>
            <a:r>
              <a:rPr lang="ru-RU" sz="1200" kern="1200" dirty="0">
                <a:solidFill>
                  <a:schemeClr val="tx1"/>
                </a:solidFill>
                <a:effectLst/>
                <a:latin typeface="+mn-lt"/>
                <a:ea typeface="+mn-ea"/>
                <a:cs typeface="+mn-cs"/>
              </a:rPr>
              <a:t>. Для московских органов власти (как и для федеральных) это означает, что вся официальная переписка и документация ведется на русском языке.</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4</a:t>
            </a:fld>
            <a:endParaRPr lang="ru-RU"/>
          </a:p>
        </p:txBody>
      </p:sp>
    </p:spTree>
    <p:extLst>
      <p:ext uri="{BB962C8B-B14F-4D97-AF65-F5344CB8AC3E}">
        <p14:creationId xmlns:p14="http://schemas.microsoft.com/office/powerpoint/2010/main" val="2206060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8B435-7CA4-D5BB-814A-5DA1F5EBC39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3C628C8-02DC-60D3-5C47-4658244DEA5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0C1425A-905F-7C82-931A-A6CE078BAD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Следует отметить, что в России единые требования к работе с документами устанавливаются нормативными актами федерального уровня. Так, в соответствии со ст. 11 Федерального закона № 149-ФЗ «Об информации, информационных технологиях и о защите информации» в федеральных органах исполнительной власти документирование информации осуществляется в порядке, устанавливаемом Правительством РФ. Правила делопроизводства и документооборота других государственных органов и органов местного самоуправления должны соответствовать требованиям, установленным Правительством</a:t>
            </a:r>
            <a:r>
              <a:rPr lang="ru-RU" sz="1200" kern="1200" dirty="0">
                <a:solidFill>
                  <a:schemeClr val="tx1"/>
                </a:solidFill>
                <a:effectLst/>
                <a:latin typeface="+mn-lt"/>
                <a:ea typeface="+mn-ea"/>
                <a:cs typeface="+mn-cs"/>
                <a:hlinkClick r:id="rId3"/>
              </a:rPr>
              <a:t>[4]</a:t>
            </a:r>
            <a:r>
              <a:rPr lang="ru-RU" sz="1200" kern="1200" dirty="0">
                <a:solidFill>
                  <a:schemeClr val="tx1"/>
                </a:solidFill>
                <a:effectLst/>
                <a:latin typeface="+mn-lt"/>
                <a:ea typeface="+mn-ea"/>
                <a:cs typeface="+mn-cs"/>
              </a:rPr>
              <a:t>. На практике это означает, что все ведомственные инструкции по делопроизводству базируются на типовых правилах, утвержденных на федеральном уровне (в частности, Приказ Росархива № 71 от 22.05.2019 утвердил актуальные Правила делопроизводства в госорганах). В городе Москве система делопроизводства курируется Главным архивным управлением (</a:t>
            </a:r>
            <a:r>
              <a:rPr lang="ru-RU" sz="1200" kern="1200" dirty="0" err="1">
                <a:solidFill>
                  <a:schemeClr val="tx1"/>
                </a:solidFill>
                <a:effectLst/>
                <a:latin typeface="+mn-lt"/>
                <a:ea typeface="+mn-ea"/>
                <a:cs typeface="+mn-cs"/>
              </a:rPr>
              <a:t>Мосархивом</a:t>
            </a:r>
            <a:r>
              <a:rPr lang="ru-RU" sz="1200" kern="1200" dirty="0">
                <a:solidFill>
                  <a:schemeClr val="tx1"/>
                </a:solidFill>
                <a:effectLst/>
                <a:latin typeface="+mn-lt"/>
                <a:ea typeface="+mn-ea"/>
                <a:cs typeface="+mn-cs"/>
              </a:rPr>
              <a:t>), которое обеспечивает методическое сопровождение и контроль за соблюдением единых требований в органах власти города.</a:t>
            </a:r>
          </a:p>
          <a:p>
            <a:endParaRPr lang="ru-RU" dirty="0"/>
          </a:p>
        </p:txBody>
      </p:sp>
      <p:sp>
        <p:nvSpPr>
          <p:cNvPr id="4" name="Номер слайда 3">
            <a:extLst>
              <a:ext uri="{FF2B5EF4-FFF2-40B4-BE49-F238E27FC236}">
                <a16:creationId xmlns:a16="http://schemas.microsoft.com/office/drawing/2014/main" id="{D1DF5703-1D0E-9184-8748-15D991951441}"/>
              </a:ext>
            </a:extLst>
          </p:cNvPr>
          <p:cNvSpPr>
            <a:spLocks noGrp="1"/>
          </p:cNvSpPr>
          <p:nvPr>
            <p:ph type="sldNum" sz="quarter" idx="5"/>
          </p:nvPr>
        </p:nvSpPr>
        <p:spPr/>
        <p:txBody>
          <a:bodyPr/>
          <a:lstStyle/>
          <a:p>
            <a:fld id="{DB4FA6E8-849D-47CC-BFE3-7A530CFB6D95}" type="slidenum">
              <a:rPr lang="ru-RU" smtClean="0"/>
              <a:t>5</a:t>
            </a:fld>
            <a:endParaRPr lang="ru-RU"/>
          </a:p>
        </p:txBody>
      </p:sp>
    </p:spTree>
    <p:extLst>
      <p:ext uri="{BB962C8B-B14F-4D97-AF65-F5344CB8AC3E}">
        <p14:creationId xmlns:p14="http://schemas.microsoft.com/office/powerpoint/2010/main" val="4071235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1" dirty="0"/>
              <a:t>Бланк документа</a:t>
            </a:r>
            <a:r>
              <a:rPr lang="ru-RU" dirty="0"/>
              <a:t> – это стандартный лист бумаги (или электронный шаблон) с заранее напечатанными постоянными реквизитами, идентифицирующими автора официального документа. Использование бланков позволяет унифицировать оформление документов, обеспечить наличие обязательных реквизитов и сэкономить время на их подготовку. Бланки бывают бумажные (изготавливаются типографским способом или на принтере) и электронные (шаблоны в текстовом редакторе или системе электронного документооборота). Требования к бланкам устанавливаются ГОСТ Р 7.0.97-2025.</a:t>
            </a:r>
            <a:br>
              <a:rPr lang="ru-RU" dirty="0"/>
            </a:br>
            <a:r>
              <a:rPr lang="ru-RU" sz="1200" b="1" kern="1200" dirty="0">
                <a:solidFill>
                  <a:schemeClr val="tx1"/>
                </a:solidFill>
                <a:effectLst/>
                <a:latin typeface="+mn-lt"/>
                <a:ea typeface="+mn-ea"/>
                <a:cs typeface="+mn-cs"/>
              </a:rPr>
              <a:t>Форматы бланков.</a:t>
            </a:r>
            <a:r>
              <a:rPr lang="ru-RU" sz="1200" kern="1200" dirty="0">
                <a:solidFill>
                  <a:schemeClr val="tx1"/>
                </a:solidFill>
                <a:effectLst/>
                <a:latin typeface="+mn-lt"/>
                <a:ea typeface="+mn-ea"/>
                <a:cs typeface="+mn-cs"/>
              </a:rPr>
              <a:t> Стандартом предусмотрено два основных формата бумаги для бланков: формат A4 (210×297 мм) – основной формат для большинства документов, и формат A5 (148×210 мм) – может использоваться для кратких документов, справок, резолюций и т.п.</a:t>
            </a:r>
            <a:r>
              <a:rPr lang="ru-RU" sz="1200" kern="1200" dirty="0">
                <a:solidFill>
                  <a:schemeClr val="tx1"/>
                </a:solidFill>
                <a:effectLst/>
                <a:latin typeface="+mn-lt"/>
                <a:ea typeface="+mn-ea"/>
                <a:cs typeface="+mn-cs"/>
                <a:hlinkClick r:id="rId3"/>
              </a:rPr>
              <a:t>[34]</a:t>
            </a:r>
            <a:r>
              <a:rPr lang="ru-RU" sz="1200" kern="1200" dirty="0">
                <a:solidFill>
                  <a:schemeClr val="tx1"/>
                </a:solidFill>
                <a:effectLst/>
                <a:latin typeface="+mn-lt"/>
                <a:ea typeface="+mn-ea"/>
                <a:cs typeface="+mn-cs"/>
              </a:rPr>
              <a:t>. Кроме того, допускается формат A6 (105×148 мм) специально для бланков резолюций (маленькие бланки, на которых пишутся поручения)</a:t>
            </a:r>
            <a:r>
              <a:rPr lang="ru-RU" sz="1200" kern="1200" dirty="0">
                <a:solidFill>
                  <a:schemeClr val="tx1"/>
                </a:solidFill>
                <a:effectLst/>
                <a:latin typeface="+mn-lt"/>
                <a:ea typeface="+mn-ea"/>
                <a:cs typeface="+mn-cs"/>
                <a:hlinkClick r:id="rId4"/>
              </a:rPr>
              <a:t>[35]</a:t>
            </a:r>
            <a:r>
              <a:rPr lang="ru-RU" sz="1200" kern="1200" dirty="0">
                <a:solidFill>
                  <a:schemeClr val="tx1"/>
                </a:solidFill>
                <a:effectLst/>
                <a:latin typeface="+mn-lt"/>
                <a:ea typeface="+mn-ea"/>
                <a:cs typeface="+mn-cs"/>
              </a:rPr>
              <a:t>. Первые листы документов создаются на бланках, а последующие страницы печатаются на обычной бумаге того же формата</a:t>
            </a:r>
            <a:r>
              <a:rPr lang="ru-RU" sz="1200" kern="1200" dirty="0">
                <a:solidFill>
                  <a:schemeClr val="tx1"/>
                </a:solidFill>
                <a:effectLst/>
                <a:latin typeface="+mn-lt"/>
                <a:ea typeface="+mn-ea"/>
                <a:cs typeface="+mn-cs"/>
                <a:hlinkClick r:id="rId5"/>
              </a:rPr>
              <a:t>[36]</a:t>
            </a:r>
            <a:r>
              <a:rPr lang="ru-RU" sz="1200" kern="1200" dirty="0">
                <a:solidFill>
                  <a:schemeClr val="tx1"/>
                </a:solidFill>
                <a:effectLst/>
                <a:latin typeface="+mn-lt"/>
                <a:ea typeface="+mn-ea"/>
                <a:cs typeface="+mn-cs"/>
              </a:rPr>
              <a:t>. Бумага для бланков должна быть белой или светлых тонов, одинакового качества для всех листов документа</a:t>
            </a:r>
            <a:r>
              <a:rPr lang="ru-RU" sz="1200" kern="1200" dirty="0">
                <a:solidFill>
                  <a:schemeClr val="tx1"/>
                </a:solidFill>
                <a:effectLst/>
                <a:latin typeface="+mn-lt"/>
                <a:ea typeface="+mn-ea"/>
                <a:cs typeface="+mn-cs"/>
                <a:hlinkClick r:id="rId6"/>
              </a:rPr>
              <a:t>[37]</a:t>
            </a:r>
            <a:r>
              <a:rPr lang="ru-RU"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ru-RU" sz="1200" b="1" kern="1200" dirty="0">
                <a:solidFill>
                  <a:schemeClr val="tx1"/>
                </a:solidFill>
                <a:effectLst/>
                <a:latin typeface="+mn-lt"/>
                <a:ea typeface="+mn-ea"/>
                <a:cs typeface="+mn-cs"/>
              </a:rPr>
              <a:t>Поля (отступы) на бланке</a:t>
            </a:r>
            <a:r>
              <a:rPr lang="ru-RU" sz="1200" kern="1200" dirty="0">
                <a:solidFill>
                  <a:schemeClr val="tx1"/>
                </a:solidFill>
                <a:effectLst/>
                <a:latin typeface="+mn-lt"/>
                <a:ea typeface="+mn-ea"/>
                <a:cs typeface="+mn-cs"/>
              </a:rPr>
              <a:t> устанавливаются ГОСТом как минимальные размеры: не менее 20 мм – левое, 10 мм – правое, 20 мм – верхнее, 20 мм – нижнее</a:t>
            </a:r>
            <a:r>
              <a:rPr lang="ru-RU" sz="1200" kern="1200" dirty="0">
                <a:solidFill>
                  <a:schemeClr val="tx1"/>
                </a:solidFill>
                <a:effectLst/>
                <a:latin typeface="+mn-lt"/>
                <a:ea typeface="+mn-ea"/>
                <a:cs typeface="+mn-cs"/>
                <a:hlinkClick r:id="rId7"/>
              </a:rPr>
              <a:t>[38]</a:t>
            </a:r>
            <a:r>
              <a:rPr lang="ru-RU" sz="1200" kern="1200" dirty="0">
                <a:solidFill>
                  <a:schemeClr val="tx1"/>
                </a:solidFill>
                <a:effectLst/>
                <a:latin typeface="+mn-lt"/>
                <a:ea typeface="+mn-ea"/>
                <a:cs typeface="+mn-cs"/>
              </a:rPr>
              <a:t>. Обратите внимание: для документов длительного хранения (свыше 10 лет) требуются увеличенные поля – левое не менее 30 мм (для обеспечения места под переплет и сохранности текста)</a:t>
            </a:r>
            <a:r>
              <a:rPr lang="ru-RU" sz="1200" kern="1200" dirty="0">
                <a:solidFill>
                  <a:schemeClr val="tx1"/>
                </a:solidFill>
                <a:effectLst/>
                <a:latin typeface="+mn-lt"/>
                <a:ea typeface="+mn-ea"/>
                <a:cs typeface="+mn-cs"/>
                <a:hlinkClick r:id="rId8"/>
              </a:rPr>
              <a:t>[39]</a:t>
            </a:r>
            <a:r>
              <a:rPr lang="ru-RU" sz="1200" kern="1200" dirty="0">
                <a:solidFill>
                  <a:schemeClr val="tx1"/>
                </a:solidFill>
                <a:effectLst/>
                <a:latin typeface="+mn-lt"/>
                <a:ea typeface="+mn-ea"/>
                <a:cs typeface="+mn-cs"/>
              </a:rPr>
              <a:t>. Эти нормы полей обязательны как при изготовлении печатных бланков, так и при настройке шаблонов в текстовых редакторах.</a:t>
            </a:r>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6</a:t>
            </a:fld>
            <a:endParaRPr lang="ru-RU"/>
          </a:p>
        </p:txBody>
      </p:sp>
    </p:spTree>
    <p:extLst>
      <p:ext uri="{BB962C8B-B14F-4D97-AF65-F5344CB8AC3E}">
        <p14:creationId xmlns:p14="http://schemas.microsoft.com/office/powerpoint/2010/main" val="3583860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Формат страницы и поля.</a:t>
            </a:r>
            <a:r>
              <a:rPr lang="ru-RU" sz="1200" kern="1200" dirty="0">
                <a:solidFill>
                  <a:schemeClr val="tx1"/>
                </a:solidFill>
                <a:effectLst/>
                <a:latin typeface="+mn-lt"/>
                <a:ea typeface="+mn-ea"/>
                <a:cs typeface="+mn-cs"/>
              </a:rPr>
              <a:t> Как уже упоминалось, стандартный формат бумаги – A4 (210×297 мм) для большинства документов. Поля документа должны быть не менее: </a:t>
            </a:r>
            <a:r>
              <a:rPr lang="ru-RU" sz="1200" b="1" kern="1200" dirty="0">
                <a:solidFill>
                  <a:schemeClr val="tx1"/>
                </a:solidFill>
                <a:effectLst/>
                <a:latin typeface="+mn-lt"/>
                <a:ea typeface="+mn-ea"/>
                <a:cs typeface="+mn-cs"/>
              </a:rPr>
              <a:t>левое – 20 мм, правое – 10 мм, верхнее – 20 мм, нижнее – 20 мм</a:t>
            </a:r>
            <a:r>
              <a:rPr lang="ru-RU" sz="1200" kern="1200" dirty="0">
                <a:solidFill>
                  <a:schemeClr val="tx1"/>
                </a:solidFill>
                <a:effectLst/>
                <a:latin typeface="+mn-lt"/>
                <a:ea typeface="+mn-ea"/>
                <a:cs typeface="+mn-cs"/>
                <a:hlinkClick r:id="rId3"/>
              </a:rPr>
              <a:t>[38]</a:t>
            </a:r>
            <a:r>
              <a:rPr lang="ru-RU" sz="1200" kern="1200" dirty="0">
                <a:solidFill>
                  <a:schemeClr val="tx1"/>
                </a:solidFill>
                <a:effectLst/>
                <a:latin typeface="+mn-lt"/>
                <a:ea typeface="+mn-ea"/>
                <a:cs typeface="+mn-cs"/>
              </a:rPr>
              <a:t>. Эти отступы гарантируют, что текст не будет обрезан при подшивке и копировании. Для документов длительного хранения левое поле увеличено до 30 мм</a:t>
            </a:r>
            <a:r>
              <a:rPr lang="ru-RU" sz="1200" kern="1200" dirty="0">
                <a:solidFill>
                  <a:schemeClr val="tx1"/>
                </a:solidFill>
                <a:effectLst/>
                <a:latin typeface="+mn-lt"/>
                <a:ea typeface="+mn-ea"/>
                <a:cs typeface="+mn-cs"/>
                <a:hlinkClick r:id="rId4"/>
              </a:rPr>
              <a:t>[39]</a:t>
            </a:r>
            <a:r>
              <a:rPr lang="ru-RU" sz="1200" kern="1200" dirty="0">
                <a:solidFill>
                  <a:schemeClr val="tx1"/>
                </a:solidFill>
                <a:effectLst/>
                <a:latin typeface="+mn-lt"/>
                <a:ea typeface="+mn-ea"/>
                <a:cs typeface="+mn-cs"/>
              </a:rPr>
              <a:t> (это важно учесть при оформлении уставов, положений, исторических справок и др.). Верхнее поле зачастую чуть больше реального, так как там размещаются реквизиты бланка, но минимум – 20 мм от края.</a:t>
            </a:r>
          </a:p>
          <a:p>
            <a:r>
              <a:rPr lang="ru-RU" sz="1200" b="1" kern="1200" dirty="0">
                <a:solidFill>
                  <a:schemeClr val="tx1"/>
                </a:solidFill>
                <a:effectLst/>
                <a:latin typeface="+mn-lt"/>
                <a:ea typeface="+mn-ea"/>
                <a:cs typeface="+mn-cs"/>
              </a:rPr>
              <a:t>Шрифт и размер.</a:t>
            </a:r>
            <a:r>
              <a:rPr lang="ru-RU" sz="1200" kern="1200" dirty="0">
                <a:solidFill>
                  <a:schemeClr val="tx1"/>
                </a:solidFill>
                <a:effectLst/>
                <a:latin typeface="+mn-lt"/>
                <a:ea typeface="+mn-ea"/>
                <a:cs typeface="+mn-cs"/>
              </a:rPr>
              <a:t> ГОСТ 2025 года несколько либерализовал требования к гарнитуре шрифта. Выбор шрифта (гарнитуры) и конкретного размера отдан на усмотрение организации – они устанавливаются локальным нормативным актом (например, в инструкции по делопроизводству)</a:t>
            </a:r>
            <a:r>
              <a:rPr lang="ru-RU" sz="1200" kern="1200" dirty="0">
                <a:solidFill>
                  <a:schemeClr val="tx1"/>
                </a:solidFill>
                <a:effectLst/>
                <a:latin typeface="+mn-lt"/>
                <a:ea typeface="+mn-ea"/>
                <a:cs typeface="+mn-cs"/>
                <a:hlinkClick r:id="rId5"/>
              </a:rPr>
              <a:t>[72]</a:t>
            </a:r>
            <a:r>
              <a:rPr lang="ru-RU" sz="1200" kern="1200" dirty="0">
                <a:solidFill>
                  <a:schemeClr val="tx1"/>
                </a:solidFill>
                <a:effectLst/>
                <a:latin typeface="+mn-lt"/>
                <a:ea typeface="+mn-ea"/>
                <a:cs typeface="+mn-cs"/>
              </a:rPr>
              <a:t>. Однако стандарт </a:t>
            </a:r>
            <a:r>
              <a:rPr lang="ru-RU" sz="1200" b="1" kern="1200" dirty="0">
                <a:solidFill>
                  <a:schemeClr val="tx1"/>
                </a:solidFill>
                <a:effectLst/>
                <a:latin typeface="+mn-lt"/>
                <a:ea typeface="+mn-ea"/>
                <a:cs typeface="+mn-cs"/>
              </a:rPr>
              <a:t>рекомендует</a:t>
            </a:r>
            <a:r>
              <a:rPr lang="ru-RU" sz="1200" kern="1200" dirty="0">
                <a:solidFill>
                  <a:schemeClr val="tx1"/>
                </a:solidFill>
                <a:effectLst/>
                <a:latin typeface="+mn-lt"/>
                <a:ea typeface="+mn-ea"/>
                <a:cs typeface="+mn-cs"/>
              </a:rPr>
              <a:t> использовать размеры шрифта № 12, 13 или 14 для основного текста документа</a:t>
            </a:r>
            <a:r>
              <a:rPr lang="ru-RU" sz="1200" kern="1200" dirty="0">
                <a:solidFill>
                  <a:schemeClr val="tx1"/>
                </a:solidFill>
                <a:effectLst/>
                <a:latin typeface="+mn-lt"/>
                <a:ea typeface="+mn-ea"/>
                <a:cs typeface="+mn-cs"/>
                <a:hlinkClick r:id="rId6"/>
              </a:rPr>
              <a:t>[73]</a:t>
            </a:r>
            <a:r>
              <a:rPr lang="ru-RU" sz="1200" kern="1200" dirty="0">
                <a:solidFill>
                  <a:schemeClr val="tx1"/>
                </a:solidFill>
                <a:effectLst/>
                <a:latin typeface="+mn-lt"/>
                <a:ea typeface="+mn-ea"/>
                <a:cs typeface="+mn-cs"/>
              </a:rPr>
              <a:t>. На практике наиболее распространен 12-й кегль (Times New </a:t>
            </a:r>
            <a:r>
              <a:rPr lang="ru-RU" sz="1200" kern="1200" dirty="0" err="1">
                <a:solidFill>
                  <a:schemeClr val="tx1"/>
                </a:solidFill>
                <a:effectLst/>
                <a:latin typeface="+mn-lt"/>
                <a:ea typeface="+mn-ea"/>
                <a:cs typeface="+mn-cs"/>
              </a:rPr>
              <a:t>Roman</a:t>
            </a:r>
            <a:r>
              <a:rPr lang="ru-RU" sz="1200" kern="1200" dirty="0">
                <a:solidFill>
                  <a:schemeClr val="tx1"/>
                </a:solidFill>
                <a:effectLst/>
                <a:latin typeface="+mn-lt"/>
                <a:ea typeface="+mn-ea"/>
                <a:cs typeface="+mn-cs"/>
              </a:rPr>
              <a:t> 12) для текстов. Допускается использовать меньший шрифт для оформления отдельных реквизитов, например, справочных данных об организации (реквизит 08) или отметки об исполнителе (25), а также в таблицах</a:t>
            </a:r>
            <a:r>
              <a:rPr lang="ru-RU" sz="1200" kern="1200" dirty="0">
                <a:solidFill>
                  <a:schemeClr val="tx1"/>
                </a:solidFill>
                <a:effectLst/>
                <a:latin typeface="+mn-lt"/>
                <a:ea typeface="+mn-ea"/>
                <a:cs typeface="+mn-cs"/>
                <a:hlinkClick r:id="rId7"/>
              </a:rPr>
              <a:t>[74]</a:t>
            </a:r>
            <a:r>
              <a:rPr lang="ru-RU" sz="1200" kern="1200" dirty="0">
                <a:solidFill>
                  <a:schemeClr val="tx1"/>
                </a:solidFill>
                <a:effectLst/>
                <a:latin typeface="+mn-lt"/>
                <a:ea typeface="+mn-ea"/>
                <a:cs typeface="+mn-cs"/>
              </a:rPr>
              <a:t>. Рекомендуется, чтобы уменьшенный шрифт был примерно на 2 пункта меньше основного</a:t>
            </a:r>
            <a:r>
              <a:rPr lang="ru-RU" sz="1200" kern="1200" dirty="0">
                <a:solidFill>
                  <a:schemeClr val="tx1"/>
                </a:solidFill>
                <a:effectLst/>
                <a:latin typeface="+mn-lt"/>
                <a:ea typeface="+mn-ea"/>
                <a:cs typeface="+mn-cs"/>
                <a:hlinkClick r:id="rId8"/>
              </a:rPr>
              <a:t>[75]</a:t>
            </a:r>
            <a:r>
              <a:rPr lang="ru-RU" sz="1200" kern="1200" dirty="0">
                <a:solidFill>
                  <a:schemeClr val="tx1"/>
                </a:solidFill>
                <a:effectLst/>
                <a:latin typeface="+mn-lt"/>
                <a:ea typeface="+mn-ea"/>
                <a:cs typeface="+mn-cs"/>
              </a:rPr>
              <a:t>, то есть если текст 14, то реквизиты – 12; если текст 12, то мелкие элементы – 10. Использование слишком мелкого шрифта (меньше 10) нежелательно, так как затрудняет чтение и сканирование документов.</a:t>
            </a:r>
          </a:p>
          <a:p>
            <a:r>
              <a:rPr lang="ru-RU" sz="1200" b="1" kern="1200" dirty="0">
                <a:solidFill>
                  <a:schemeClr val="tx1"/>
                </a:solidFill>
                <a:effectLst/>
                <a:latin typeface="+mn-lt"/>
                <a:ea typeface="+mn-ea"/>
                <a:cs typeface="+mn-cs"/>
              </a:rPr>
              <a:t>Гарнитура шрифта</a:t>
            </a:r>
            <a:r>
              <a:rPr lang="ru-RU" sz="1200" kern="1200" dirty="0">
                <a:solidFill>
                  <a:schemeClr val="tx1"/>
                </a:solidFill>
                <a:effectLst/>
                <a:latin typeface="+mn-lt"/>
                <a:ea typeface="+mn-ea"/>
                <a:cs typeface="+mn-cs"/>
              </a:rPr>
              <a:t> (шрифтовое семейство) – обычно применяются стандартные офисные шрифты с засечками (Times New </a:t>
            </a:r>
            <a:r>
              <a:rPr lang="ru-RU" sz="1200" kern="1200" dirty="0" err="1">
                <a:solidFill>
                  <a:schemeClr val="tx1"/>
                </a:solidFill>
                <a:effectLst/>
                <a:latin typeface="+mn-lt"/>
                <a:ea typeface="+mn-ea"/>
                <a:cs typeface="+mn-cs"/>
              </a:rPr>
              <a:t>Roman</a:t>
            </a:r>
            <a:r>
              <a:rPr lang="ru-RU" sz="1200" kern="1200" dirty="0">
                <a:solidFill>
                  <a:schemeClr val="tx1"/>
                </a:solidFill>
                <a:effectLst/>
                <a:latin typeface="+mn-lt"/>
                <a:ea typeface="+mn-ea"/>
                <a:cs typeface="+mn-cs"/>
              </a:rPr>
              <a:t>) или без засечек (</a:t>
            </a:r>
            <a:r>
              <a:rPr lang="ru-RU" sz="1200" kern="1200" dirty="0" err="1">
                <a:solidFill>
                  <a:schemeClr val="tx1"/>
                </a:solidFill>
                <a:effectLst/>
                <a:latin typeface="+mn-lt"/>
                <a:ea typeface="+mn-ea"/>
                <a:cs typeface="+mn-cs"/>
              </a:rPr>
              <a:t>Arial</a:t>
            </a:r>
            <a:r>
              <a:rPr lang="ru-RU" sz="1200" kern="1200" dirty="0">
                <a:solidFill>
                  <a:schemeClr val="tx1"/>
                </a:solidFill>
                <a:effectLst/>
                <a:latin typeface="+mn-lt"/>
                <a:ea typeface="+mn-ea"/>
                <a:cs typeface="+mn-cs"/>
              </a:rPr>
              <a:t>) в зависимости от традиций ведомства. Важно избегать художественных или трудночитаемых шрифтов. Внутренний стиль органов власти зачастую регламентирует: например, во всех документах Правительства Москвы текст набирается шрифтом </a:t>
            </a:r>
            <a:r>
              <a:rPr lang="ru-RU" sz="1200" kern="1200" dirty="0" err="1">
                <a:solidFill>
                  <a:schemeClr val="tx1"/>
                </a:solidFill>
                <a:effectLst/>
                <a:latin typeface="+mn-lt"/>
                <a:ea typeface="+mn-ea"/>
                <a:cs typeface="+mn-cs"/>
              </a:rPr>
              <a:t>Arial</a:t>
            </a:r>
            <a:r>
              <a:rPr lang="ru-RU" sz="1200" kern="1200" dirty="0">
                <a:solidFill>
                  <a:schemeClr val="tx1"/>
                </a:solidFill>
                <a:effectLst/>
                <a:latin typeface="+mn-lt"/>
                <a:ea typeface="+mn-ea"/>
                <a:cs typeface="+mn-cs"/>
              </a:rPr>
              <a:t> 12 </a:t>
            </a:r>
            <a:r>
              <a:rPr lang="ru-RU" sz="1200" kern="1200" dirty="0" err="1">
                <a:solidFill>
                  <a:schemeClr val="tx1"/>
                </a:solidFill>
                <a:effectLst/>
                <a:latin typeface="+mn-lt"/>
                <a:ea typeface="+mn-ea"/>
                <a:cs typeface="+mn-cs"/>
              </a:rPr>
              <a:t>пт</a:t>
            </a:r>
            <a:r>
              <a:rPr lang="ru-RU" sz="1200" kern="1200" dirty="0">
                <a:solidFill>
                  <a:schemeClr val="tx1"/>
                </a:solidFill>
                <a:effectLst/>
                <a:latin typeface="+mn-lt"/>
                <a:ea typeface="+mn-ea"/>
                <a:cs typeface="+mn-cs"/>
              </a:rPr>
              <a:t> – это может быть закреплено распоряжением или регламентом.</a:t>
            </a:r>
          </a:p>
          <a:p>
            <a:r>
              <a:rPr lang="ru-RU" sz="1200" b="1" kern="1200" dirty="0">
                <a:solidFill>
                  <a:schemeClr val="tx1"/>
                </a:solidFill>
                <a:effectLst/>
                <a:latin typeface="+mn-lt"/>
                <a:ea typeface="+mn-ea"/>
                <a:cs typeface="+mn-cs"/>
              </a:rPr>
              <a:t>Интервал между строками.</a:t>
            </a:r>
            <a:r>
              <a:rPr lang="ru-RU" sz="1200" kern="1200" dirty="0">
                <a:solidFill>
                  <a:schemeClr val="tx1"/>
                </a:solidFill>
                <a:effectLst/>
                <a:latin typeface="+mn-lt"/>
                <a:ea typeface="+mn-ea"/>
                <a:cs typeface="+mn-cs"/>
              </a:rPr>
              <a:t> </a:t>
            </a:r>
            <a:r>
              <a:rPr lang="ru-RU" sz="1200" b="1" kern="1200" dirty="0">
                <a:solidFill>
                  <a:schemeClr val="tx1"/>
                </a:solidFill>
                <a:effectLst/>
                <a:latin typeface="+mn-lt"/>
                <a:ea typeface="+mn-ea"/>
                <a:cs typeface="+mn-cs"/>
              </a:rPr>
              <a:t>Текст документа печатается через 1–1,5 межстрочных интервала</a:t>
            </a:r>
            <a:r>
              <a:rPr lang="ru-RU" sz="1200" kern="1200" dirty="0">
                <a:solidFill>
                  <a:schemeClr val="tx1"/>
                </a:solidFill>
                <a:effectLst/>
                <a:latin typeface="+mn-lt"/>
                <a:ea typeface="+mn-ea"/>
                <a:cs typeface="+mn-cs"/>
                <a:hlinkClick r:id="rId9"/>
              </a:rPr>
              <a:t>[76]</a:t>
            </a:r>
            <a:r>
              <a:rPr lang="ru-RU" sz="1200" kern="1200" dirty="0">
                <a:solidFill>
                  <a:schemeClr val="tx1"/>
                </a:solidFill>
                <a:effectLst/>
                <a:latin typeface="+mn-lt"/>
                <a:ea typeface="+mn-ea"/>
                <a:cs typeface="+mn-cs"/>
              </a:rPr>
              <a:t>. Это означает, что допускается как одинарный интервал, так и полуторный. Выбор может зависеть от желаемой плотности текста: полуторный интервал делает документ более читаемым и удобным для внесения правки от руки, но увеличивает количество страниц. Многие ведомства выбирают одинарный интервал для экономии бумаги при печати, но в учебных и научных работах часто используют полуторный. ГОСТ допускает любой вариант в этом диапазоне. Внутри одного документа нежелательно менять интерлиньяж, за исключением отдельных реквизитов. Многострочные реквизиты (например, адресат, реквизиты организации) печатаются через один интервал, а если реквизит состоит из нескольких частей, то между частями можно делать дополнительный пустой интервал для наглядного отделения</a:t>
            </a:r>
            <a:r>
              <a:rPr lang="ru-RU" sz="1200" kern="1200" dirty="0">
                <a:solidFill>
                  <a:schemeClr val="tx1"/>
                </a:solidFill>
                <a:effectLst/>
                <a:latin typeface="+mn-lt"/>
                <a:ea typeface="+mn-ea"/>
                <a:cs typeface="+mn-cs"/>
                <a:hlinkClick r:id="rId10"/>
              </a:rPr>
              <a:t>[77]</a:t>
            </a:r>
            <a:r>
              <a:rPr lang="ru-RU" sz="1200" kern="1200" dirty="0">
                <a:solidFill>
                  <a:schemeClr val="tx1"/>
                </a:solidFill>
                <a:effectLst/>
                <a:latin typeface="+mn-lt"/>
                <a:ea typeface="+mn-ea"/>
                <a:cs typeface="+mn-cs"/>
              </a:rPr>
              <a:t>. Интервал между абзацами обычно равен межстрочному или чуть больше (в стандарте явно не оговорен, поэтому устанавливается стилем организации).</a:t>
            </a:r>
          </a:p>
          <a:p>
            <a:r>
              <a:rPr lang="ru-RU" sz="1200" b="1" kern="1200" dirty="0">
                <a:solidFill>
                  <a:schemeClr val="tx1"/>
                </a:solidFill>
                <a:effectLst/>
                <a:latin typeface="+mn-lt"/>
                <a:ea typeface="+mn-ea"/>
                <a:cs typeface="+mn-cs"/>
              </a:rPr>
              <a:t>Выравнивание текста.</a:t>
            </a:r>
            <a:r>
              <a:rPr lang="ru-RU" sz="1200" kern="1200" dirty="0">
                <a:solidFill>
                  <a:schemeClr val="tx1"/>
                </a:solidFill>
                <a:effectLst/>
                <a:latin typeface="+mn-lt"/>
                <a:ea typeface="+mn-ea"/>
                <a:cs typeface="+mn-cs"/>
              </a:rPr>
              <a:t> ГОСТ предписывает: </a:t>
            </a:r>
            <a:r>
              <a:rPr lang="ru-RU" sz="1200" b="1" kern="1200" dirty="0">
                <a:solidFill>
                  <a:schemeClr val="tx1"/>
                </a:solidFill>
                <a:effectLst/>
                <a:latin typeface="+mn-lt"/>
                <a:ea typeface="+mn-ea"/>
                <a:cs typeface="+mn-cs"/>
              </a:rPr>
              <a:t>текст документа выравнивается по ширине страницы</a:t>
            </a:r>
            <a:r>
              <a:rPr lang="ru-RU" sz="1200" kern="1200" dirty="0">
                <a:solidFill>
                  <a:schemeClr val="tx1"/>
                </a:solidFill>
                <a:effectLst/>
                <a:latin typeface="+mn-lt"/>
                <a:ea typeface="+mn-ea"/>
                <a:cs typeface="+mn-cs"/>
              </a:rPr>
              <a:t> – то есть по обеим границам поля, с автоматическим добавлением пробелов между словами</a:t>
            </a:r>
            <a:r>
              <a:rPr lang="ru-RU" sz="1200" kern="1200" dirty="0">
                <a:solidFill>
                  <a:schemeClr val="tx1"/>
                </a:solidFill>
                <a:effectLst/>
                <a:latin typeface="+mn-lt"/>
                <a:ea typeface="+mn-ea"/>
                <a:cs typeface="+mn-cs"/>
                <a:hlinkClick r:id="rId11"/>
              </a:rPr>
              <a:t>[78]</a:t>
            </a:r>
            <a:r>
              <a:rPr lang="ru-RU" sz="1200" kern="1200" dirty="0">
                <a:solidFill>
                  <a:schemeClr val="tx1"/>
                </a:solidFill>
                <a:effectLst/>
                <a:latin typeface="+mn-lt"/>
                <a:ea typeface="+mn-ea"/>
                <a:cs typeface="+mn-cs"/>
              </a:rPr>
              <a:t>. Выравнивание по ширине придает документу аккуратный внешний вид (оба края текста ровные). Исключение могут составлять отдельные реквизиты, которые по традиции выравниваются по левому краю (например, адресат – чаще его строки идут «лесенкой» от левого поля, хотя допустимо и центрировать). Также заголовки разделов внутри больших документов могут центрироваться – но основной текст, как правило, всегда форматируется в «полный» (</a:t>
            </a:r>
            <a:r>
              <a:rPr lang="ru-RU" sz="1200" kern="1200" dirty="0" err="1">
                <a:solidFill>
                  <a:schemeClr val="tx1"/>
                </a:solidFill>
                <a:effectLst/>
                <a:latin typeface="+mn-lt"/>
                <a:ea typeface="+mn-ea"/>
                <a:cs typeface="+mn-cs"/>
              </a:rPr>
              <a:t>justify</a:t>
            </a:r>
            <a:r>
              <a:rPr lang="ru-RU" sz="1200" kern="1200" dirty="0">
                <a:solidFill>
                  <a:schemeClr val="tx1"/>
                </a:solidFill>
                <a:effectLst/>
                <a:latin typeface="+mn-lt"/>
                <a:ea typeface="+mn-ea"/>
                <a:cs typeface="+mn-cs"/>
              </a:rPr>
              <a:t>). Между словами стандарт требует </a:t>
            </a:r>
            <a:r>
              <a:rPr lang="ru-RU" sz="1200" b="1" kern="1200" dirty="0">
                <a:solidFill>
                  <a:schemeClr val="tx1"/>
                </a:solidFill>
                <a:effectLst/>
                <a:latin typeface="+mn-lt"/>
                <a:ea typeface="+mn-ea"/>
                <a:cs typeface="+mn-cs"/>
              </a:rPr>
              <a:t>один пробел</a:t>
            </a:r>
            <a:r>
              <a:rPr lang="ru-RU" sz="1200" kern="1200" dirty="0">
                <a:solidFill>
                  <a:schemeClr val="tx1"/>
                </a:solidFill>
                <a:effectLst/>
                <a:latin typeface="+mn-lt"/>
                <a:ea typeface="+mn-ea"/>
                <a:cs typeface="+mn-cs"/>
                <a:hlinkClick r:id="rId12"/>
              </a:rPr>
              <a:t>[79]</a:t>
            </a:r>
            <a:r>
              <a:rPr lang="ru-RU" sz="1200" kern="1200" dirty="0">
                <a:solidFill>
                  <a:schemeClr val="tx1"/>
                </a:solidFill>
                <a:effectLst/>
                <a:latin typeface="+mn-lt"/>
                <a:ea typeface="+mn-ea"/>
                <a:cs typeface="+mn-cs"/>
              </a:rPr>
              <a:t> (это очевидное правило, но оно зафиксировано на случай машинной верстки).</a:t>
            </a:r>
          </a:p>
          <a:p>
            <a:r>
              <a:rPr lang="ru-RU" sz="1200" b="1" kern="1200" dirty="0">
                <a:solidFill>
                  <a:schemeClr val="tx1"/>
                </a:solidFill>
                <a:effectLst/>
                <a:latin typeface="+mn-lt"/>
                <a:ea typeface="+mn-ea"/>
                <a:cs typeface="+mn-cs"/>
              </a:rPr>
              <a:t>Абзацный отступ.</a:t>
            </a:r>
            <a:r>
              <a:rPr lang="ru-RU" sz="1200" kern="1200" dirty="0">
                <a:solidFill>
                  <a:schemeClr val="tx1"/>
                </a:solidFill>
                <a:effectLst/>
                <a:latin typeface="+mn-lt"/>
                <a:ea typeface="+mn-ea"/>
                <a:cs typeface="+mn-cs"/>
              </a:rPr>
              <a:t> Первая строка каждого абзаца текста, согласно ГОСТ, должна иметь отступ </a:t>
            </a:r>
            <a:r>
              <a:rPr lang="ru-RU" sz="1200" b="1" kern="1200" dirty="0">
                <a:solidFill>
                  <a:schemeClr val="tx1"/>
                </a:solidFill>
                <a:effectLst/>
                <a:latin typeface="+mn-lt"/>
                <a:ea typeface="+mn-ea"/>
                <a:cs typeface="+mn-cs"/>
              </a:rPr>
              <a:t>1,25 см</a:t>
            </a:r>
            <a:r>
              <a:rPr lang="ru-RU" sz="1200" kern="1200" dirty="0">
                <a:solidFill>
                  <a:schemeClr val="tx1"/>
                </a:solidFill>
                <a:effectLst/>
                <a:latin typeface="+mn-lt"/>
                <a:ea typeface="+mn-ea"/>
                <a:cs typeface="+mn-cs"/>
                <a:hlinkClick r:id="rId13"/>
              </a:rPr>
              <a:t>[80]</a:t>
            </a:r>
            <a:r>
              <a:rPr lang="ru-RU" sz="1200" kern="1200" dirty="0">
                <a:solidFill>
                  <a:schemeClr val="tx1"/>
                </a:solidFill>
                <a:effectLst/>
                <a:latin typeface="+mn-lt"/>
                <a:ea typeface="+mn-ea"/>
                <a:cs typeface="+mn-cs"/>
              </a:rPr>
              <a:t>. Это стандартный абзацный отступ в большинстве текстовых редакторов по умолчанию (0,5 дюйма ≈ 1,27 см). Отступ делает абзацы визуально разделенными, что облегчает чтение. В некоторых видах документов (например, официальных письмах) допускается печатать текст без отступа, разделяя абзацы пустой строкой – но ГОСТ 7.0.97-2025 ориентирован на классический вариант с красной строкой. В любом случае внутри одного документа стиль должен быть единообразным.</a:t>
            </a:r>
          </a:p>
          <a:p>
            <a:r>
              <a:rPr lang="ru-RU" sz="1200" b="1" kern="1200" dirty="0">
                <a:solidFill>
                  <a:schemeClr val="tx1"/>
                </a:solidFill>
                <a:effectLst/>
                <a:latin typeface="+mn-lt"/>
                <a:ea typeface="+mn-ea"/>
                <a:cs typeface="+mn-cs"/>
              </a:rPr>
              <a:t>Нумерация страниц.</a:t>
            </a:r>
            <a:r>
              <a:rPr lang="ru-RU" sz="1200" kern="1200" dirty="0">
                <a:solidFill>
                  <a:schemeClr val="tx1"/>
                </a:solidFill>
                <a:effectLst/>
                <a:latin typeface="+mn-lt"/>
                <a:ea typeface="+mn-ea"/>
                <a:cs typeface="+mn-cs"/>
              </a:rPr>
              <a:t> Если документ состоит более чем из одной страницы, нужно нумеровать страницы. Требование ГОСТ: нумерация проставляется </a:t>
            </a:r>
            <a:r>
              <a:rPr lang="ru-RU" sz="1200" b="1" kern="1200" dirty="0">
                <a:solidFill>
                  <a:schemeClr val="tx1"/>
                </a:solidFill>
                <a:effectLst/>
                <a:latin typeface="+mn-lt"/>
                <a:ea typeface="+mn-ea"/>
                <a:cs typeface="+mn-cs"/>
              </a:rPr>
              <a:t>арабскими цифрами посередине верхнего поля страницы</a:t>
            </a:r>
            <a:r>
              <a:rPr lang="ru-RU" sz="1200" kern="1200" dirty="0">
                <a:solidFill>
                  <a:schemeClr val="tx1"/>
                </a:solidFill>
                <a:effectLst/>
                <a:latin typeface="+mn-lt"/>
                <a:ea typeface="+mn-ea"/>
                <a:cs typeface="+mn-cs"/>
              </a:rPr>
              <a:t> (либо посередине нижнего – в ГОСТ 2016 было верхнего, новый стандарт позволяет разместить номер либо сверху, либо снизу, но единообразно во всем документе). На первой странице номер, как правило, не ставится (но считается). Например, если письмо на 2 страницах, на второй странице ставится «2» вверху посередине без дополнительных символов. Поля при этом учитывают, чтобы номер не попал под текст.</a:t>
            </a:r>
          </a:p>
          <a:p>
            <a:r>
              <a:rPr lang="ru-RU" sz="1200" b="1" kern="1200" dirty="0">
                <a:solidFill>
                  <a:schemeClr val="tx1"/>
                </a:solidFill>
                <a:effectLst/>
                <a:latin typeface="+mn-lt"/>
                <a:ea typeface="+mn-ea"/>
                <a:cs typeface="+mn-cs"/>
              </a:rPr>
              <a:t>Оформление заголовков и выделений.</a:t>
            </a:r>
            <a:r>
              <a:rPr lang="ru-RU" sz="1200" kern="1200" dirty="0">
                <a:solidFill>
                  <a:schemeClr val="tx1"/>
                </a:solidFill>
                <a:effectLst/>
                <a:latin typeface="+mn-lt"/>
                <a:ea typeface="+mn-ea"/>
                <a:cs typeface="+mn-cs"/>
              </a:rPr>
              <a:t> В официальных документах не принято изобилие выделений. Допускается использование </a:t>
            </a:r>
            <a:r>
              <a:rPr lang="ru-RU" sz="1200" b="1" kern="1200" dirty="0">
                <a:solidFill>
                  <a:schemeClr val="tx1"/>
                </a:solidFill>
                <a:effectLst/>
                <a:latin typeface="+mn-lt"/>
                <a:ea typeface="+mn-ea"/>
                <a:cs typeface="+mn-cs"/>
              </a:rPr>
              <a:t>полужирного шрифта</a:t>
            </a:r>
            <a:r>
              <a:rPr lang="ru-RU" sz="1200" kern="1200" dirty="0">
                <a:solidFill>
                  <a:schemeClr val="tx1"/>
                </a:solidFill>
                <a:effectLst/>
                <a:latin typeface="+mn-lt"/>
                <a:ea typeface="+mn-ea"/>
                <a:cs typeface="+mn-cs"/>
              </a:rPr>
              <a:t> для заголовков (например, заголовок раздела «Заключение» – полужирным) или для отдельных реквизитов бланка (название организации часто печатают полужирным)</a:t>
            </a:r>
            <a:r>
              <a:rPr lang="ru-RU" sz="1200" kern="1200" dirty="0">
                <a:solidFill>
                  <a:schemeClr val="tx1"/>
                </a:solidFill>
                <a:effectLst/>
                <a:latin typeface="+mn-lt"/>
                <a:ea typeface="+mn-ea"/>
                <a:cs typeface="+mn-cs"/>
                <a:hlinkClick r:id="rId14"/>
              </a:rPr>
              <a:t>[81]</a:t>
            </a:r>
            <a:r>
              <a:rPr lang="ru-RU" sz="1200" kern="1200" dirty="0">
                <a:solidFill>
                  <a:schemeClr val="tx1"/>
                </a:solidFill>
                <a:effectLst/>
                <a:latin typeface="+mn-lt"/>
                <a:ea typeface="+mn-ea"/>
                <a:cs typeface="+mn-cs"/>
              </a:rPr>
              <a:t>. Подчеркнутый текст в электронном документообороте практически не используется (подчеркивание обычно только для гиперссылок). Курсив может применяться для обозначения цитат, иностранных слов, но в деловых документах это редкость. Цвет шрифта должен быть черным (при распечатке – черным или темно-синим, чтобы копии нормально получались). Использование цветных выделений, необычных шрифтов – недопустимо, если иное не установлено регламентом (например, в презентационных материалах, но не в официальных письмах).</a:t>
            </a:r>
          </a:p>
          <a:p>
            <a:r>
              <a:rPr lang="ru-RU" sz="1200" b="1" kern="1200" dirty="0">
                <a:solidFill>
                  <a:schemeClr val="tx1"/>
                </a:solidFill>
                <a:effectLst/>
                <a:latin typeface="+mn-lt"/>
                <a:ea typeface="+mn-ea"/>
                <a:cs typeface="+mn-cs"/>
              </a:rPr>
              <a:t>Разрядка и переносы.</a:t>
            </a:r>
            <a:r>
              <a:rPr lang="ru-RU" sz="1200" kern="1200" dirty="0">
                <a:solidFill>
                  <a:schemeClr val="tx1"/>
                </a:solidFill>
                <a:effectLst/>
                <a:latin typeface="+mn-lt"/>
                <a:ea typeface="+mn-ea"/>
                <a:cs typeface="+mn-cs"/>
              </a:rPr>
              <a:t> ГОСТ упоминает: </a:t>
            </a:r>
            <a:r>
              <a:rPr lang="ru-RU" sz="1200" b="1" kern="1200" dirty="0">
                <a:solidFill>
                  <a:schemeClr val="tx1"/>
                </a:solidFill>
                <a:effectLst/>
                <a:latin typeface="+mn-lt"/>
                <a:ea typeface="+mn-ea"/>
                <a:cs typeface="+mn-cs"/>
              </a:rPr>
              <a:t>интервал между буквами – обычный, между словами – один пробел</a:t>
            </a:r>
            <a:r>
              <a:rPr lang="ru-RU" sz="1200" kern="1200" dirty="0">
                <a:solidFill>
                  <a:schemeClr val="tx1"/>
                </a:solidFill>
                <a:effectLst/>
                <a:latin typeface="+mn-lt"/>
                <a:ea typeface="+mn-ea"/>
                <a:cs typeface="+mn-cs"/>
                <a:hlinkClick r:id="rId15"/>
              </a:rPr>
              <a:t>[82]</a:t>
            </a:r>
            <a:r>
              <a:rPr lang="ru-RU" sz="1200" kern="1200" dirty="0">
                <a:solidFill>
                  <a:schemeClr val="tx1"/>
                </a:solidFill>
                <a:effectLst/>
                <a:latin typeface="+mn-lt"/>
                <a:ea typeface="+mn-ea"/>
                <a:cs typeface="+mn-cs"/>
              </a:rPr>
              <a:t>. Это правило против так называемой разрядки текста. Не следует вручную вставлять дополнительные пробелы или, наоборот, сжимать текст. Переносы слов на русском языке допускаются по правилам орфографии, и современные редакторы справляются с ними автоматически. В случае электронных документов важно проверять, как переносы отображаются на разных устройствах – иногда их вообще отключают, чтобы текст не «скакал». Если отключены переносы, то при выравнивании по ширине некоторые строки могут иметь большие пробелы – в таких случаях лучше вручную отредактировать формулировки, чтобы избежать неэстетичных «дыр» в тексте.</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7</a:t>
            </a:fld>
            <a:endParaRPr lang="ru-RU"/>
          </a:p>
        </p:txBody>
      </p:sp>
    </p:spTree>
    <p:extLst>
      <p:ext uri="{BB962C8B-B14F-4D97-AF65-F5344CB8AC3E}">
        <p14:creationId xmlns:p14="http://schemas.microsoft.com/office/powerpoint/2010/main" val="4282509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EA21F-5297-C64B-D820-3B18D58BF92A}"/>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690F38BE-F5F9-DAAB-13EF-84B1DDA5DA36}"/>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A078187F-6E53-B4CB-0F23-3D6574C4E8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1" kern="1200" dirty="0">
                <a:solidFill>
                  <a:schemeClr val="tx1"/>
                </a:solidFill>
                <a:effectLst/>
                <a:latin typeface="+mn-lt"/>
                <a:ea typeface="+mn-ea"/>
                <a:cs typeface="+mn-cs"/>
              </a:rPr>
              <a:t>Угловой и продольный бланк.</a:t>
            </a:r>
            <a:r>
              <a:rPr lang="ru-RU" sz="1200" kern="1200" dirty="0">
                <a:solidFill>
                  <a:schemeClr val="tx1"/>
                </a:solidFill>
                <a:effectLst/>
                <a:latin typeface="+mn-lt"/>
                <a:ea typeface="+mn-ea"/>
                <a:cs typeface="+mn-cs"/>
              </a:rPr>
              <a:t> ГОСТ устанавливает два макета размещения реквизитов на бланке: </a:t>
            </a:r>
            <a:r>
              <a:rPr lang="ru-RU" sz="1200" b="1" kern="1200" dirty="0">
                <a:solidFill>
                  <a:schemeClr val="tx1"/>
                </a:solidFill>
                <a:effectLst/>
                <a:latin typeface="+mn-lt"/>
                <a:ea typeface="+mn-ea"/>
                <a:cs typeface="+mn-cs"/>
              </a:rPr>
              <a:t>угловой</a:t>
            </a:r>
            <a:r>
              <a:rPr lang="ru-RU" sz="1200" kern="1200" dirty="0">
                <a:solidFill>
                  <a:schemeClr val="tx1"/>
                </a:solidFill>
                <a:effectLst/>
                <a:latin typeface="+mn-lt"/>
                <a:ea typeface="+mn-ea"/>
                <a:cs typeface="+mn-cs"/>
              </a:rPr>
              <a:t> и </a:t>
            </a:r>
            <a:r>
              <a:rPr lang="ru-RU" sz="1200" b="1" kern="1200" dirty="0">
                <a:solidFill>
                  <a:schemeClr val="tx1"/>
                </a:solidFill>
                <a:effectLst/>
                <a:latin typeface="+mn-lt"/>
                <a:ea typeface="+mn-ea"/>
                <a:cs typeface="+mn-cs"/>
              </a:rPr>
              <a:t>продольный</a:t>
            </a:r>
            <a:r>
              <a:rPr lang="ru-RU" sz="1200" kern="1200" dirty="0">
                <a:solidFill>
                  <a:schemeClr val="tx1"/>
                </a:solidFill>
                <a:effectLst/>
                <a:latin typeface="+mn-lt"/>
                <a:ea typeface="+mn-ea"/>
                <a:cs typeface="+mn-cs"/>
                <a:hlinkClick r:id="rId3"/>
              </a:rPr>
              <a:t>[47]</a:t>
            </a:r>
            <a:r>
              <a:rPr lang="ru-RU" sz="1200" kern="1200" dirty="0">
                <a:solidFill>
                  <a:schemeClr val="tx1"/>
                </a:solidFill>
                <a:effectLst/>
                <a:latin typeface="+mn-lt"/>
                <a:ea typeface="+mn-ea"/>
                <a:cs typeface="+mn-cs"/>
              </a:rPr>
              <a:t>. Угловой бланк – традиционный, когда основные реквизиты (наименование организации, адрес, контакты) размещаются в левом верхнем углу. Продольный бланк – когда реквизиты «шапки» документа расположены по центру верхней части листа в несколько строк (то есть блоком вдоль верхнего поля). Выбор варианта – на усмотрение организации; главное, чтобы все бланки в организации были унифицированы. На практике многие федеральные органы используют угловой бланк для писем (где слева вверху указаны реквизиты организации), а продольный – для приказов и др., но возможны различные подходы. ГОСТ приводит образцы и схемы зон для обоих видов бланков (приложения Б к стандарту).</a:t>
            </a:r>
          </a:p>
          <a:p>
            <a:endParaRPr lang="ru-RU" dirty="0"/>
          </a:p>
        </p:txBody>
      </p:sp>
      <p:sp>
        <p:nvSpPr>
          <p:cNvPr id="4" name="Номер слайда 3">
            <a:extLst>
              <a:ext uri="{FF2B5EF4-FFF2-40B4-BE49-F238E27FC236}">
                <a16:creationId xmlns:a16="http://schemas.microsoft.com/office/drawing/2014/main" id="{C5E5C02C-73E2-3016-885E-1EF220229BBF}"/>
              </a:ext>
            </a:extLst>
          </p:cNvPr>
          <p:cNvSpPr>
            <a:spLocks noGrp="1"/>
          </p:cNvSpPr>
          <p:nvPr>
            <p:ph type="sldNum" sz="quarter" idx="5"/>
          </p:nvPr>
        </p:nvSpPr>
        <p:spPr/>
        <p:txBody>
          <a:bodyPr/>
          <a:lstStyle/>
          <a:p>
            <a:fld id="{DB4FA6E8-849D-47CC-BFE3-7A530CFB6D95}" type="slidenum">
              <a:rPr lang="ru-RU" smtClean="0"/>
              <a:t>8</a:t>
            </a:fld>
            <a:endParaRPr lang="ru-RU"/>
          </a:p>
        </p:txBody>
      </p:sp>
    </p:spTree>
    <p:extLst>
      <p:ext uri="{BB962C8B-B14F-4D97-AF65-F5344CB8AC3E}">
        <p14:creationId xmlns:p14="http://schemas.microsoft.com/office/powerpoint/2010/main" val="3954140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EBE97-BD95-73F6-1E31-5B5D6304444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A53B2E77-F037-E498-B715-800FC351F5E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6A23D5E-A791-4DE2-FB35-A5163CAE2CB9}"/>
              </a:ext>
            </a:extLst>
          </p:cNvPr>
          <p:cNvSpPr>
            <a:spLocks noGrp="1"/>
          </p:cNvSpPr>
          <p:nvPr>
            <p:ph type="body" idx="1"/>
          </p:nvPr>
        </p:nvSpPr>
        <p:spPr/>
        <p:txBody>
          <a:bodyPr/>
          <a:lstStyle/>
          <a:p>
            <a:pPr lvl="0"/>
            <a:r>
              <a:rPr lang="ru-RU" sz="1200" b="1" kern="1200" dirty="0">
                <a:solidFill>
                  <a:schemeClr val="tx1"/>
                </a:solidFill>
                <a:effectLst/>
                <a:latin typeface="+mn-lt"/>
                <a:ea typeface="+mn-ea"/>
                <a:cs typeface="+mn-cs"/>
              </a:rPr>
              <a:t>Общий бланк</a:t>
            </a:r>
            <a:r>
              <a:rPr lang="ru-RU" sz="1200" kern="1200" dirty="0">
                <a:solidFill>
                  <a:schemeClr val="tx1"/>
                </a:solidFill>
                <a:effectLst/>
                <a:latin typeface="+mn-lt"/>
                <a:ea typeface="+mn-ea"/>
                <a:cs typeface="+mn-cs"/>
              </a:rPr>
              <a:t> – предназначен для создания любых видов документов, </a:t>
            </a:r>
            <a:r>
              <a:rPr lang="ru-RU" sz="1200" b="1" kern="1200" dirty="0">
                <a:solidFill>
                  <a:schemeClr val="tx1"/>
                </a:solidFill>
                <a:effectLst/>
                <a:latin typeface="+mn-lt"/>
                <a:ea typeface="+mn-ea"/>
                <a:cs typeface="+mn-cs"/>
              </a:rPr>
              <a:t>кроме делового письма</a:t>
            </a:r>
            <a:r>
              <a:rPr lang="ru-RU" sz="1200" kern="1200" dirty="0">
                <a:solidFill>
                  <a:schemeClr val="tx1"/>
                </a:solidFill>
                <a:effectLst/>
                <a:latin typeface="+mn-lt"/>
                <a:ea typeface="+mn-ea"/>
                <a:cs typeface="+mn-cs"/>
                <a:hlinkClick r:id="rId3"/>
              </a:rPr>
              <a:t>[41]</a:t>
            </a:r>
            <a:r>
              <a:rPr lang="ru-RU" sz="1200" kern="1200" dirty="0">
                <a:solidFill>
                  <a:schemeClr val="tx1"/>
                </a:solidFill>
                <a:effectLst/>
                <a:latin typeface="+mn-lt"/>
                <a:ea typeface="+mn-ea"/>
                <a:cs typeface="+mn-cs"/>
              </a:rPr>
              <a:t>. На общем бланке печатаются, например, приказы, распоряжения, акты, справки, протоколы и пр. Состав реквизитов общего бланка обычно включает: государственный герб (если положено) или эмблему (реквизит 01/02/03), наименование организации (05), наименование структурного подразделения (при необходимости – 06), наименование вида документа (09) – например, «ПРИКАЗ», дату (10), регистрационный номер (11) – эти реквизиты могут ограничиваться специальными отметками для выравнивания на бланке, а также место для подписи и печати (реквизиты 22, 24) и т.д. Конкретный набор реквизитов определяется учредительными документами и локальными актами организации</a:t>
            </a:r>
            <a:r>
              <a:rPr lang="ru-RU" sz="1200" kern="1200" dirty="0">
                <a:solidFill>
                  <a:schemeClr val="tx1"/>
                </a:solidFill>
                <a:effectLst/>
                <a:latin typeface="+mn-lt"/>
                <a:ea typeface="+mn-ea"/>
                <a:cs typeface="+mn-cs"/>
                <a:hlinkClick r:id="rId4"/>
              </a:rPr>
              <a:t>[42]</a:t>
            </a:r>
            <a:r>
              <a:rPr lang="ru-RU" sz="1200" kern="1200" dirty="0">
                <a:solidFill>
                  <a:schemeClr val="tx1"/>
                </a:solidFill>
                <a:effectLst/>
                <a:latin typeface="+mn-lt"/>
                <a:ea typeface="+mn-ea"/>
                <a:cs typeface="+mn-cs"/>
                <a:hlinkClick r:id="rId5"/>
              </a:rPr>
              <a:t>[43]</a:t>
            </a:r>
            <a:r>
              <a:rPr lang="ru-RU" sz="1200" kern="1200" dirty="0">
                <a:solidFill>
                  <a:schemeClr val="tx1"/>
                </a:solidFill>
                <a:effectLst/>
                <a:latin typeface="+mn-lt"/>
                <a:ea typeface="+mn-ea"/>
                <a:cs typeface="+mn-cs"/>
              </a:rPr>
              <a:t>. Общий бланк универсален и используется для внутренних и исходящих распорядительных документов.</a:t>
            </a:r>
          </a:p>
          <a:p>
            <a:pPr lvl="0"/>
            <a:r>
              <a:rPr lang="ru-RU" sz="1200" b="1" kern="1200" dirty="0">
                <a:solidFill>
                  <a:schemeClr val="tx1"/>
                </a:solidFill>
                <a:effectLst/>
                <a:latin typeface="+mn-lt"/>
                <a:ea typeface="+mn-ea"/>
                <a:cs typeface="+mn-cs"/>
              </a:rPr>
              <a:t>Бланк письма</a:t>
            </a:r>
            <a:r>
              <a:rPr lang="ru-RU" sz="1200" kern="1200" dirty="0">
                <a:solidFill>
                  <a:schemeClr val="tx1"/>
                </a:solidFill>
                <a:effectLst/>
                <a:latin typeface="+mn-lt"/>
                <a:ea typeface="+mn-ea"/>
                <a:cs typeface="+mn-cs"/>
              </a:rPr>
              <a:t> – специальный бланк для оформления делового (служебного) письма</a:t>
            </a:r>
            <a:r>
              <a:rPr lang="ru-RU" sz="1200" kern="1200" dirty="0">
                <a:solidFill>
                  <a:schemeClr val="tx1"/>
                </a:solidFill>
                <a:effectLst/>
                <a:latin typeface="+mn-lt"/>
                <a:ea typeface="+mn-ea"/>
                <a:cs typeface="+mn-cs"/>
                <a:hlinkClick r:id="rId6"/>
              </a:rPr>
              <a:t>[40]</a:t>
            </a:r>
            <a:r>
              <a:rPr lang="ru-RU" sz="1200" kern="1200" dirty="0">
                <a:solidFill>
                  <a:schemeClr val="tx1"/>
                </a:solidFill>
                <a:effectLst/>
                <a:latin typeface="+mn-lt"/>
                <a:ea typeface="+mn-ea"/>
                <a:cs typeface="+mn-cs"/>
              </a:rPr>
              <a:t>. Он отличается тем, что в нем сразу заложены поля под адресат, исходящий номер, дату и др. Обычно бланк письма включает следующие реквизиты: эмблема или герб (01/02/03), наименование организации (05), справочные данные об организации (08) – адрес, телефон, e-mail, чтобы получателю сразу были видны контакты, а также ограничительные отметки для зоны адресата, номера и даты (10, 11, 12) и места для подписи (15, 17)</a:t>
            </a:r>
            <a:r>
              <a:rPr lang="ru-RU" sz="1200" kern="1200" dirty="0">
                <a:solidFill>
                  <a:schemeClr val="tx1"/>
                </a:solidFill>
                <a:effectLst/>
                <a:latin typeface="+mn-lt"/>
                <a:ea typeface="+mn-ea"/>
                <a:cs typeface="+mn-cs"/>
                <a:hlinkClick r:id="rId7"/>
              </a:rPr>
              <a:t>[44]</a:t>
            </a:r>
            <a:r>
              <a:rPr lang="ru-RU" sz="1200" kern="1200" dirty="0">
                <a:solidFill>
                  <a:schemeClr val="tx1"/>
                </a:solidFill>
                <a:effectLst/>
                <a:latin typeface="+mn-lt"/>
                <a:ea typeface="+mn-ea"/>
                <a:cs typeface="+mn-cs"/>
              </a:rPr>
              <a:t>. Бланк письма не содержит названия вида документа (т.к. «письмо» не указывается как заголовок в тексте) – вместо этого в нем присутствует поле «№ ___ от ___» и адресат. Для </a:t>
            </a:r>
            <a:r>
              <a:rPr lang="ru-RU" sz="1200" b="1" kern="1200" dirty="0">
                <a:solidFill>
                  <a:schemeClr val="tx1"/>
                </a:solidFill>
                <a:effectLst/>
                <a:latin typeface="+mn-lt"/>
                <a:ea typeface="+mn-ea"/>
                <a:cs typeface="+mn-cs"/>
              </a:rPr>
              <a:t>структурных подразделений</a:t>
            </a:r>
            <a:r>
              <a:rPr lang="ru-RU" sz="1200" kern="1200" dirty="0">
                <a:solidFill>
                  <a:schemeClr val="tx1"/>
                </a:solidFill>
                <a:effectLst/>
                <a:latin typeface="+mn-lt"/>
                <a:ea typeface="+mn-ea"/>
                <a:cs typeface="+mn-cs"/>
              </a:rPr>
              <a:t> могут быть разработаны свои варианты бланков писем – тогда добавляется реквизит с наименованием подразделения</a:t>
            </a:r>
            <a:r>
              <a:rPr lang="ru-RU" sz="1200" kern="1200" dirty="0">
                <a:solidFill>
                  <a:schemeClr val="tx1"/>
                </a:solidFill>
                <a:effectLst/>
                <a:latin typeface="+mn-lt"/>
                <a:ea typeface="+mn-ea"/>
                <a:cs typeface="+mn-cs"/>
                <a:hlinkClick r:id="rId8"/>
              </a:rPr>
              <a:t>[45]</a:t>
            </a:r>
            <a:r>
              <a:rPr lang="ru-RU" sz="1200" kern="1200" dirty="0">
                <a:solidFill>
                  <a:schemeClr val="tx1"/>
                </a:solidFill>
                <a:effectLst/>
                <a:latin typeface="+mn-lt"/>
                <a:ea typeface="+mn-ea"/>
                <a:cs typeface="+mn-cs"/>
                <a:hlinkClick r:id="rId7"/>
              </a:rPr>
              <a:t>[44]</a:t>
            </a:r>
            <a:r>
              <a:rPr lang="ru-RU" sz="1200" kern="1200" dirty="0">
                <a:solidFill>
                  <a:schemeClr val="tx1"/>
                </a:solidFill>
                <a:effectLst/>
                <a:latin typeface="+mn-lt"/>
                <a:ea typeface="+mn-ea"/>
                <a:cs typeface="+mn-cs"/>
              </a:rPr>
              <a:t> (например, письмо конкретного департамента внутри министерства).</a:t>
            </a:r>
          </a:p>
          <a:p>
            <a:pPr lvl="0"/>
            <a:r>
              <a:rPr lang="ru-RU" sz="1200" b="1" kern="1200" dirty="0">
                <a:solidFill>
                  <a:schemeClr val="tx1"/>
                </a:solidFill>
                <a:effectLst/>
                <a:latin typeface="+mn-lt"/>
                <a:ea typeface="+mn-ea"/>
                <a:cs typeface="+mn-cs"/>
              </a:rPr>
              <a:t>Бланк конкретного вида документа</a:t>
            </a:r>
            <a:r>
              <a:rPr lang="ru-RU" sz="1200" kern="1200" dirty="0">
                <a:solidFill>
                  <a:schemeClr val="tx1"/>
                </a:solidFill>
                <a:effectLst/>
                <a:latin typeface="+mn-lt"/>
                <a:ea typeface="+mn-ea"/>
                <a:cs typeface="+mn-cs"/>
              </a:rPr>
              <a:t> – разрабатывается для документов, которые имеют устойчивую форму и часто используются. Например, могут применяться отдельные бланки для </a:t>
            </a:r>
            <a:r>
              <a:rPr lang="ru-RU" sz="1200" b="1" kern="1200" dirty="0">
                <a:solidFill>
                  <a:schemeClr val="tx1"/>
                </a:solidFill>
                <a:effectLst/>
                <a:latin typeface="+mn-lt"/>
                <a:ea typeface="+mn-ea"/>
                <a:cs typeface="+mn-cs"/>
              </a:rPr>
              <a:t>приказа</a:t>
            </a:r>
            <a:r>
              <a:rPr lang="ru-RU" sz="1200" kern="1200" dirty="0">
                <a:solidFill>
                  <a:schemeClr val="tx1"/>
                </a:solidFill>
                <a:effectLst/>
                <a:latin typeface="+mn-lt"/>
                <a:ea typeface="+mn-ea"/>
                <a:cs typeface="+mn-cs"/>
              </a:rPr>
              <a:t>, </a:t>
            </a:r>
            <a:r>
              <a:rPr lang="ru-RU" sz="1200" b="1" kern="1200" dirty="0">
                <a:solidFill>
                  <a:schemeClr val="tx1"/>
                </a:solidFill>
                <a:effectLst/>
                <a:latin typeface="+mn-lt"/>
                <a:ea typeface="+mn-ea"/>
                <a:cs typeface="+mn-cs"/>
              </a:rPr>
              <a:t>протокола</a:t>
            </a:r>
            <a:r>
              <a:rPr lang="ru-RU" sz="1200" kern="1200" dirty="0">
                <a:solidFill>
                  <a:schemeClr val="tx1"/>
                </a:solidFill>
                <a:effectLst/>
                <a:latin typeface="+mn-lt"/>
                <a:ea typeface="+mn-ea"/>
                <a:cs typeface="+mn-cs"/>
              </a:rPr>
              <a:t>, </a:t>
            </a:r>
            <a:r>
              <a:rPr lang="ru-RU" sz="1200" b="1" kern="1200" dirty="0">
                <a:solidFill>
                  <a:schemeClr val="tx1"/>
                </a:solidFill>
                <a:effectLst/>
                <a:latin typeface="+mn-lt"/>
                <a:ea typeface="+mn-ea"/>
                <a:cs typeface="+mn-cs"/>
              </a:rPr>
              <a:t>акта</a:t>
            </a:r>
            <a:r>
              <a:rPr lang="ru-RU" sz="1200" kern="1200" dirty="0">
                <a:solidFill>
                  <a:schemeClr val="tx1"/>
                </a:solidFill>
                <a:effectLst/>
                <a:latin typeface="+mn-lt"/>
                <a:ea typeface="+mn-ea"/>
                <a:cs typeface="+mn-cs"/>
              </a:rPr>
              <a:t> и др., где сразу напечатано название вида документа и другие постоянные элементы</a:t>
            </a:r>
            <a:r>
              <a:rPr lang="ru-RU" sz="1200" kern="1200" dirty="0">
                <a:solidFill>
                  <a:schemeClr val="tx1"/>
                </a:solidFill>
                <a:effectLst/>
                <a:latin typeface="+mn-lt"/>
                <a:ea typeface="+mn-ea"/>
                <a:cs typeface="+mn-cs"/>
                <a:hlinkClick r:id="rId6"/>
              </a:rPr>
              <a:t>[40]</a:t>
            </a:r>
            <a:r>
              <a:rPr lang="ru-RU" sz="1200" kern="1200" dirty="0">
                <a:solidFill>
                  <a:schemeClr val="tx1"/>
                </a:solidFill>
                <a:effectLst/>
                <a:latin typeface="+mn-lt"/>
                <a:ea typeface="+mn-ea"/>
                <a:cs typeface="+mn-cs"/>
              </a:rPr>
              <a:t>. В таких бланках сразу проставлен реквизит 09 (наименование вида документа – например, слово «ПРИКАЗ» по центру) и часто имеются специальные таблицы или шаблоны. Организации вправе устанавливать перечень документов, на которые разрабатываются отдельные бланки, в своих инструкциях по делопроизводству</a:t>
            </a:r>
            <a:r>
              <a:rPr lang="ru-RU" sz="1200" kern="1200" dirty="0">
                <a:solidFill>
                  <a:schemeClr val="tx1"/>
                </a:solidFill>
                <a:effectLst/>
                <a:latin typeface="+mn-lt"/>
                <a:ea typeface="+mn-ea"/>
                <a:cs typeface="+mn-cs"/>
                <a:hlinkClick r:id="rId8"/>
              </a:rPr>
              <a:t>[46]</a:t>
            </a:r>
            <a:r>
              <a:rPr lang="ru-RU" sz="1200" kern="1200" dirty="0">
                <a:solidFill>
                  <a:schemeClr val="tx1"/>
                </a:solidFill>
                <a:effectLst/>
                <a:latin typeface="+mn-lt"/>
                <a:ea typeface="+mn-ea"/>
                <a:cs typeface="+mn-cs"/>
              </a:rPr>
              <a:t>.</a:t>
            </a:r>
          </a:p>
          <a:p>
            <a:endParaRPr lang="ru-RU" dirty="0"/>
          </a:p>
        </p:txBody>
      </p:sp>
      <p:sp>
        <p:nvSpPr>
          <p:cNvPr id="4" name="Номер слайда 3">
            <a:extLst>
              <a:ext uri="{FF2B5EF4-FFF2-40B4-BE49-F238E27FC236}">
                <a16:creationId xmlns:a16="http://schemas.microsoft.com/office/drawing/2014/main" id="{406FD7BB-724A-63D9-2AB5-0C558EA7101E}"/>
              </a:ext>
            </a:extLst>
          </p:cNvPr>
          <p:cNvSpPr>
            <a:spLocks noGrp="1"/>
          </p:cNvSpPr>
          <p:nvPr>
            <p:ph type="sldNum" sz="quarter" idx="5"/>
          </p:nvPr>
        </p:nvSpPr>
        <p:spPr/>
        <p:txBody>
          <a:bodyPr/>
          <a:lstStyle/>
          <a:p>
            <a:fld id="{DB4FA6E8-849D-47CC-BFE3-7A530CFB6D95}" type="slidenum">
              <a:rPr lang="ru-RU" smtClean="0"/>
              <a:t>9</a:t>
            </a:fld>
            <a:endParaRPr lang="ru-RU"/>
          </a:p>
        </p:txBody>
      </p:sp>
    </p:spTree>
    <p:extLst>
      <p:ext uri="{BB962C8B-B14F-4D97-AF65-F5344CB8AC3E}">
        <p14:creationId xmlns:p14="http://schemas.microsoft.com/office/powerpoint/2010/main" val="39391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ltLang="ru-RU" b="0" dirty="0">
                <a:solidFill>
                  <a:srgbClr val="000066"/>
                </a:solidFill>
              </a:rPr>
              <a:t>Установлено три варианта изображения Государственного герба на бланках документов: многоцветный вариант на геральдическом щите, одноцветный вариант на геральдическом щите и одноцветный без геральдического щита. </a:t>
            </a:r>
          </a:p>
        </p:txBody>
      </p:sp>
      <p:sp>
        <p:nvSpPr>
          <p:cNvPr id="4" name="Номер слайда 3"/>
          <p:cNvSpPr>
            <a:spLocks noGrp="1"/>
          </p:cNvSpPr>
          <p:nvPr>
            <p:ph type="sldNum" sz="quarter" idx="5"/>
          </p:nvPr>
        </p:nvSpPr>
        <p:spPr/>
        <p:txBody>
          <a:bodyPr/>
          <a:lstStyle/>
          <a:p>
            <a:fld id="{DB4FA6E8-849D-47CC-BFE3-7A530CFB6D95}" type="slidenum">
              <a:rPr lang="ru-RU" smtClean="0"/>
              <a:t>11</a:t>
            </a:fld>
            <a:endParaRPr lang="ru-RU"/>
          </a:p>
        </p:txBody>
      </p:sp>
    </p:spTree>
    <p:extLst>
      <p:ext uri="{BB962C8B-B14F-4D97-AF65-F5344CB8AC3E}">
        <p14:creationId xmlns:p14="http://schemas.microsoft.com/office/powerpoint/2010/main" val="3423554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E6E47-68AF-8F46-BA20-48B3ACE5E9E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AFC4E402-79F7-8D74-A28A-AEA2DC5A68B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FCA4C83-925A-6D22-199C-673CFA217B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altLang="ru-RU" b="0" dirty="0">
                <a:solidFill>
                  <a:srgbClr val="000066"/>
                </a:solidFill>
              </a:rPr>
              <a:t>Установлено три варианта изображения Государственного герба на бланках документов: многоцветный вариант на геральдическом щите, одноцветный вариант на геральдическом щите и одноцветный без геральдического щита. </a:t>
            </a:r>
          </a:p>
        </p:txBody>
      </p:sp>
      <p:sp>
        <p:nvSpPr>
          <p:cNvPr id="4" name="Номер слайда 3">
            <a:extLst>
              <a:ext uri="{FF2B5EF4-FFF2-40B4-BE49-F238E27FC236}">
                <a16:creationId xmlns:a16="http://schemas.microsoft.com/office/drawing/2014/main" id="{03B419E3-F498-B88F-B3E2-E55A158C52D0}"/>
              </a:ext>
            </a:extLst>
          </p:cNvPr>
          <p:cNvSpPr>
            <a:spLocks noGrp="1"/>
          </p:cNvSpPr>
          <p:nvPr>
            <p:ph type="sldNum" sz="quarter" idx="5"/>
          </p:nvPr>
        </p:nvSpPr>
        <p:spPr/>
        <p:txBody>
          <a:bodyPr/>
          <a:lstStyle/>
          <a:p>
            <a:fld id="{DB4FA6E8-849D-47CC-BFE3-7A530CFB6D95}" type="slidenum">
              <a:rPr lang="ru-RU" smtClean="0"/>
              <a:t>12</a:t>
            </a:fld>
            <a:endParaRPr lang="ru-RU"/>
          </a:p>
        </p:txBody>
      </p:sp>
    </p:spTree>
    <p:extLst>
      <p:ext uri="{BB962C8B-B14F-4D97-AF65-F5344CB8AC3E}">
        <p14:creationId xmlns:p14="http://schemas.microsoft.com/office/powerpoint/2010/main" val="20987705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33384-2592-68AC-A8EA-488FBDCA93B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C4C69F3-1D11-A027-94A9-3A07215008B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6EB8372-D9B8-8DF4-FC55-45F4236508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DB16EFFE-983D-24D7-0AD4-ECCA4E777367}"/>
              </a:ext>
            </a:extLst>
          </p:cNvPr>
          <p:cNvSpPr>
            <a:spLocks noGrp="1"/>
          </p:cNvSpPr>
          <p:nvPr>
            <p:ph type="sldNum" sz="quarter" idx="5"/>
          </p:nvPr>
        </p:nvSpPr>
        <p:spPr/>
        <p:txBody>
          <a:bodyPr/>
          <a:lstStyle/>
          <a:p>
            <a:fld id="{DB4FA6E8-849D-47CC-BFE3-7A530CFB6D95}" type="slidenum">
              <a:rPr lang="ru-RU" smtClean="0"/>
              <a:t>14</a:t>
            </a:fld>
            <a:endParaRPr lang="ru-RU"/>
          </a:p>
        </p:txBody>
      </p:sp>
    </p:spTree>
    <p:extLst>
      <p:ext uri="{BB962C8B-B14F-4D97-AF65-F5344CB8AC3E}">
        <p14:creationId xmlns:p14="http://schemas.microsoft.com/office/powerpoint/2010/main" val="1665909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A030-9D51-6460-11AE-2118944497C1}"/>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4604F178-B178-C765-F91C-4EC5CD4EFCC8}"/>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9CA7974-04C2-9D78-AD23-553358CD8FA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2C33039C-A445-5A51-9150-FF2B83C9C707}"/>
              </a:ext>
            </a:extLst>
          </p:cNvPr>
          <p:cNvSpPr>
            <a:spLocks noGrp="1"/>
          </p:cNvSpPr>
          <p:nvPr>
            <p:ph type="sldNum" sz="quarter" idx="5"/>
          </p:nvPr>
        </p:nvSpPr>
        <p:spPr/>
        <p:txBody>
          <a:bodyPr/>
          <a:lstStyle/>
          <a:p>
            <a:fld id="{DB4FA6E8-849D-47CC-BFE3-7A530CFB6D95}" type="slidenum">
              <a:rPr lang="ru-RU" smtClean="0"/>
              <a:t>15</a:t>
            </a:fld>
            <a:endParaRPr lang="ru-RU"/>
          </a:p>
        </p:txBody>
      </p:sp>
    </p:spTree>
    <p:extLst>
      <p:ext uri="{BB962C8B-B14F-4D97-AF65-F5344CB8AC3E}">
        <p14:creationId xmlns:p14="http://schemas.microsoft.com/office/powerpoint/2010/main" val="1987085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3BC98-30E2-024F-3F1D-6B370295547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592433A-FB05-B10E-2C60-A254F07CFA09}"/>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5E1DAA46-991C-D439-C742-2402DFEEF4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67D08B72-C0A0-3489-7BEF-DCA66B8B799B}"/>
              </a:ext>
            </a:extLst>
          </p:cNvPr>
          <p:cNvSpPr>
            <a:spLocks noGrp="1"/>
          </p:cNvSpPr>
          <p:nvPr>
            <p:ph type="sldNum" sz="quarter" idx="5"/>
          </p:nvPr>
        </p:nvSpPr>
        <p:spPr/>
        <p:txBody>
          <a:bodyPr/>
          <a:lstStyle/>
          <a:p>
            <a:fld id="{DB4FA6E8-849D-47CC-BFE3-7A530CFB6D95}" type="slidenum">
              <a:rPr lang="ru-RU" smtClean="0"/>
              <a:t>16</a:t>
            </a:fld>
            <a:endParaRPr lang="ru-RU"/>
          </a:p>
        </p:txBody>
      </p:sp>
    </p:spTree>
    <p:extLst>
      <p:ext uri="{BB962C8B-B14F-4D97-AF65-F5344CB8AC3E}">
        <p14:creationId xmlns:p14="http://schemas.microsoft.com/office/powerpoint/2010/main" val="2835359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DFC63-8A4D-6DE8-1240-3516A58BA2C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102DF2F6-BB64-618B-4A3C-0B401502C6C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C8A89D86-F91D-D54B-B853-EAEB0FC9F4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DAEA47C8-77CD-C367-5767-2D146713ADA2}"/>
              </a:ext>
            </a:extLst>
          </p:cNvPr>
          <p:cNvSpPr>
            <a:spLocks noGrp="1"/>
          </p:cNvSpPr>
          <p:nvPr>
            <p:ph type="sldNum" sz="quarter" idx="5"/>
          </p:nvPr>
        </p:nvSpPr>
        <p:spPr/>
        <p:txBody>
          <a:bodyPr/>
          <a:lstStyle/>
          <a:p>
            <a:fld id="{DB4FA6E8-849D-47CC-BFE3-7A530CFB6D95}" type="slidenum">
              <a:rPr lang="ru-RU" smtClean="0"/>
              <a:t>17</a:t>
            </a:fld>
            <a:endParaRPr lang="ru-RU"/>
          </a:p>
        </p:txBody>
      </p:sp>
    </p:spTree>
    <p:extLst>
      <p:ext uri="{BB962C8B-B14F-4D97-AF65-F5344CB8AC3E}">
        <p14:creationId xmlns:p14="http://schemas.microsoft.com/office/powerpoint/2010/main" val="763469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F2005-9C53-C6BE-74FB-ECECC07BCAF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46CC8B0E-6D76-98D7-96B7-9C709FC448E9}"/>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D992B3F2-4D65-4E55-ABF5-27EA0219F14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A8B73236-B590-5064-D6C7-022F666CF3F9}"/>
              </a:ext>
            </a:extLst>
          </p:cNvPr>
          <p:cNvSpPr>
            <a:spLocks noGrp="1"/>
          </p:cNvSpPr>
          <p:nvPr>
            <p:ph type="sldNum" sz="quarter" idx="5"/>
          </p:nvPr>
        </p:nvSpPr>
        <p:spPr/>
        <p:txBody>
          <a:bodyPr/>
          <a:lstStyle/>
          <a:p>
            <a:fld id="{DB4FA6E8-849D-47CC-BFE3-7A530CFB6D95}" type="slidenum">
              <a:rPr lang="ru-RU" smtClean="0"/>
              <a:t>18</a:t>
            </a:fld>
            <a:endParaRPr lang="ru-RU"/>
          </a:p>
        </p:txBody>
      </p:sp>
    </p:spTree>
    <p:extLst>
      <p:ext uri="{BB962C8B-B14F-4D97-AF65-F5344CB8AC3E}">
        <p14:creationId xmlns:p14="http://schemas.microsoft.com/office/powerpoint/2010/main" val="3668541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A9D19-D855-DA4A-63D1-2DA5E093664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1216F99-5FAA-ABA4-D8F1-78F0334A6F57}"/>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EFE40B6-FF74-51D7-6F58-A2B1E5C1FAF1}"/>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F4DF0B88-DA9E-AB9D-B8C1-30F7EC3FC1DD}"/>
              </a:ext>
            </a:extLst>
          </p:cNvPr>
          <p:cNvSpPr>
            <a:spLocks noGrp="1"/>
          </p:cNvSpPr>
          <p:nvPr>
            <p:ph type="sldNum" sz="quarter" idx="5"/>
          </p:nvPr>
        </p:nvSpPr>
        <p:spPr/>
        <p:txBody>
          <a:bodyPr/>
          <a:lstStyle/>
          <a:p>
            <a:fld id="{DB4FA6E8-849D-47CC-BFE3-7A530CFB6D95}" type="slidenum">
              <a:rPr lang="ru-RU" smtClean="0"/>
              <a:t>19</a:t>
            </a:fld>
            <a:endParaRPr lang="ru-RU"/>
          </a:p>
        </p:txBody>
      </p:sp>
    </p:spTree>
    <p:extLst>
      <p:ext uri="{BB962C8B-B14F-4D97-AF65-F5344CB8AC3E}">
        <p14:creationId xmlns:p14="http://schemas.microsoft.com/office/powerpoint/2010/main" val="1092876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A8243-7C50-FC4F-DB4E-CC56369EEE2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61BDECC-FEA2-E673-7DFC-0449B27DB6C9}"/>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59036F9-5BD0-DA83-07B7-5665084516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F0688337-6197-A842-70FA-D483BA9D8484}"/>
              </a:ext>
            </a:extLst>
          </p:cNvPr>
          <p:cNvSpPr>
            <a:spLocks noGrp="1"/>
          </p:cNvSpPr>
          <p:nvPr>
            <p:ph type="sldNum" sz="quarter" idx="5"/>
          </p:nvPr>
        </p:nvSpPr>
        <p:spPr/>
        <p:txBody>
          <a:bodyPr/>
          <a:lstStyle/>
          <a:p>
            <a:fld id="{DB4FA6E8-849D-47CC-BFE3-7A530CFB6D95}" type="slidenum">
              <a:rPr lang="ru-RU" smtClean="0"/>
              <a:t>20</a:t>
            </a:fld>
            <a:endParaRPr lang="ru-RU"/>
          </a:p>
        </p:txBody>
      </p:sp>
    </p:spTree>
    <p:extLst>
      <p:ext uri="{BB962C8B-B14F-4D97-AF65-F5344CB8AC3E}">
        <p14:creationId xmlns:p14="http://schemas.microsoft.com/office/powerpoint/2010/main" val="743951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69FD0-4CB0-2ACF-6D29-E9A052DCCF2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48A506CB-2456-9E00-2B51-B4A30F48F730}"/>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B1A3786-9ED8-9468-486E-468C35FD621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92F12B99-DD18-7A0B-3308-FA22D7F10814}"/>
              </a:ext>
            </a:extLst>
          </p:cNvPr>
          <p:cNvSpPr>
            <a:spLocks noGrp="1"/>
          </p:cNvSpPr>
          <p:nvPr>
            <p:ph type="sldNum" sz="quarter" idx="5"/>
          </p:nvPr>
        </p:nvSpPr>
        <p:spPr/>
        <p:txBody>
          <a:bodyPr/>
          <a:lstStyle/>
          <a:p>
            <a:fld id="{DB4FA6E8-849D-47CC-BFE3-7A530CFB6D95}" type="slidenum">
              <a:rPr lang="ru-RU" smtClean="0"/>
              <a:t>21</a:t>
            </a:fld>
            <a:endParaRPr lang="ru-RU"/>
          </a:p>
        </p:txBody>
      </p:sp>
    </p:spTree>
    <p:extLst>
      <p:ext uri="{BB962C8B-B14F-4D97-AF65-F5344CB8AC3E}">
        <p14:creationId xmlns:p14="http://schemas.microsoft.com/office/powerpoint/2010/main" val="3602662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B0DDF-0BC4-42C9-C8FC-2967F34BA22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3710B352-C70D-5595-A3BD-812C2E15121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E8733497-9797-D204-FC28-BBAB749F9E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07721CCE-52A9-9402-C434-3BDA4FA2C799}"/>
              </a:ext>
            </a:extLst>
          </p:cNvPr>
          <p:cNvSpPr>
            <a:spLocks noGrp="1"/>
          </p:cNvSpPr>
          <p:nvPr>
            <p:ph type="sldNum" sz="quarter" idx="5"/>
          </p:nvPr>
        </p:nvSpPr>
        <p:spPr/>
        <p:txBody>
          <a:bodyPr/>
          <a:lstStyle/>
          <a:p>
            <a:fld id="{DB4FA6E8-849D-47CC-BFE3-7A530CFB6D95}" type="slidenum">
              <a:rPr lang="ru-RU" smtClean="0"/>
              <a:t>22</a:t>
            </a:fld>
            <a:endParaRPr lang="ru-RU"/>
          </a:p>
        </p:txBody>
      </p:sp>
    </p:spTree>
    <p:extLst>
      <p:ext uri="{BB962C8B-B14F-4D97-AF65-F5344CB8AC3E}">
        <p14:creationId xmlns:p14="http://schemas.microsoft.com/office/powerpoint/2010/main" val="23948811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C5EAB-F67D-305F-ABE4-4670A769ECE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AB91D66-4F87-0223-84E6-AA8B0DD7C484}"/>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A1339470-4709-C610-E7CF-700011EBC4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FC2F5AA0-075D-EE8E-84F2-E6DB27873ABF}"/>
              </a:ext>
            </a:extLst>
          </p:cNvPr>
          <p:cNvSpPr>
            <a:spLocks noGrp="1"/>
          </p:cNvSpPr>
          <p:nvPr>
            <p:ph type="sldNum" sz="quarter" idx="5"/>
          </p:nvPr>
        </p:nvSpPr>
        <p:spPr/>
        <p:txBody>
          <a:bodyPr/>
          <a:lstStyle/>
          <a:p>
            <a:fld id="{DB4FA6E8-849D-47CC-BFE3-7A530CFB6D95}" type="slidenum">
              <a:rPr lang="ru-RU" smtClean="0"/>
              <a:t>23</a:t>
            </a:fld>
            <a:endParaRPr lang="ru-RU"/>
          </a:p>
        </p:txBody>
      </p:sp>
    </p:spTree>
    <p:extLst>
      <p:ext uri="{BB962C8B-B14F-4D97-AF65-F5344CB8AC3E}">
        <p14:creationId xmlns:p14="http://schemas.microsoft.com/office/powerpoint/2010/main" val="1069782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98187-53E1-FFE5-8844-5E3A97A3026A}"/>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BA699B73-474E-EA23-B05C-9F5AEFD1393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23F27586-0CFD-2C03-590A-401BA15F6F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4F64ADD7-5A2E-CF76-7042-5142B90FB346}"/>
              </a:ext>
            </a:extLst>
          </p:cNvPr>
          <p:cNvSpPr>
            <a:spLocks noGrp="1"/>
          </p:cNvSpPr>
          <p:nvPr>
            <p:ph type="sldNum" sz="quarter" idx="5"/>
          </p:nvPr>
        </p:nvSpPr>
        <p:spPr/>
        <p:txBody>
          <a:bodyPr/>
          <a:lstStyle/>
          <a:p>
            <a:fld id="{DB4FA6E8-849D-47CC-BFE3-7A530CFB6D95}" type="slidenum">
              <a:rPr lang="ru-RU" smtClean="0"/>
              <a:t>24</a:t>
            </a:fld>
            <a:endParaRPr lang="ru-RU"/>
          </a:p>
        </p:txBody>
      </p:sp>
    </p:spTree>
    <p:extLst>
      <p:ext uri="{BB962C8B-B14F-4D97-AF65-F5344CB8AC3E}">
        <p14:creationId xmlns:p14="http://schemas.microsoft.com/office/powerpoint/2010/main" val="26818871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0749A-C895-8C13-6713-577466DD647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0AEB66A9-A334-A771-79EA-323B14C2D59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BA07C5D4-6725-567F-9CCB-E45E82B88F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2C5C9DBE-0D50-FD7C-2DD9-EA7A0485D632}"/>
              </a:ext>
            </a:extLst>
          </p:cNvPr>
          <p:cNvSpPr>
            <a:spLocks noGrp="1"/>
          </p:cNvSpPr>
          <p:nvPr>
            <p:ph type="sldNum" sz="quarter" idx="5"/>
          </p:nvPr>
        </p:nvSpPr>
        <p:spPr/>
        <p:txBody>
          <a:bodyPr/>
          <a:lstStyle/>
          <a:p>
            <a:fld id="{DB4FA6E8-849D-47CC-BFE3-7A530CFB6D95}" type="slidenum">
              <a:rPr lang="ru-RU" smtClean="0"/>
              <a:t>25</a:t>
            </a:fld>
            <a:endParaRPr lang="ru-RU"/>
          </a:p>
        </p:txBody>
      </p:sp>
    </p:spTree>
    <p:extLst>
      <p:ext uri="{BB962C8B-B14F-4D97-AF65-F5344CB8AC3E}">
        <p14:creationId xmlns:p14="http://schemas.microsoft.com/office/powerpoint/2010/main" val="385335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5D7C0-1FCC-CE75-4CE0-8EF7DD635C2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3AA0F53-E4F9-8236-A387-C576A0B28602}"/>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034A00B0-43E5-922A-53BC-E684B76E2E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736345DB-7AB8-083F-4756-3B50BC21F032}"/>
              </a:ext>
            </a:extLst>
          </p:cNvPr>
          <p:cNvSpPr>
            <a:spLocks noGrp="1"/>
          </p:cNvSpPr>
          <p:nvPr>
            <p:ph type="sldNum" sz="quarter" idx="5"/>
          </p:nvPr>
        </p:nvSpPr>
        <p:spPr/>
        <p:txBody>
          <a:bodyPr/>
          <a:lstStyle/>
          <a:p>
            <a:fld id="{DB4FA6E8-849D-47CC-BFE3-7A530CFB6D95}" type="slidenum">
              <a:rPr lang="ru-RU" smtClean="0"/>
              <a:t>26</a:t>
            </a:fld>
            <a:endParaRPr lang="ru-RU"/>
          </a:p>
        </p:txBody>
      </p:sp>
    </p:spTree>
    <p:extLst>
      <p:ext uri="{BB962C8B-B14F-4D97-AF65-F5344CB8AC3E}">
        <p14:creationId xmlns:p14="http://schemas.microsoft.com/office/powerpoint/2010/main" val="3544924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C9BE3-5A10-2BDC-F627-5610B5A3556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028FFB95-4EA6-4511-4047-69C65E18AE6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09155676-E6F0-744A-1B64-9EE5167EB7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782343CE-0B1A-0DA2-7404-C9F9F2C448EC}"/>
              </a:ext>
            </a:extLst>
          </p:cNvPr>
          <p:cNvSpPr>
            <a:spLocks noGrp="1"/>
          </p:cNvSpPr>
          <p:nvPr>
            <p:ph type="sldNum" sz="quarter" idx="5"/>
          </p:nvPr>
        </p:nvSpPr>
        <p:spPr/>
        <p:txBody>
          <a:bodyPr/>
          <a:lstStyle/>
          <a:p>
            <a:fld id="{DB4FA6E8-849D-47CC-BFE3-7A530CFB6D95}" type="slidenum">
              <a:rPr lang="ru-RU" smtClean="0"/>
              <a:t>27</a:t>
            </a:fld>
            <a:endParaRPr lang="ru-RU"/>
          </a:p>
        </p:txBody>
      </p:sp>
    </p:spTree>
    <p:extLst>
      <p:ext uri="{BB962C8B-B14F-4D97-AF65-F5344CB8AC3E}">
        <p14:creationId xmlns:p14="http://schemas.microsoft.com/office/powerpoint/2010/main" val="6647777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CCB58-DC0C-EEC1-DB96-BAB9686329D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8E5993B5-4A30-6282-409F-24F712083BE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599EAEB9-CB50-6CD1-9489-901FF7EA68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4CCD27C1-D237-1E17-A9AC-0D1BA4F01DCC}"/>
              </a:ext>
            </a:extLst>
          </p:cNvPr>
          <p:cNvSpPr>
            <a:spLocks noGrp="1"/>
          </p:cNvSpPr>
          <p:nvPr>
            <p:ph type="sldNum" sz="quarter" idx="5"/>
          </p:nvPr>
        </p:nvSpPr>
        <p:spPr/>
        <p:txBody>
          <a:bodyPr/>
          <a:lstStyle/>
          <a:p>
            <a:fld id="{DB4FA6E8-849D-47CC-BFE3-7A530CFB6D95}" type="slidenum">
              <a:rPr lang="ru-RU" smtClean="0"/>
              <a:t>28</a:t>
            </a:fld>
            <a:endParaRPr lang="ru-RU"/>
          </a:p>
        </p:txBody>
      </p:sp>
    </p:spTree>
    <p:extLst>
      <p:ext uri="{BB962C8B-B14F-4D97-AF65-F5344CB8AC3E}">
        <p14:creationId xmlns:p14="http://schemas.microsoft.com/office/powerpoint/2010/main" val="37838886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BF629-892C-52D7-A4F4-31D6477587B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BA9BA5D7-245D-6ECE-8C9F-A6C701D73C98}"/>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22CF58D5-80A6-83D6-39E0-B708AF70FC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428F48ED-3A61-C833-5057-A29A346D49E9}"/>
              </a:ext>
            </a:extLst>
          </p:cNvPr>
          <p:cNvSpPr>
            <a:spLocks noGrp="1"/>
          </p:cNvSpPr>
          <p:nvPr>
            <p:ph type="sldNum" sz="quarter" idx="5"/>
          </p:nvPr>
        </p:nvSpPr>
        <p:spPr/>
        <p:txBody>
          <a:bodyPr/>
          <a:lstStyle/>
          <a:p>
            <a:fld id="{DB4FA6E8-849D-47CC-BFE3-7A530CFB6D95}" type="slidenum">
              <a:rPr lang="ru-RU" smtClean="0"/>
              <a:t>29</a:t>
            </a:fld>
            <a:endParaRPr lang="ru-RU"/>
          </a:p>
        </p:txBody>
      </p:sp>
    </p:spTree>
    <p:extLst>
      <p:ext uri="{BB962C8B-B14F-4D97-AF65-F5344CB8AC3E}">
        <p14:creationId xmlns:p14="http://schemas.microsoft.com/office/powerpoint/2010/main" val="5651443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1A68D-BCB2-60E9-F236-431354A1E75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79035634-DB2A-4C8D-530E-54923F671FB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08CC0965-5B87-0005-CDFC-DD9006A5F6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78F1C3E4-34A0-FD59-5807-AC6C732CDD85}"/>
              </a:ext>
            </a:extLst>
          </p:cNvPr>
          <p:cNvSpPr>
            <a:spLocks noGrp="1"/>
          </p:cNvSpPr>
          <p:nvPr>
            <p:ph type="sldNum" sz="quarter" idx="5"/>
          </p:nvPr>
        </p:nvSpPr>
        <p:spPr/>
        <p:txBody>
          <a:bodyPr/>
          <a:lstStyle/>
          <a:p>
            <a:fld id="{DB4FA6E8-849D-47CC-BFE3-7A530CFB6D95}" type="slidenum">
              <a:rPr lang="ru-RU" smtClean="0"/>
              <a:t>30</a:t>
            </a:fld>
            <a:endParaRPr lang="ru-RU"/>
          </a:p>
        </p:txBody>
      </p:sp>
    </p:spTree>
    <p:extLst>
      <p:ext uri="{BB962C8B-B14F-4D97-AF65-F5344CB8AC3E}">
        <p14:creationId xmlns:p14="http://schemas.microsoft.com/office/powerpoint/2010/main" val="1060369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3208B-0D8A-EBB6-F403-651EC72ABF2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1B50E276-6758-3544-D867-FDD1CAB1819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EBDCB6BC-5B76-6FD8-9269-6E3A7FF2EA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73768BC8-FA6C-9A99-87DB-2905E92C10AA}"/>
              </a:ext>
            </a:extLst>
          </p:cNvPr>
          <p:cNvSpPr>
            <a:spLocks noGrp="1"/>
          </p:cNvSpPr>
          <p:nvPr>
            <p:ph type="sldNum" sz="quarter" idx="5"/>
          </p:nvPr>
        </p:nvSpPr>
        <p:spPr/>
        <p:txBody>
          <a:bodyPr/>
          <a:lstStyle/>
          <a:p>
            <a:fld id="{DB4FA6E8-849D-47CC-BFE3-7A530CFB6D95}" type="slidenum">
              <a:rPr lang="ru-RU" smtClean="0"/>
              <a:t>31</a:t>
            </a:fld>
            <a:endParaRPr lang="ru-RU"/>
          </a:p>
        </p:txBody>
      </p:sp>
    </p:spTree>
    <p:extLst>
      <p:ext uri="{BB962C8B-B14F-4D97-AF65-F5344CB8AC3E}">
        <p14:creationId xmlns:p14="http://schemas.microsoft.com/office/powerpoint/2010/main" val="8200005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D5541-E5E1-3F13-9B65-F2747C09390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2D5F213-F161-694D-4B85-66002968352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8E49D45-EFB2-7A97-5B5F-675BE75238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3D096DC2-50D6-B04F-7944-C5F62F96BF00}"/>
              </a:ext>
            </a:extLst>
          </p:cNvPr>
          <p:cNvSpPr>
            <a:spLocks noGrp="1"/>
          </p:cNvSpPr>
          <p:nvPr>
            <p:ph type="sldNum" sz="quarter" idx="5"/>
          </p:nvPr>
        </p:nvSpPr>
        <p:spPr/>
        <p:txBody>
          <a:bodyPr/>
          <a:lstStyle/>
          <a:p>
            <a:fld id="{DB4FA6E8-849D-47CC-BFE3-7A530CFB6D95}" type="slidenum">
              <a:rPr lang="ru-RU" smtClean="0"/>
              <a:t>32</a:t>
            </a:fld>
            <a:endParaRPr lang="ru-RU"/>
          </a:p>
        </p:txBody>
      </p:sp>
    </p:spTree>
    <p:extLst>
      <p:ext uri="{BB962C8B-B14F-4D97-AF65-F5344CB8AC3E}">
        <p14:creationId xmlns:p14="http://schemas.microsoft.com/office/powerpoint/2010/main" val="22852201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E6DF6-5FFF-90E0-D216-70B5F688772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189B8E8-846C-087D-5BB5-EDE39EBE19C6}"/>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1D08273-3069-22B9-7E53-8A1BB11844F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5C258EA0-7AAA-1F32-8D54-BB1D441645FF}"/>
              </a:ext>
            </a:extLst>
          </p:cNvPr>
          <p:cNvSpPr>
            <a:spLocks noGrp="1"/>
          </p:cNvSpPr>
          <p:nvPr>
            <p:ph type="sldNum" sz="quarter" idx="5"/>
          </p:nvPr>
        </p:nvSpPr>
        <p:spPr/>
        <p:txBody>
          <a:bodyPr/>
          <a:lstStyle/>
          <a:p>
            <a:fld id="{DB4FA6E8-849D-47CC-BFE3-7A530CFB6D95}" type="slidenum">
              <a:rPr lang="ru-RU" smtClean="0"/>
              <a:t>33</a:t>
            </a:fld>
            <a:endParaRPr lang="ru-RU"/>
          </a:p>
        </p:txBody>
      </p:sp>
    </p:spTree>
    <p:extLst>
      <p:ext uri="{BB962C8B-B14F-4D97-AF65-F5344CB8AC3E}">
        <p14:creationId xmlns:p14="http://schemas.microsoft.com/office/powerpoint/2010/main" val="9129578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7F89D-1D8C-F7E5-3ADB-02A353736CD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D478F33-3C81-61C0-0EA8-DC72D9C45C8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2365877-DD14-EEC7-1294-F39969262E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B93D87F4-5733-B9F3-8F65-7676FB50BBCD}"/>
              </a:ext>
            </a:extLst>
          </p:cNvPr>
          <p:cNvSpPr>
            <a:spLocks noGrp="1"/>
          </p:cNvSpPr>
          <p:nvPr>
            <p:ph type="sldNum" sz="quarter" idx="5"/>
          </p:nvPr>
        </p:nvSpPr>
        <p:spPr/>
        <p:txBody>
          <a:bodyPr/>
          <a:lstStyle/>
          <a:p>
            <a:fld id="{DB4FA6E8-849D-47CC-BFE3-7A530CFB6D95}" type="slidenum">
              <a:rPr lang="ru-RU" smtClean="0"/>
              <a:t>34</a:t>
            </a:fld>
            <a:endParaRPr lang="ru-RU"/>
          </a:p>
        </p:txBody>
      </p:sp>
    </p:spTree>
    <p:extLst>
      <p:ext uri="{BB962C8B-B14F-4D97-AF65-F5344CB8AC3E}">
        <p14:creationId xmlns:p14="http://schemas.microsoft.com/office/powerpoint/2010/main" val="41996671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74277-2F8C-1012-F165-52993C4D0A1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E3812D9-0950-0E19-EFA3-B797984A2AE2}"/>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599C613-BB9E-6A14-3D98-5F0651AD16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A0ECB6AD-DEBE-2C32-7489-51C86E1DD26B}"/>
              </a:ext>
            </a:extLst>
          </p:cNvPr>
          <p:cNvSpPr>
            <a:spLocks noGrp="1"/>
          </p:cNvSpPr>
          <p:nvPr>
            <p:ph type="sldNum" sz="quarter" idx="5"/>
          </p:nvPr>
        </p:nvSpPr>
        <p:spPr/>
        <p:txBody>
          <a:bodyPr/>
          <a:lstStyle/>
          <a:p>
            <a:fld id="{DB4FA6E8-849D-47CC-BFE3-7A530CFB6D95}" type="slidenum">
              <a:rPr lang="ru-RU" smtClean="0"/>
              <a:t>35</a:t>
            </a:fld>
            <a:endParaRPr lang="ru-RU"/>
          </a:p>
        </p:txBody>
      </p:sp>
    </p:spTree>
    <p:extLst>
      <p:ext uri="{BB962C8B-B14F-4D97-AF65-F5344CB8AC3E}">
        <p14:creationId xmlns:p14="http://schemas.microsoft.com/office/powerpoint/2010/main" val="22297321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537F2-8A0F-AF40-2ECC-9AFA11F05C65}"/>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9660B2D-7260-6930-1FA5-36A01D6B090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E35FFD72-085C-DCD3-87BA-A0CE65615F1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ru-RU" altLang="ru-RU" b="0" dirty="0">
              <a:solidFill>
                <a:srgbClr val="000066"/>
              </a:solidFill>
            </a:endParaRPr>
          </a:p>
        </p:txBody>
      </p:sp>
      <p:sp>
        <p:nvSpPr>
          <p:cNvPr id="4" name="Номер слайда 3">
            <a:extLst>
              <a:ext uri="{FF2B5EF4-FFF2-40B4-BE49-F238E27FC236}">
                <a16:creationId xmlns:a16="http://schemas.microsoft.com/office/drawing/2014/main" id="{9A3C4F3F-C467-F78E-D4BC-13B4EEC02496}"/>
              </a:ext>
            </a:extLst>
          </p:cNvPr>
          <p:cNvSpPr>
            <a:spLocks noGrp="1"/>
          </p:cNvSpPr>
          <p:nvPr>
            <p:ph type="sldNum" sz="quarter" idx="5"/>
          </p:nvPr>
        </p:nvSpPr>
        <p:spPr/>
        <p:txBody>
          <a:bodyPr/>
          <a:lstStyle/>
          <a:p>
            <a:fld id="{DB4FA6E8-849D-47CC-BFE3-7A530CFB6D95}" type="slidenum">
              <a:rPr lang="ru-RU" smtClean="0"/>
              <a:t>36</a:t>
            </a:fld>
            <a:endParaRPr lang="ru-RU"/>
          </a:p>
        </p:txBody>
      </p:sp>
    </p:spTree>
    <p:extLst>
      <p:ext uri="{BB962C8B-B14F-4D97-AF65-F5344CB8AC3E}">
        <p14:creationId xmlns:p14="http://schemas.microsoft.com/office/powerpoint/2010/main" val="32576458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В процессе деятельности органа власти образуются сотни и тысячи документов, и не все они хранятся вечно. </a:t>
            </a:r>
            <a:r>
              <a:rPr lang="ru-RU" sz="1200" b="1" kern="1200" dirty="0">
                <a:solidFill>
                  <a:schemeClr val="tx1"/>
                </a:solidFill>
                <a:effectLst/>
                <a:latin typeface="+mn-lt"/>
                <a:ea typeface="+mn-ea"/>
                <a:cs typeface="+mn-cs"/>
              </a:rPr>
              <a:t>Сроки хранения документов</a:t>
            </a:r>
            <a:r>
              <a:rPr lang="ru-RU" sz="1200" kern="1200" dirty="0">
                <a:solidFill>
                  <a:schemeClr val="tx1"/>
                </a:solidFill>
                <a:effectLst/>
                <a:latin typeface="+mn-lt"/>
                <a:ea typeface="+mn-ea"/>
                <a:cs typeface="+mn-cs"/>
              </a:rPr>
              <a:t> определяются их ценностью и категорией. Федеральный закон № 125-ФЗ «Об архивном деле в РФ» устанавливает основы организации хранения, отбора и использования документов Архивного фонда РФ и других архивных документов независимо от формы собственности</a:t>
            </a:r>
            <a:r>
              <a:rPr lang="ru-RU" sz="1200" kern="1200" dirty="0">
                <a:solidFill>
                  <a:schemeClr val="tx1"/>
                </a:solidFill>
                <a:effectLst/>
                <a:latin typeface="+mn-lt"/>
                <a:ea typeface="+mn-ea"/>
                <a:cs typeface="+mn-cs"/>
                <a:hlinkClick r:id="rId3"/>
              </a:rPr>
              <a:t>[51]</a:t>
            </a:r>
            <a:r>
              <a:rPr lang="ru-RU" sz="1200" kern="1200" dirty="0">
                <a:solidFill>
                  <a:schemeClr val="tx1"/>
                </a:solidFill>
                <a:effectLst/>
                <a:latin typeface="+mn-lt"/>
                <a:ea typeface="+mn-ea"/>
                <a:cs typeface="+mn-cs"/>
              </a:rPr>
              <a:t>. Проще говоря, этот закон регулирует, какие документы и как долго должны храниться, а также работу государственных архивов.</a:t>
            </a:r>
          </a:p>
          <a:p>
            <a:r>
              <a:rPr lang="ru-RU" sz="1200" kern="1200" dirty="0">
                <a:solidFill>
                  <a:schemeClr val="tx1"/>
                </a:solidFill>
                <a:effectLst/>
                <a:latin typeface="+mn-lt"/>
                <a:ea typeface="+mn-ea"/>
                <a:cs typeface="+mn-cs"/>
              </a:rPr>
              <a:t>Каждая организация (в том числе государственный орган) обязана сохранять свои документы в течение установленных сроков, а по истечении этих сроков проводить экспертизу ценности документов. </a:t>
            </a:r>
            <a:r>
              <a:rPr lang="ru-RU" sz="1200" b="1" kern="1200" dirty="0">
                <a:solidFill>
                  <a:schemeClr val="tx1"/>
                </a:solidFill>
                <a:effectLst/>
                <a:latin typeface="+mn-lt"/>
                <a:ea typeface="+mn-ea"/>
                <a:cs typeface="+mn-cs"/>
              </a:rPr>
              <a:t>Экспертиза ценности</a:t>
            </a:r>
            <a:r>
              <a:rPr lang="ru-RU" sz="1200" kern="1200" dirty="0">
                <a:solidFill>
                  <a:schemeClr val="tx1"/>
                </a:solidFill>
                <a:effectLst/>
                <a:latin typeface="+mn-lt"/>
                <a:ea typeface="+mn-ea"/>
                <a:cs typeface="+mn-cs"/>
              </a:rPr>
              <a:t> – это процесс оценки документов по критериям ценности (исторической, научной, социальной, культурной и практической) с целью определения, какие из них подлежат </a:t>
            </a:r>
            <a:r>
              <a:rPr lang="ru-RU" sz="1200" b="1" kern="1200" dirty="0">
                <a:solidFill>
                  <a:schemeClr val="tx1"/>
                </a:solidFill>
                <a:effectLst/>
                <a:latin typeface="+mn-lt"/>
                <a:ea typeface="+mn-ea"/>
                <a:cs typeface="+mn-cs"/>
              </a:rPr>
              <a:t>постоянному хранению</a:t>
            </a:r>
            <a:r>
              <a:rPr lang="ru-RU" sz="1200" kern="1200" dirty="0">
                <a:solidFill>
                  <a:schemeClr val="tx1"/>
                </a:solidFill>
                <a:effectLst/>
                <a:latin typeface="+mn-lt"/>
                <a:ea typeface="+mn-ea"/>
                <a:cs typeface="+mn-cs"/>
              </a:rPr>
              <a:t> (в составе Архивного фонда РФ), а какие могут быть уничтожены по истечении сроков</a:t>
            </a:r>
            <a:r>
              <a:rPr lang="ru-RU" sz="1200" kern="1200" dirty="0">
                <a:solidFill>
                  <a:schemeClr val="tx1"/>
                </a:solidFill>
                <a:effectLst/>
                <a:latin typeface="+mn-lt"/>
                <a:ea typeface="+mn-ea"/>
                <a:cs typeface="+mn-cs"/>
                <a:hlinkClick r:id="rId4"/>
              </a:rPr>
              <a:t>[52]</a:t>
            </a:r>
            <a:r>
              <a:rPr lang="ru-RU" sz="1200" kern="1200" dirty="0">
                <a:solidFill>
                  <a:schemeClr val="tx1"/>
                </a:solidFill>
                <a:effectLst/>
                <a:latin typeface="+mn-lt"/>
                <a:ea typeface="+mn-ea"/>
                <a:cs typeface="+mn-cs"/>
              </a:rPr>
              <a:t>. В государственных органах обычно создаются экспертные комиссии, которые периодически (раз в год или два) рассматривают дела, сроки хранения которых истекли, и выносят решения – передать ли документы в архив, продлить ли хранение или уничтожить.</a:t>
            </a:r>
          </a:p>
          <a:p>
            <a:r>
              <a:rPr lang="ru-RU" sz="1200" b="1" kern="1200" dirty="0">
                <a:solidFill>
                  <a:schemeClr val="tx1"/>
                </a:solidFill>
                <a:effectLst/>
                <a:latin typeface="+mn-lt"/>
                <a:ea typeface="+mn-ea"/>
                <a:cs typeface="+mn-cs"/>
              </a:rPr>
              <a:t>Нормативное регулирование сроков хранения.</a:t>
            </a:r>
            <a:r>
              <a:rPr lang="ru-RU" sz="1200" kern="1200" dirty="0">
                <a:solidFill>
                  <a:schemeClr val="tx1"/>
                </a:solidFill>
                <a:effectLst/>
                <a:latin typeface="+mn-lt"/>
                <a:ea typeface="+mn-ea"/>
                <a:cs typeface="+mn-cs"/>
              </a:rPr>
              <a:t> В России существуют </a:t>
            </a:r>
            <a:r>
              <a:rPr lang="ru-RU" sz="1200" b="1" kern="1200" dirty="0">
                <a:solidFill>
                  <a:schemeClr val="tx1"/>
                </a:solidFill>
                <a:effectLst/>
                <a:latin typeface="+mn-lt"/>
                <a:ea typeface="+mn-ea"/>
                <a:cs typeface="+mn-cs"/>
              </a:rPr>
              <a:t>Перечни типовых документов с указанием сроков их хранения</a:t>
            </a:r>
            <a:r>
              <a:rPr lang="ru-RU" sz="1200" kern="1200" dirty="0">
                <a:solidFill>
                  <a:schemeClr val="tx1"/>
                </a:solidFill>
                <a:effectLst/>
                <a:latin typeface="+mn-lt"/>
                <a:ea typeface="+mn-ea"/>
                <a:cs typeface="+mn-cs"/>
              </a:rPr>
              <a:t>. Один из ключевых – Перечень типовых управленческих архивных документов, утвержденный Приказом Минкультуры РФ № 558 от 25.08.2010. Этот перечень содержит практически все виды документов, возникающие в деятельности органов власти и организаций, и устанавливает для них сроки хранения (в организациях и в архиве)</a:t>
            </a:r>
            <a:r>
              <a:rPr lang="ru-RU" sz="1200" kern="1200" dirty="0">
                <a:solidFill>
                  <a:schemeClr val="tx1"/>
                </a:solidFill>
                <a:effectLst/>
                <a:latin typeface="+mn-lt"/>
                <a:ea typeface="+mn-ea"/>
                <a:cs typeface="+mn-cs"/>
                <a:hlinkClick r:id="rId5"/>
              </a:rPr>
              <a:t>[53]</a:t>
            </a:r>
            <a:r>
              <a:rPr lang="ru-RU" sz="1200" kern="1200" dirty="0">
                <a:solidFill>
                  <a:schemeClr val="tx1"/>
                </a:solidFill>
                <a:effectLst/>
                <a:latin typeface="+mn-lt"/>
                <a:ea typeface="+mn-ea"/>
                <a:cs typeface="+mn-cs"/>
              </a:rPr>
              <a:t>. Например, приказы по основной деятельности часто подлежат постоянному хранению (они передаются в архив навечно), приказы по личному составу – 50 или 75 лет (в зависимости от даты создания документа)</a:t>
            </a:r>
            <a:r>
              <a:rPr lang="ru-RU" sz="1200" kern="1200" dirty="0">
                <a:solidFill>
                  <a:schemeClr val="tx1"/>
                </a:solidFill>
                <a:effectLst/>
                <a:latin typeface="+mn-lt"/>
                <a:ea typeface="+mn-ea"/>
                <a:cs typeface="+mn-cs"/>
                <a:hlinkClick r:id="rId6"/>
              </a:rPr>
              <a:t>[54]</a:t>
            </a:r>
            <a:r>
              <a:rPr lang="ru-RU" sz="1200" kern="1200" dirty="0">
                <a:solidFill>
                  <a:schemeClr val="tx1"/>
                </a:solidFill>
                <a:effectLst/>
                <a:latin typeface="+mn-lt"/>
                <a:ea typeface="+mn-ea"/>
                <a:cs typeface="+mn-cs"/>
              </a:rPr>
              <a:t>, бухгалтерские документы – 5 лет (если налоговым законодательством не предусмотрено дольше), обращения граждан – 5 лет и т.д. Документы временного (краткосрочного) хранения после утраты практической надобности могут уничтожаться по акту.</a:t>
            </a:r>
          </a:p>
          <a:p>
            <a:r>
              <a:rPr lang="ru-RU" sz="1200" kern="1200" dirty="0">
                <a:solidFill>
                  <a:schemeClr val="tx1"/>
                </a:solidFill>
                <a:effectLst/>
                <a:latin typeface="+mn-lt"/>
                <a:ea typeface="+mn-ea"/>
                <a:cs typeface="+mn-cs"/>
              </a:rPr>
              <a:t>Следует помнить, что закон устанавливает особые сроки хранения для некоторых категорий. Так, </a:t>
            </a:r>
            <a:r>
              <a:rPr lang="ru-RU" sz="1200" b="1" kern="1200" dirty="0">
                <a:solidFill>
                  <a:schemeClr val="tx1"/>
                </a:solidFill>
                <a:effectLst/>
                <a:latin typeface="+mn-lt"/>
                <a:ea typeface="+mn-ea"/>
                <a:cs typeface="+mn-cs"/>
              </a:rPr>
              <a:t>документы по личному составу</a:t>
            </a:r>
            <a:r>
              <a:rPr lang="ru-RU" sz="1200" kern="1200" dirty="0">
                <a:solidFill>
                  <a:schemeClr val="tx1"/>
                </a:solidFill>
                <a:effectLst/>
                <a:latin typeface="+mn-lt"/>
                <a:ea typeface="+mn-ea"/>
                <a:cs typeface="+mn-cs"/>
              </a:rPr>
              <a:t> (кадровые: приказы о приеме, личные карточки, платежные ведомости по зарплате и др.) должны храниться очень долго, поскольку затрагивают права граждан. В 2018 году в закон 125-ФЗ была добавлена ст. 22.1, устанавливающая что кадровые документы, законченные делопроизводством после 1 января 2003 г., хранятся </a:t>
            </a:r>
            <a:r>
              <a:rPr lang="ru-RU" sz="1200" b="1" kern="1200" dirty="0">
                <a:solidFill>
                  <a:schemeClr val="tx1"/>
                </a:solidFill>
                <a:effectLst/>
                <a:latin typeface="+mn-lt"/>
                <a:ea typeface="+mn-ea"/>
                <a:cs typeface="+mn-cs"/>
              </a:rPr>
              <a:t>50 лет</a:t>
            </a:r>
            <a:r>
              <a:rPr lang="ru-RU" sz="1200" kern="1200" dirty="0">
                <a:solidFill>
                  <a:schemeClr val="tx1"/>
                </a:solidFill>
                <a:effectLst/>
                <a:latin typeface="+mn-lt"/>
                <a:ea typeface="+mn-ea"/>
                <a:cs typeface="+mn-cs"/>
                <a:hlinkClick r:id="rId6"/>
              </a:rPr>
              <a:t>[54]</a:t>
            </a:r>
            <a:r>
              <a:rPr lang="ru-RU" sz="1200" kern="1200" dirty="0">
                <a:solidFill>
                  <a:schemeClr val="tx1"/>
                </a:solidFill>
                <a:effectLst/>
                <a:latin typeface="+mn-lt"/>
                <a:ea typeface="+mn-ea"/>
                <a:cs typeface="+mn-cs"/>
              </a:rPr>
              <a:t> (до 2003 г. – 75 лет). Эти сроки обусловлены необходимостью социально-правовой защиты работников (например, подтверждение стажа для пенсий).</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37</a:t>
            </a:fld>
            <a:endParaRPr lang="ru-RU"/>
          </a:p>
        </p:txBody>
      </p:sp>
    </p:spTree>
    <p:extLst>
      <p:ext uri="{BB962C8B-B14F-4D97-AF65-F5344CB8AC3E}">
        <p14:creationId xmlns:p14="http://schemas.microsoft.com/office/powerpoint/2010/main" val="33844536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После завершения делопроизводственного года (календарного года) служба делопроизводства проводит упорядочение документов: формирует дела согласно утвержденной </a:t>
            </a:r>
            <a:r>
              <a:rPr lang="ru-RU" sz="1200" b="1" kern="1200" dirty="0">
                <a:solidFill>
                  <a:schemeClr val="tx1"/>
                </a:solidFill>
                <a:effectLst/>
                <a:latin typeface="+mn-lt"/>
                <a:ea typeface="+mn-ea"/>
                <a:cs typeface="+mn-cs"/>
              </a:rPr>
              <a:t>номенклатуре дел</a:t>
            </a:r>
            <a:r>
              <a:rPr lang="ru-RU" sz="1200" kern="1200" dirty="0">
                <a:solidFill>
                  <a:schemeClr val="tx1"/>
                </a:solidFill>
                <a:effectLst/>
                <a:latin typeface="+mn-lt"/>
                <a:ea typeface="+mn-ea"/>
                <a:cs typeface="+mn-cs"/>
              </a:rPr>
              <a:t>, подшивает документы, составляет описи дел. Документы постоянного хранения и долговременного (свыше 10 лет) хранения передаются в архив организации (как правило, через 1–3 года после окончания дела)</a:t>
            </a:r>
            <a:r>
              <a:rPr lang="ru-RU" sz="1200" kern="1200" dirty="0">
                <a:solidFill>
                  <a:schemeClr val="tx1"/>
                </a:solidFill>
                <a:effectLst/>
                <a:latin typeface="+mn-lt"/>
                <a:ea typeface="+mn-ea"/>
                <a:cs typeface="+mn-cs"/>
                <a:hlinkClick r:id="rId3"/>
              </a:rPr>
              <a:t>[55]</a:t>
            </a:r>
            <a:r>
              <a:rPr lang="ru-RU" sz="1200" kern="1200" dirty="0">
                <a:solidFill>
                  <a:schemeClr val="tx1"/>
                </a:solidFill>
                <a:effectLst/>
                <a:latin typeface="+mn-lt"/>
                <a:ea typeface="+mn-ea"/>
                <a:cs typeface="+mn-cs"/>
              </a:rPr>
              <a:t>. В архиве органа документы хранятся до истечения сроков и далее передаются в соответствующий государственный архив (например, Центральный архив Москвы для столичных органов). Документы, не подлежащие постоянному хранению, по окончании сроков уничтожаются с соблюдением установленного порядка (составляется акт об уничтожении, который утверждает экспертная комиссия и руководитель).</a:t>
            </a:r>
          </a:p>
          <a:p>
            <a:r>
              <a:rPr lang="ru-RU" sz="1200" kern="1200" dirty="0">
                <a:solidFill>
                  <a:schemeClr val="tx1"/>
                </a:solidFill>
                <a:effectLst/>
                <a:latin typeface="+mn-lt"/>
                <a:ea typeface="+mn-ea"/>
                <a:cs typeface="+mn-cs"/>
              </a:rPr>
              <a:t>Современные системы электронного документооборота значительно облегчают задачу отбора документов на архивное хранение. Как указано в Правилах делопроизводства, информационные системы органов власти должны быть интегрированы с СЭД (системой электронного документооборота) с целью реализации функции отбора документов временных (свыше 10 лет хранения) и постоянного хранения для передачи в архив, а также выделения к уничтожению документов с истекшими сроками хранения</a:t>
            </a:r>
            <a:r>
              <a:rPr lang="ru-RU" sz="1200" kern="1200" dirty="0">
                <a:solidFill>
                  <a:schemeClr val="tx1"/>
                </a:solidFill>
                <a:effectLst/>
                <a:latin typeface="+mn-lt"/>
                <a:ea typeface="+mn-ea"/>
                <a:cs typeface="+mn-cs"/>
                <a:hlinkClick r:id="rId4"/>
              </a:rPr>
              <a:t>[56]</a:t>
            </a:r>
            <a:r>
              <a:rPr lang="ru-RU" sz="1200" kern="1200" dirty="0">
                <a:solidFill>
                  <a:schemeClr val="tx1"/>
                </a:solidFill>
                <a:effectLst/>
                <a:latin typeface="+mn-lt"/>
                <a:ea typeface="+mn-ea"/>
                <a:cs typeface="+mn-cs"/>
              </a:rPr>
              <a:t>. Проще говоря, система сама может напоминать о том, что, например, дело за 2015 год можно сдать в архив или уничтожить.</a:t>
            </a:r>
          </a:p>
          <a:p>
            <a:r>
              <a:rPr lang="ru-RU" sz="1200" b="1" kern="1200" dirty="0">
                <a:solidFill>
                  <a:schemeClr val="tx1"/>
                </a:solidFill>
                <a:effectLst/>
                <a:latin typeface="+mn-lt"/>
                <a:ea typeface="+mn-ea"/>
                <a:cs typeface="+mn-cs"/>
              </a:rPr>
              <a:t>Ответственность за нарушение правил хранения.</a:t>
            </a:r>
            <a:r>
              <a:rPr lang="ru-RU" sz="1200" kern="1200" dirty="0">
                <a:solidFill>
                  <a:schemeClr val="tx1"/>
                </a:solidFill>
                <a:effectLst/>
                <a:latin typeface="+mn-lt"/>
                <a:ea typeface="+mn-ea"/>
                <a:cs typeface="+mn-cs"/>
              </a:rPr>
              <a:t> Нельзя забывать, что нарушение установленных сроков хранения документов или порча, утрата архивных документов влечет ответственность. Должностные лица могут привлекаться к административной ответственности за нарушение законодательства об архивах. Поэтому на практике госслужащим важно соблюсти требования: не уничтожать документы ранее срока, сдавать дела в архив вовремя, не допускать утраты документов.</a:t>
            </a:r>
          </a:p>
          <a:p>
            <a:r>
              <a:rPr lang="ru-RU" sz="1200" kern="1200" dirty="0">
                <a:solidFill>
                  <a:schemeClr val="tx1"/>
                </a:solidFill>
                <a:effectLst/>
                <a:latin typeface="+mn-lt"/>
                <a:ea typeface="+mn-ea"/>
                <a:cs typeface="+mn-cs"/>
              </a:rPr>
              <a:t>Для органов исполнительной власти Москвы действует также местное законодательство об архивном деле. Например, распоряжениями Правительства Москвы утверждаются перечни документов, передаваемых на постоянное хранение в Главный архив столичного города, устанавливается порядок взаимодействия органов власти с городским архивом. Таким образом, федеральные требования конкретизируются на уровне города.</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38</a:t>
            </a:fld>
            <a:endParaRPr lang="ru-RU"/>
          </a:p>
        </p:txBody>
      </p:sp>
    </p:spTree>
    <p:extLst>
      <p:ext uri="{BB962C8B-B14F-4D97-AF65-F5344CB8AC3E}">
        <p14:creationId xmlns:p14="http://schemas.microsoft.com/office/powerpoint/2010/main" val="18774958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Обращения граждан</a:t>
            </a:r>
            <a:r>
              <a:rPr lang="ru-RU" sz="1200" kern="1200" dirty="0">
                <a:solidFill>
                  <a:schemeClr val="tx1"/>
                </a:solidFill>
                <a:effectLst/>
                <a:latin typeface="+mn-lt"/>
                <a:ea typeface="+mn-ea"/>
                <a:cs typeface="+mn-cs"/>
              </a:rPr>
              <a:t> – особая категория документов, с которыми регулярно работают органы власти. К обращениям граждан относятся предложения, заявления и жалобы, направленные в государственные органы, органы местного самоуправления или должностным лицам как в письменной форме (на бумаге), так и в форме электронного документа</a:t>
            </a:r>
            <a:r>
              <a:rPr lang="ru-RU" sz="1200" kern="1200" dirty="0">
                <a:solidFill>
                  <a:schemeClr val="tx1"/>
                </a:solidFill>
                <a:effectLst/>
                <a:latin typeface="+mn-lt"/>
                <a:ea typeface="+mn-ea"/>
                <a:cs typeface="+mn-cs"/>
                <a:hlinkClick r:id="rId3"/>
              </a:rPr>
              <a:t>[57]</a:t>
            </a:r>
            <a:r>
              <a:rPr lang="ru-RU" sz="1200" kern="1200" dirty="0">
                <a:solidFill>
                  <a:schemeClr val="tx1"/>
                </a:solidFill>
                <a:effectLst/>
                <a:latin typeface="+mn-lt"/>
                <a:ea typeface="+mn-ea"/>
                <a:cs typeface="+mn-cs"/>
              </a:rPr>
              <a:t>. Порядок работы с такими обращениями регламентирован Федеральным законом от 02.05.2006 г. № 59-ФЗ «О порядке рассмотрения обращений граждан Российской Федерации». Для московских органов власти также могут издаваться дополнительные регламенты, но они не противоречат федеральному закону.</a:t>
            </a:r>
          </a:p>
          <a:p>
            <a:r>
              <a:rPr lang="ru-RU" sz="1200" b="1" kern="1200" dirty="0">
                <a:solidFill>
                  <a:schemeClr val="tx1"/>
                </a:solidFill>
                <a:effectLst/>
                <a:latin typeface="+mn-lt"/>
                <a:ea typeface="+mn-ea"/>
                <a:cs typeface="+mn-cs"/>
              </a:rPr>
              <a:t>Регистрация и рассмотрение обращений.</a:t>
            </a:r>
            <a:r>
              <a:rPr lang="ru-RU" sz="1200" kern="1200" dirty="0">
                <a:solidFill>
                  <a:schemeClr val="tx1"/>
                </a:solidFill>
                <a:effectLst/>
                <a:latin typeface="+mn-lt"/>
                <a:ea typeface="+mn-ea"/>
                <a:cs typeface="+mn-cs"/>
              </a:rPr>
              <a:t> Все письменные обращения, поступившие в орган, подлежат обязательной регистрации. Согласно закону, обращение регистрируется в течение </a:t>
            </a:r>
            <a:r>
              <a:rPr lang="ru-RU" sz="1200" b="1" kern="1200" dirty="0">
                <a:solidFill>
                  <a:schemeClr val="tx1"/>
                </a:solidFill>
                <a:effectLst/>
                <a:latin typeface="+mn-lt"/>
                <a:ea typeface="+mn-ea"/>
                <a:cs typeface="+mn-cs"/>
              </a:rPr>
              <a:t>3 дней</a:t>
            </a:r>
            <a:r>
              <a:rPr lang="ru-RU" sz="1200" kern="1200" dirty="0">
                <a:solidFill>
                  <a:schemeClr val="tx1"/>
                </a:solidFill>
                <a:effectLst/>
                <a:latin typeface="+mn-lt"/>
                <a:ea typeface="+mn-ea"/>
                <a:cs typeface="+mn-cs"/>
              </a:rPr>
              <a:t> с момента поступления в организацию (если оно поступило по почте, через приемную или по официальным каналам)</a:t>
            </a:r>
            <a:r>
              <a:rPr lang="ru-RU" sz="1200" kern="1200" dirty="0">
                <a:solidFill>
                  <a:schemeClr val="tx1"/>
                </a:solidFill>
                <a:effectLst/>
                <a:latin typeface="+mn-lt"/>
                <a:ea typeface="+mn-ea"/>
                <a:cs typeface="+mn-cs"/>
                <a:hlinkClick r:id="rId4"/>
              </a:rPr>
              <a:t>[58]</a:t>
            </a:r>
            <a:r>
              <a:rPr lang="ru-RU" sz="1200" kern="1200" dirty="0">
                <a:solidFill>
                  <a:schemeClr val="tx1"/>
                </a:solidFill>
                <a:effectLst/>
                <a:latin typeface="+mn-lt"/>
                <a:ea typeface="+mn-ea"/>
                <a:cs typeface="+mn-cs"/>
              </a:rPr>
              <a:t>. После регистрации обращение передается на рассмотрение руководству или уполномоченному должностному лицу, которое накладывает резолюцию – назначает исполнителя(ей) и при необходимости определяет срок подготовки ответа.</a:t>
            </a:r>
          </a:p>
          <a:p>
            <a:r>
              <a:rPr lang="ru-RU" sz="1200" b="1" kern="1200" dirty="0">
                <a:solidFill>
                  <a:schemeClr val="tx1"/>
                </a:solidFill>
                <a:effectLst/>
                <a:latin typeface="+mn-lt"/>
                <a:ea typeface="+mn-ea"/>
                <a:cs typeface="+mn-cs"/>
              </a:rPr>
              <a:t>Сроки ответа на обращения.</a:t>
            </a:r>
            <a:r>
              <a:rPr lang="ru-RU" sz="1200" kern="1200" dirty="0">
                <a:solidFill>
                  <a:schemeClr val="tx1"/>
                </a:solidFill>
                <a:effectLst/>
                <a:latin typeface="+mn-lt"/>
                <a:ea typeface="+mn-ea"/>
                <a:cs typeface="+mn-cs"/>
              </a:rPr>
              <a:t> Федеральный закон устанавливает четкие сроки, в течение которых должно быть дано ответное решение по обращению. </a:t>
            </a:r>
            <a:r>
              <a:rPr lang="ru-RU" sz="1200" b="1" kern="1200" dirty="0">
                <a:solidFill>
                  <a:schemeClr val="tx1"/>
                </a:solidFill>
                <a:effectLst/>
                <a:latin typeface="+mn-lt"/>
                <a:ea typeface="+mn-ea"/>
                <a:cs typeface="+mn-cs"/>
              </a:rPr>
              <a:t>Письменное обращение гражданина рассматривается в течение 30 дней со дня регистрации</a:t>
            </a:r>
            <a:r>
              <a:rPr lang="ru-RU" sz="1200" kern="1200" dirty="0">
                <a:solidFill>
                  <a:schemeClr val="tx1"/>
                </a:solidFill>
                <a:effectLst/>
                <a:latin typeface="+mn-lt"/>
                <a:ea typeface="+mn-ea"/>
                <a:cs typeface="+mn-cs"/>
              </a:rPr>
              <a:t> в органе власти</a:t>
            </a:r>
            <a:r>
              <a:rPr lang="ru-RU" sz="1200" kern="1200" dirty="0">
                <a:solidFill>
                  <a:schemeClr val="tx1"/>
                </a:solidFill>
                <a:effectLst/>
                <a:latin typeface="+mn-lt"/>
                <a:ea typeface="+mn-ea"/>
                <a:cs typeface="+mn-cs"/>
                <a:hlinkClick r:id="rId5"/>
              </a:rPr>
              <a:t>[59]</a:t>
            </a:r>
            <a:r>
              <a:rPr lang="ru-RU" sz="1200" kern="1200" dirty="0">
                <a:solidFill>
                  <a:schemeClr val="tx1"/>
                </a:solidFill>
                <a:effectLst/>
                <a:latin typeface="+mn-lt"/>
                <a:ea typeface="+mn-ea"/>
                <a:cs typeface="+mn-cs"/>
              </a:rPr>
              <a:t>. Это общий срок, применимый к большинству обращений. Он отсчитывается именно с даты регистрации, что подчеркивает важность своевременной регистрации. В некоторых случаях законом предусмотрены сокращенные сроки. Например, обращения, содержащие сведения о нарушениях законодательства в сфере миграции, поступившие высшему должностному лицу субъекта РФ, рассматриваются в течение 20 дней</a:t>
            </a:r>
            <a:r>
              <a:rPr lang="ru-RU" sz="1200" kern="1200" dirty="0">
                <a:solidFill>
                  <a:schemeClr val="tx1"/>
                </a:solidFill>
                <a:effectLst/>
                <a:latin typeface="+mn-lt"/>
                <a:ea typeface="+mn-ea"/>
                <a:cs typeface="+mn-cs"/>
                <a:hlinkClick r:id="rId6"/>
              </a:rPr>
              <a:t>[60]</a:t>
            </a:r>
            <a:r>
              <a:rPr lang="ru-RU" sz="1200" kern="1200" dirty="0">
                <a:solidFill>
                  <a:schemeClr val="tx1"/>
                </a:solidFill>
                <a:effectLst/>
                <a:latin typeface="+mn-lt"/>
                <a:ea typeface="+mn-ea"/>
                <a:cs typeface="+mn-cs"/>
              </a:rPr>
              <a:t>. Также есть отдельные нормы для обращений, связанных с выборами, с судебными решениями (такие обращения могут возвращаться без рассмотрения, если пытаются обжаловать судебные акты).</a:t>
            </a:r>
          </a:p>
          <a:p>
            <a:r>
              <a:rPr lang="ru-RU" sz="1200" kern="1200" dirty="0">
                <a:solidFill>
                  <a:schemeClr val="tx1"/>
                </a:solidFill>
                <a:effectLst/>
                <a:latin typeface="+mn-lt"/>
                <a:ea typeface="+mn-ea"/>
                <a:cs typeface="+mn-cs"/>
              </a:rPr>
              <a:t>Если за 30 дней вопрос не может быть решен (например, требуется дополнительное изучение или проверка), закон допускает </a:t>
            </a:r>
            <a:r>
              <a:rPr lang="ru-RU" sz="1200" b="1" kern="1200" dirty="0">
                <a:solidFill>
                  <a:schemeClr val="tx1"/>
                </a:solidFill>
                <a:effectLst/>
                <a:latin typeface="+mn-lt"/>
                <a:ea typeface="+mn-ea"/>
                <a:cs typeface="+mn-cs"/>
              </a:rPr>
              <a:t>продление срока рассмотрения</a:t>
            </a:r>
            <a:r>
              <a:rPr lang="ru-RU" sz="1200" kern="1200" dirty="0">
                <a:solidFill>
                  <a:schemeClr val="tx1"/>
                </a:solidFill>
                <a:effectLst/>
                <a:latin typeface="+mn-lt"/>
                <a:ea typeface="+mn-ea"/>
                <a:cs typeface="+mn-cs"/>
              </a:rPr>
              <a:t>, но не более чем еще на 30 дней, и при условии обязательного уведомления гражданина о причинах продления</a:t>
            </a:r>
            <a:r>
              <a:rPr lang="ru-RU" sz="1200" kern="1200" dirty="0">
                <a:solidFill>
                  <a:schemeClr val="tx1"/>
                </a:solidFill>
                <a:effectLst/>
                <a:latin typeface="+mn-lt"/>
                <a:ea typeface="+mn-ea"/>
                <a:cs typeface="+mn-cs"/>
                <a:hlinkClick r:id="rId7"/>
              </a:rPr>
              <a:t>[61]</a:t>
            </a:r>
            <a:r>
              <a:rPr lang="ru-RU" sz="1200" kern="1200" dirty="0">
                <a:solidFill>
                  <a:schemeClr val="tx1"/>
                </a:solidFill>
                <a:effectLst/>
                <a:latin typeface="+mn-lt"/>
                <a:ea typeface="+mn-ea"/>
                <a:cs typeface="+mn-cs"/>
              </a:rPr>
              <a:t>. Такое продление должно быть оформлено официальным письмом за подписью руководителя органа.</a:t>
            </a:r>
          </a:p>
          <a:p>
            <a:r>
              <a:rPr lang="ru-RU" sz="1200" b="1" kern="1200" dirty="0">
                <a:solidFill>
                  <a:schemeClr val="tx1"/>
                </a:solidFill>
                <a:effectLst/>
                <a:latin typeface="+mn-lt"/>
                <a:ea typeface="+mn-ea"/>
                <a:cs typeface="+mn-cs"/>
              </a:rPr>
              <a:t>Перенаправление и оставление без ответа.</a:t>
            </a:r>
            <a:r>
              <a:rPr lang="ru-RU" sz="1200" kern="1200" dirty="0">
                <a:solidFill>
                  <a:schemeClr val="tx1"/>
                </a:solidFill>
                <a:effectLst/>
                <a:latin typeface="+mn-lt"/>
                <a:ea typeface="+mn-ea"/>
                <a:cs typeface="+mn-cs"/>
              </a:rPr>
              <a:t> Если обращение содержит вопросы, не входящие в компетенцию данного органа, </a:t>
            </a:r>
            <a:r>
              <a:rPr lang="ru-RU" sz="1200" b="1" kern="1200" dirty="0">
                <a:solidFill>
                  <a:schemeClr val="tx1"/>
                </a:solidFill>
                <a:effectLst/>
                <a:latin typeface="+mn-lt"/>
                <a:ea typeface="+mn-ea"/>
                <a:cs typeface="+mn-cs"/>
              </a:rPr>
              <a:t>в течение 7 дней со дня регистрации</a:t>
            </a:r>
            <a:r>
              <a:rPr lang="ru-RU" sz="1200" kern="1200" dirty="0">
                <a:solidFill>
                  <a:schemeClr val="tx1"/>
                </a:solidFill>
                <a:effectLst/>
                <a:latin typeface="+mn-lt"/>
                <a:ea typeface="+mn-ea"/>
                <a:cs typeface="+mn-cs"/>
              </a:rPr>
              <a:t> оно должно быть переадресовано в соответствующий уполномоченный орган, о чем уведомляется обратившийся гражданин</a:t>
            </a:r>
            <a:r>
              <a:rPr lang="ru-RU" sz="1200" kern="1200" dirty="0">
                <a:solidFill>
                  <a:schemeClr val="tx1"/>
                </a:solidFill>
                <a:effectLst/>
                <a:latin typeface="+mn-lt"/>
                <a:ea typeface="+mn-ea"/>
                <a:cs typeface="+mn-cs"/>
                <a:hlinkClick r:id="rId8"/>
              </a:rPr>
              <a:t>[62]</a:t>
            </a:r>
            <a:r>
              <a:rPr lang="ru-RU" sz="1200" kern="1200" dirty="0">
                <a:solidFill>
                  <a:schemeClr val="tx1"/>
                </a:solidFill>
                <a:effectLst/>
                <a:latin typeface="+mn-lt"/>
                <a:ea typeface="+mn-ea"/>
                <a:cs typeface="+mn-cs"/>
              </a:rPr>
              <a:t>. Это важно: гражданин не должен сам выяснять, куда ему писать – если адресовал не по адресу, орган власти обязан переслать его обращение по подведомственности. Если же обращение не содержит сведений о самом гражданине (фамилии или почтового/</a:t>
            </a:r>
            <a:r>
              <a:rPr lang="ru-RU" sz="1200" kern="1200" dirty="0" err="1">
                <a:solidFill>
                  <a:schemeClr val="tx1"/>
                </a:solidFill>
                <a:effectLst/>
                <a:latin typeface="+mn-lt"/>
                <a:ea typeface="+mn-ea"/>
                <a:cs typeface="+mn-cs"/>
              </a:rPr>
              <a:t>email</a:t>
            </a:r>
            <a:r>
              <a:rPr lang="ru-RU" sz="1200" kern="1200" dirty="0">
                <a:solidFill>
                  <a:schemeClr val="tx1"/>
                </a:solidFill>
                <a:effectLst/>
                <a:latin typeface="+mn-lt"/>
                <a:ea typeface="+mn-ea"/>
                <a:cs typeface="+mn-cs"/>
              </a:rPr>
              <a:t> адреса), либо текст не поддается прочтению, либо содержит нецензурные выражения и угрозы – закон позволяет оставить такое обращение без ответа, сообщив об этом заявителю (при возможности).</a:t>
            </a:r>
          </a:p>
          <a:p>
            <a:r>
              <a:rPr lang="ru-RU" sz="1200" b="1" kern="1200" dirty="0">
                <a:solidFill>
                  <a:schemeClr val="tx1"/>
                </a:solidFill>
                <a:effectLst/>
                <a:latin typeface="+mn-lt"/>
                <a:ea typeface="+mn-ea"/>
                <a:cs typeface="+mn-cs"/>
              </a:rPr>
              <a:t>Документирование и учет обращений.</a:t>
            </a:r>
            <a:r>
              <a:rPr lang="ru-RU" sz="1200" kern="1200" dirty="0">
                <a:solidFill>
                  <a:schemeClr val="tx1"/>
                </a:solidFill>
                <a:effectLst/>
                <a:latin typeface="+mn-lt"/>
                <a:ea typeface="+mn-ea"/>
                <a:cs typeface="+mn-cs"/>
              </a:rPr>
              <a:t> Обращения граждан учитываются особо. Как правило, в делопроизводстве ведется отдельный журнал или электронный реестр обращений граждан. Каждому присваивается индекс, отличающийся от обычной корреспонденции (например, пометка «г» или «ОГ» – обращение граждан). Ответы на обращения также регистрируются и связаны в системе с исходными обращениями. Закон № 59-ФЗ требует, чтобы при направлении ответа были указаны номер и дата первоначального обращения.</a:t>
            </a:r>
          </a:p>
          <a:p>
            <a:r>
              <a:rPr lang="ru-RU" sz="1200" b="1" kern="1200" dirty="0">
                <a:solidFill>
                  <a:schemeClr val="tx1"/>
                </a:solidFill>
                <a:effectLst/>
                <a:latin typeface="+mn-lt"/>
                <a:ea typeface="+mn-ea"/>
                <a:cs typeface="+mn-cs"/>
              </a:rPr>
              <a:t>Требования к ответам на обращения.</a:t>
            </a:r>
            <a:r>
              <a:rPr lang="ru-RU" sz="1200" kern="1200" dirty="0">
                <a:solidFill>
                  <a:schemeClr val="tx1"/>
                </a:solidFill>
                <a:effectLst/>
                <a:latin typeface="+mn-lt"/>
                <a:ea typeface="+mn-ea"/>
                <a:cs typeface="+mn-cs"/>
              </a:rPr>
              <a:t> Ответ гражданину должен быть мотивированным и по существу поставленных вопросов. Недопустимо отписки или формальные ответы без рассмотрения сути проблемы – это может повлечь обжалование бездействия органа. Если по обращению принято положительное решение – это реализуется (например, удовлетворена просьба, приняты меры по жалобе). Если в удовлетворении обращения отказано – гражданину разъясняются причины отказа и порядок обжалования. В конце письма-ответа обычно стоит подпись руководителя или уполномоченного лица.</a:t>
            </a:r>
          </a:p>
          <a:p>
            <a:r>
              <a:rPr lang="ru-RU" sz="1200" kern="1200" dirty="0">
                <a:solidFill>
                  <a:schemeClr val="tx1"/>
                </a:solidFill>
                <a:effectLst/>
                <a:latin typeface="+mn-lt"/>
                <a:ea typeface="+mn-ea"/>
                <a:cs typeface="+mn-cs"/>
              </a:rPr>
              <a:t>Важно отметить, что </a:t>
            </a:r>
            <a:r>
              <a:rPr lang="ru-RU" sz="1200" b="1" kern="1200" dirty="0">
                <a:solidFill>
                  <a:schemeClr val="tx1"/>
                </a:solidFill>
                <a:effectLst/>
                <a:latin typeface="+mn-lt"/>
                <a:ea typeface="+mn-ea"/>
                <a:cs typeface="+mn-cs"/>
              </a:rPr>
              <a:t>обращения граждан – под особым контролем</a:t>
            </a:r>
            <a:r>
              <a:rPr lang="ru-RU" sz="1200" kern="1200" dirty="0">
                <a:solidFill>
                  <a:schemeClr val="tx1"/>
                </a:solidFill>
                <a:effectLst/>
                <a:latin typeface="+mn-lt"/>
                <a:ea typeface="+mn-ea"/>
                <a:cs typeface="+mn-cs"/>
              </a:rPr>
              <a:t>. Часто руководители устанавливают контрольные сроки еще более жесткие, чем закон (например, требуя подготовить проект ответа за 15 дней, чтобы осталось время на доработку и подписание). В Москве, например, действует система учета обращений населения, где каждое обращение на контроле у правительства города. Невыполнение сроков ответа рассматривается как дисциплинарное упущение.</a:t>
            </a:r>
          </a:p>
          <a:p>
            <a:r>
              <a:rPr lang="ru-RU" sz="1200" b="1" kern="1200" dirty="0">
                <a:solidFill>
                  <a:schemeClr val="tx1"/>
                </a:solidFill>
                <a:effectLst/>
                <a:latin typeface="+mn-lt"/>
                <a:ea typeface="+mn-ea"/>
                <a:cs typeface="+mn-cs"/>
              </a:rPr>
              <a:t>Личный прием и электронные обращения.</a:t>
            </a:r>
            <a:r>
              <a:rPr lang="ru-RU" sz="1200" kern="1200" dirty="0">
                <a:solidFill>
                  <a:schemeClr val="tx1"/>
                </a:solidFill>
                <a:effectLst/>
                <a:latin typeface="+mn-lt"/>
                <a:ea typeface="+mn-ea"/>
                <a:cs typeface="+mn-cs"/>
              </a:rPr>
              <a:t> Закон 59-ФЗ также регламентирует личный прием граждан (ст. 13) – по итогам приема также составляется запись обращения и дается письменный ответ, если вопрос требует проработки. Сейчас много обращений поступает через электронные приемные на сайтах органов власти, через портал «Госуслуги» и пр. Электронные обращения приравнены к письменным и рассматриваются в те же сроки (ответ может быть дан в электронном виде, если гражданин не просит иного). Органы власти Москвы активно используют портал «Наш город» и другие сервисы для взаимодействия с жителями – эти каналы также попадают под общие требования закона об обращениях.</a:t>
            </a:r>
          </a:p>
          <a:p>
            <a:r>
              <a:rPr lang="ru-RU" sz="1200" kern="1200" dirty="0">
                <a:solidFill>
                  <a:schemeClr val="tx1"/>
                </a:solidFill>
                <a:effectLst/>
                <a:latin typeface="+mn-lt"/>
                <a:ea typeface="+mn-ea"/>
                <a:cs typeface="+mn-cs"/>
              </a:rPr>
              <a:t>Подводя итог: работа с обращениями граждан требует от делопроизводителя особого внимания – соблюдения сроков, корректности в общении, тщательного документирования. Ведь реагирование на обращения – одна из важнейших функций государственной власти, напрямую влияющая на доверие граждан.</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39</a:t>
            </a:fld>
            <a:endParaRPr lang="ru-RU"/>
          </a:p>
        </p:txBody>
      </p:sp>
    </p:spTree>
    <p:extLst>
      <p:ext uri="{BB962C8B-B14F-4D97-AF65-F5344CB8AC3E}">
        <p14:creationId xmlns:p14="http://schemas.microsoft.com/office/powerpoint/2010/main" val="30097830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При ведении делопроизводства государственные органы неизбежно работают с </a:t>
            </a:r>
            <a:r>
              <a:rPr lang="ru-RU" sz="1200" b="1" kern="1200" dirty="0">
                <a:solidFill>
                  <a:schemeClr val="tx1"/>
                </a:solidFill>
                <a:effectLst/>
                <a:latin typeface="+mn-lt"/>
                <a:ea typeface="+mn-ea"/>
                <a:cs typeface="+mn-cs"/>
              </a:rPr>
              <a:t>персональными данными</a:t>
            </a:r>
            <a:r>
              <a:rPr lang="ru-RU" sz="1200" kern="1200" dirty="0">
                <a:solidFill>
                  <a:schemeClr val="tx1"/>
                </a:solidFill>
                <a:effectLst/>
                <a:latin typeface="+mn-lt"/>
                <a:ea typeface="+mn-ea"/>
                <a:cs typeface="+mn-cs"/>
              </a:rPr>
              <a:t> – будь то сведения о гражданах, сотрудниках, заявителях. Федеральный закон № 152-ФЗ «О персональных данных» регулирует порядок сбора, хранения, использования и защиты персональных данных. Каждый госслужащий должен знать основные требования этого закона, чтобы не нарушить права субъектов данных.</a:t>
            </a:r>
          </a:p>
          <a:p>
            <a:r>
              <a:rPr lang="ru-RU" sz="1200" b="1" kern="1200" dirty="0">
                <a:solidFill>
                  <a:schemeClr val="tx1"/>
                </a:solidFill>
                <a:effectLst/>
                <a:latin typeface="+mn-lt"/>
                <a:ea typeface="+mn-ea"/>
                <a:cs typeface="+mn-cs"/>
              </a:rPr>
              <a:t>Понятие персональных данных.</a:t>
            </a:r>
            <a:r>
              <a:rPr lang="ru-RU" sz="1200" kern="1200" dirty="0">
                <a:solidFill>
                  <a:schemeClr val="tx1"/>
                </a:solidFill>
                <a:effectLst/>
                <a:latin typeface="+mn-lt"/>
                <a:ea typeface="+mn-ea"/>
                <a:cs typeface="+mn-cs"/>
              </a:rPr>
              <a:t> Закон определяет персональные данные как </a:t>
            </a:r>
            <a:r>
              <a:rPr lang="ru-RU" sz="1200" b="1" kern="1200" dirty="0">
                <a:solidFill>
                  <a:schemeClr val="tx1"/>
                </a:solidFill>
                <a:effectLst/>
                <a:latin typeface="+mn-lt"/>
                <a:ea typeface="+mn-ea"/>
                <a:cs typeface="+mn-cs"/>
              </a:rPr>
              <a:t>любую информацию, относящуюся прямо или косвенно к определенному или определяемому физическому лицу (субъекту персональных данных)</a:t>
            </a:r>
            <a:r>
              <a:rPr lang="ru-RU" sz="1200" kern="1200" dirty="0">
                <a:solidFill>
                  <a:schemeClr val="tx1"/>
                </a:solidFill>
                <a:effectLst/>
                <a:latin typeface="+mn-lt"/>
                <a:ea typeface="+mn-ea"/>
                <a:cs typeface="+mn-cs"/>
                <a:hlinkClick r:id="rId3"/>
              </a:rPr>
              <a:t>[63]</a:t>
            </a:r>
            <a:r>
              <a:rPr lang="ru-RU" sz="1200" kern="1200" dirty="0">
                <a:solidFill>
                  <a:schemeClr val="tx1"/>
                </a:solidFill>
                <a:effectLst/>
                <a:latin typeface="+mn-lt"/>
                <a:ea typeface="+mn-ea"/>
                <a:cs typeface="+mn-cs"/>
              </a:rPr>
              <a:t>. То есть это не только паспортные сведения или адрес, но и, например, номер телефона, адрес электронной почты, сведения о доходах, семейном положении, биографии – все, что можно связать с конкретным человеком. В делопроизводстве персональные данные содержатся в самых разных документах: кадровые документы (личные дела, приказы о приеме – там ФИО, СНИЛС, биография и т.д.), обращения граждан (ФИО, адрес, иногда информация о личной ситуации), договоры (ПД контрагентов-физлиц), списки на совещания, пропуска и пр.</a:t>
            </a:r>
          </a:p>
          <a:p>
            <a:r>
              <a:rPr lang="ru-RU" sz="1200" b="1" kern="1200" dirty="0">
                <a:solidFill>
                  <a:schemeClr val="tx1"/>
                </a:solidFill>
                <a:effectLst/>
                <a:latin typeface="+mn-lt"/>
                <a:ea typeface="+mn-ea"/>
                <a:cs typeface="+mn-cs"/>
              </a:rPr>
              <a:t>Принципы работы с персональными данными.</a:t>
            </a:r>
            <a:r>
              <a:rPr lang="ru-RU" sz="1200" kern="1200" dirty="0">
                <a:solidFill>
                  <a:schemeClr val="tx1"/>
                </a:solidFill>
                <a:effectLst/>
                <a:latin typeface="+mn-lt"/>
                <a:ea typeface="+mn-ea"/>
                <a:cs typeface="+mn-cs"/>
              </a:rPr>
              <a:t> Закон 152-ФЗ устанавливает ряд принципов: законность целей обработки, минимизация собираемых данных, ограничение сроков хранения, обновление данных, конфиденциальность и безопасность. Для госорганов особенно важно соблюдать </a:t>
            </a:r>
            <a:r>
              <a:rPr lang="ru-RU" sz="1200" b="1" kern="1200" dirty="0">
                <a:solidFill>
                  <a:schemeClr val="tx1"/>
                </a:solidFill>
                <a:effectLst/>
                <a:latin typeface="+mn-lt"/>
                <a:ea typeface="+mn-ea"/>
                <a:cs typeface="+mn-cs"/>
              </a:rPr>
              <a:t>конфиденциальность персональных данных</a:t>
            </a:r>
            <a:r>
              <a:rPr lang="ru-RU" sz="1200" kern="1200" dirty="0">
                <a:solidFill>
                  <a:schemeClr val="tx1"/>
                </a:solidFill>
                <a:effectLst/>
                <a:latin typeface="+mn-lt"/>
                <a:ea typeface="+mn-ea"/>
                <a:cs typeface="+mn-cs"/>
              </a:rPr>
              <a:t>. Статья 7 закона прямо указывает: операторы и иные лица, получившие доступ к персональным данным, обязаны </a:t>
            </a:r>
            <a:r>
              <a:rPr lang="ru-RU" sz="1200" b="1" kern="1200" dirty="0">
                <a:solidFill>
                  <a:schemeClr val="tx1"/>
                </a:solidFill>
                <a:effectLst/>
                <a:latin typeface="+mn-lt"/>
                <a:ea typeface="+mn-ea"/>
                <a:cs typeface="+mn-cs"/>
              </a:rPr>
              <a:t>не раскрывать и не распространять</a:t>
            </a:r>
            <a:r>
              <a:rPr lang="ru-RU" sz="1200" kern="1200" dirty="0">
                <a:solidFill>
                  <a:schemeClr val="tx1"/>
                </a:solidFill>
                <a:effectLst/>
                <a:latin typeface="+mn-lt"/>
                <a:ea typeface="+mn-ea"/>
                <a:cs typeface="+mn-cs"/>
              </a:rPr>
              <a:t> их третьим лицам без согласия субъекта, если иное не предусмотрено федеральным законом</a:t>
            </a:r>
            <a:r>
              <a:rPr lang="ru-RU" sz="1200" kern="1200" dirty="0">
                <a:solidFill>
                  <a:schemeClr val="tx1"/>
                </a:solidFill>
                <a:effectLst/>
                <a:latin typeface="+mn-lt"/>
                <a:ea typeface="+mn-ea"/>
                <a:cs typeface="+mn-cs"/>
                <a:hlinkClick r:id="rId4"/>
              </a:rPr>
              <a:t>[64]</a:t>
            </a:r>
            <a:r>
              <a:rPr lang="ru-RU" sz="1200" kern="1200" dirty="0">
                <a:solidFill>
                  <a:schemeClr val="tx1"/>
                </a:solidFill>
                <a:effectLst/>
                <a:latin typeface="+mn-lt"/>
                <a:ea typeface="+mn-ea"/>
                <a:cs typeface="+mn-cs"/>
              </a:rPr>
              <a:t>. Например, если гражданин направил обращение, в котором указал свой адрес и телефон, орган власти не имеет права публиковать или передавать эти сведения кому-либо еще (кроме случаев, когда этого требует закон, например, запрос в другой орган по компетенции).</a:t>
            </a:r>
          </a:p>
          <a:p>
            <a:r>
              <a:rPr lang="ru-RU" sz="1200" b="1" kern="1200" dirty="0">
                <a:solidFill>
                  <a:schemeClr val="tx1"/>
                </a:solidFill>
                <a:effectLst/>
                <a:latin typeface="+mn-lt"/>
                <a:ea typeface="+mn-ea"/>
                <a:cs typeface="+mn-cs"/>
              </a:rPr>
              <a:t>Меры по защите персональных данных.</a:t>
            </a:r>
            <a:r>
              <a:rPr lang="ru-RU" sz="1200" kern="1200" dirty="0">
                <a:solidFill>
                  <a:schemeClr val="tx1"/>
                </a:solidFill>
                <a:effectLst/>
                <a:latin typeface="+mn-lt"/>
                <a:ea typeface="+mn-ea"/>
                <a:cs typeface="+mn-cs"/>
              </a:rPr>
              <a:t> Органы власти выступают операторами персональных данных и должны принимать организационные и технические меры для их защиты (ст. 18–19 закона). На практике это означает: ограничение доступа к документам с персональными данными (например, личные дела хранятся в закрытых шкафах или защищенных системах), использование паролей и шифрования в электронных системах, обучение сотрудников правилам обращения с ПД. В Москве, как и по всей РФ, действуют государственные информационные системы (ГИС), в которых обрабатываются ПД – они сертифицируются по требованиям безопасности (например, система электронного документа оборота должна соответствовать требованиям по защите информации).</a:t>
            </a:r>
          </a:p>
          <a:p>
            <a:r>
              <a:rPr lang="ru-RU" sz="1200" b="1" kern="1200" dirty="0">
                <a:solidFill>
                  <a:schemeClr val="tx1"/>
                </a:solidFill>
                <a:effectLst/>
                <a:latin typeface="+mn-lt"/>
                <a:ea typeface="+mn-ea"/>
                <a:cs typeface="+mn-cs"/>
              </a:rPr>
              <a:t>Обработка персональных данных в делопроизводстве.</a:t>
            </a:r>
            <a:r>
              <a:rPr lang="ru-RU" sz="1200" kern="1200" dirty="0">
                <a:solidFill>
                  <a:schemeClr val="tx1"/>
                </a:solidFill>
                <a:effectLst/>
                <a:latin typeface="+mn-lt"/>
                <a:ea typeface="+mn-ea"/>
                <a:cs typeface="+mn-cs"/>
              </a:rPr>
              <a:t> При составлении документов важно учитывать требования закона. Вот несколько практических правил для госслужащего: - </a:t>
            </a:r>
            <a:r>
              <a:rPr lang="ru-RU" sz="1200" b="1" kern="1200" dirty="0">
                <a:solidFill>
                  <a:schemeClr val="tx1"/>
                </a:solidFill>
                <a:effectLst/>
                <a:latin typeface="+mn-lt"/>
                <a:ea typeface="+mn-ea"/>
                <a:cs typeface="+mn-cs"/>
              </a:rPr>
              <a:t>Сбор только необходимых данных.</a:t>
            </a:r>
            <a:r>
              <a:rPr lang="ru-RU" sz="1200" kern="1200" dirty="0">
                <a:solidFill>
                  <a:schemeClr val="tx1"/>
                </a:solidFill>
                <a:effectLst/>
                <a:latin typeface="+mn-lt"/>
                <a:ea typeface="+mn-ea"/>
                <a:cs typeface="+mn-cs"/>
              </a:rPr>
              <a:t> Не следует включать в документы лишние персональные сведения. Например, в переписке с гражданином достаточно указать его ФИО и адрес, не нужно упоминать его ИНН или национальность, если это не относится к делу. - </a:t>
            </a:r>
            <a:r>
              <a:rPr lang="ru-RU" sz="1200" b="1" kern="1200" dirty="0">
                <a:solidFill>
                  <a:schemeClr val="tx1"/>
                </a:solidFill>
                <a:effectLst/>
                <a:latin typeface="+mn-lt"/>
                <a:ea typeface="+mn-ea"/>
                <a:cs typeface="+mn-cs"/>
              </a:rPr>
              <a:t>Согласие субъекта.</a:t>
            </a:r>
            <a:r>
              <a:rPr lang="ru-RU" sz="1200" kern="1200" dirty="0">
                <a:solidFill>
                  <a:schemeClr val="tx1"/>
                </a:solidFill>
                <a:effectLst/>
                <a:latin typeface="+mn-lt"/>
                <a:ea typeface="+mn-ea"/>
                <a:cs typeface="+mn-cs"/>
              </a:rPr>
              <a:t> Если требуется получить от гражданина какие-то данные, не предусмотренные законом, нужно его согласие. Обычно, направляя обращение, гражданин уже согласен на обработку данных для ответа. Но, скажем, публиковать отзыв гражданина с его именем на сайте можно только с его согласия. - </a:t>
            </a:r>
            <a:r>
              <a:rPr lang="ru-RU" sz="1200" b="1" kern="1200" dirty="0">
                <a:solidFill>
                  <a:schemeClr val="tx1"/>
                </a:solidFill>
                <a:effectLst/>
                <a:latin typeface="+mn-lt"/>
                <a:ea typeface="+mn-ea"/>
                <a:cs typeface="+mn-cs"/>
              </a:rPr>
              <a:t>Конфиденциальность при отправке.</a:t>
            </a:r>
            <a:r>
              <a:rPr lang="ru-RU" sz="1200" kern="1200" dirty="0">
                <a:solidFill>
                  <a:schemeClr val="tx1"/>
                </a:solidFill>
                <a:effectLst/>
                <a:latin typeface="+mn-lt"/>
                <a:ea typeface="+mn-ea"/>
                <a:cs typeface="+mn-cs"/>
              </a:rPr>
              <a:t> Отправляя письма с персональными данными, убедитесь, что они защищены. Например, не следует отправлять по открытой электронной почте файлы с персональными данными без мер защиты. Для внутренних документов – распределять доступы в СЭД так, чтобы видеть ПД могли только уполномоченные сотрудники. - </a:t>
            </a:r>
            <a:r>
              <a:rPr lang="ru-RU" sz="1200" b="1" kern="1200" dirty="0">
                <a:solidFill>
                  <a:schemeClr val="tx1"/>
                </a:solidFill>
                <a:effectLst/>
                <a:latin typeface="+mn-lt"/>
                <a:ea typeface="+mn-ea"/>
                <a:cs typeface="+mn-cs"/>
              </a:rPr>
              <a:t>Обезличивание.</a:t>
            </a:r>
            <a:r>
              <a:rPr lang="ru-RU" sz="1200" kern="1200" dirty="0">
                <a:solidFill>
                  <a:schemeClr val="tx1"/>
                </a:solidFill>
                <a:effectLst/>
                <a:latin typeface="+mn-lt"/>
                <a:ea typeface="+mn-ea"/>
                <a:cs typeface="+mn-cs"/>
              </a:rPr>
              <a:t> В некоторых случаях, предоставляя информацию по запросам (например, статистические данные), персональные данные должны быть обезличены. Закон допускает, что если данные обезличены (нельзя определить конкретное лицо), то требования конфиденциальности не применяются.</a:t>
            </a:r>
          </a:p>
          <a:p>
            <a:r>
              <a:rPr lang="ru-RU" sz="1200" b="1" kern="1200" dirty="0">
                <a:solidFill>
                  <a:schemeClr val="tx1"/>
                </a:solidFill>
                <a:effectLst/>
                <a:latin typeface="+mn-lt"/>
                <a:ea typeface="+mn-ea"/>
                <a:cs typeface="+mn-cs"/>
              </a:rPr>
              <a:t>Ответственность и контроль.</a:t>
            </a:r>
            <a:r>
              <a:rPr lang="ru-RU" sz="1200" kern="1200" dirty="0">
                <a:solidFill>
                  <a:schemeClr val="tx1"/>
                </a:solidFill>
                <a:effectLst/>
                <a:latin typeface="+mn-lt"/>
                <a:ea typeface="+mn-ea"/>
                <a:cs typeface="+mn-cs"/>
              </a:rPr>
              <a:t> За нарушение законодательства о персональных данных предусмотрена серьезная ответственность – административная (штрафы, которые значительно увеличены в последние годы) и даже уголовная (за незаконное распространение, если это привело к тяжким последствиям). В каждом госоргане назначается должностное лицо, ответственное за организацию обработки персональных данных. В федеральных органах и в Москве эту функцию часто выполняет юридическая служба или отдел по защите информации. Роскомнадзор осуществляет надзор за соблюдением закона 152-ФЗ и может проводить проверки.</a:t>
            </a:r>
          </a:p>
          <a:p>
            <a:r>
              <a:rPr lang="ru-RU" sz="1200" kern="1200" dirty="0">
                <a:solidFill>
                  <a:schemeClr val="tx1"/>
                </a:solidFill>
                <a:effectLst/>
                <a:latin typeface="+mn-lt"/>
                <a:ea typeface="+mn-ea"/>
                <a:cs typeface="+mn-cs"/>
              </a:rPr>
              <a:t>Применительно к делопроизводству, важно следующее: документы, содержащие персональные данные, должны обрабатываться и храниться по особым правилам. Например, </a:t>
            </a:r>
            <a:r>
              <a:rPr lang="ru-RU" sz="1200" b="1" kern="1200" dirty="0">
                <a:solidFill>
                  <a:schemeClr val="tx1"/>
                </a:solidFill>
                <a:effectLst/>
                <a:latin typeface="+mn-lt"/>
                <a:ea typeface="+mn-ea"/>
                <a:cs typeface="+mn-cs"/>
              </a:rPr>
              <a:t>номенклатура дел</a:t>
            </a:r>
            <a:r>
              <a:rPr lang="ru-RU" sz="1200" kern="1200" dirty="0">
                <a:solidFill>
                  <a:schemeClr val="tx1"/>
                </a:solidFill>
                <a:effectLst/>
                <a:latin typeface="+mn-lt"/>
                <a:ea typeface="+mn-ea"/>
                <a:cs typeface="+mn-cs"/>
              </a:rPr>
              <a:t> может выделять отдельные дела с грифом «ПД» (персональные данные) или «ДСП» (для служебного пользования), куда помещаются документы с чувствительной информацией. Доступ к таким делам ограничивается. При передаче дела в архив также учитывается наличие персональных данных – государственный архив обязан обеспечивать их защиту при доступе к архивным документам.</a:t>
            </a:r>
          </a:p>
          <a:p>
            <a:r>
              <a:rPr lang="ru-RU" sz="1200" kern="1200" dirty="0">
                <a:solidFill>
                  <a:schemeClr val="tx1"/>
                </a:solidFill>
                <a:effectLst/>
                <a:latin typeface="+mn-lt"/>
                <a:ea typeface="+mn-ea"/>
                <a:cs typeface="+mn-cs"/>
              </a:rPr>
              <a:t>Отдельно подчеркнем: </a:t>
            </a:r>
            <a:r>
              <a:rPr lang="ru-RU" sz="1200" b="1" kern="1200" dirty="0">
                <a:solidFill>
                  <a:schemeClr val="tx1"/>
                </a:solidFill>
                <a:effectLst/>
                <a:latin typeface="+mn-lt"/>
                <a:ea typeface="+mn-ea"/>
                <a:cs typeface="+mn-cs"/>
              </a:rPr>
              <a:t>в законе «О персональных данных» указано, что требования к защите не распространяются на обезличенные данные, общедоступные данные (например, биография чиновника, опубликованная официально) и данные в архивах, переданных для публичного использования (если сняты ограничения)</a:t>
            </a:r>
            <a:r>
              <a:rPr lang="ru-RU" sz="1200" kern="1200" dirty="0">
                <a:solidFill>
                  <a:schemeClr val="tx1"/>
                </a:solidFill>
                <a:effectLst/>
                <a:latin typeface="+mn-lt"/>
                <a:ea typeface="+mn-ea"/>
                <a:cs typeface="+mn-cs"/>
              </a:rPr>
              <a:t>. Однако госслужащему всегда лучше перестраховаться и обращаться с персональными данными граждан очень внимательно и уважительно – это часть этики работы с информацией.</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40</a:t>
            </a:fld>
            <a:endParaRPr lang="ru-RU"/>
          </a:p>
        </p:txBody>
      </p:sp>
    </p:spTree>
    <p:extLst>
      <p:ext uri="{BB962C8B-B14F-4D97-AF65-F5344CB8AC3E}">
        <p14:creationId xmlns:p14="http://schemas.microsoft.com/office/powerpoint/2010/main" val="30536999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Делопроизводство в органах государственной власти нередко включает работу с документами, содержащими секретные сведения. </a:t>
            </a:r>
            <a:r>
              <a:rPr lang="ru-RU" sz="1200" b="1" kern="1200" dirty="0">
                <a:solidFill>
                  <a:schemeClr val="tx1"/>
                </a:solidFill>
                <a:effectLst/>
                <a:latin typeface="+mn-lt"/>
                <a:ea typeface="+mn-ea"/>
                <a:cs typeface="+mn-cs"/>
              </a:rPr>
              <a:t>Государственная тайна</a:t>
            </a:r>
            <a:r>
              <a:rPr lang="ru-RU" sz="1200" kern="1200" dirty="0">
                <a:solidFill>
                  <a:schemeClr val="tx1"/>
                </a:solidFill>
                <a:effectLst/>
                <a:latin typeface="+mn-lt"/>
                <a:ea typeface="+mn-ea"/>
                <a:cs typeface="+mn-cs"/>
              </a:rPr>
              <a:t> – это сведения, охраняемые государством в интересах его безопасности. Закон РФ от 21.07.1993 г. № 5485-1 «О государственной тайне» определяет, какие сведения могут быть засекречены, устанавливает степени секретности и порядок предоставления допуска к гостайне для сотрудников.</a:t>
            </a:r>
          </a:p>
          <a:p>
            <a:r>
              <a:rPr lang="ru-RU" sz="1200" b="1" kern="1200" dirty="0">
                <a:solidFill>
                  <a:schemeClr val="tx1"/>
                </a:solidFill>
                <a:effectLst/>
                <a:latin typeface="+mn-lt"/>
                <a:ea typeface="+mn-ea"/>
                <a:cs typeface="+mn-cs"/>
              </a:rPr>
              <a:t>Категории секретности (грифы секретности).</a:t>
            </a:r>
            <a:r>
              <a:rPr lang="ru-RU" sz="1200" kern="1200" dirty="0">
                <a:solidFill>
                  <a:schemeClr val="tx1"/>
                </a:solidFill>
                <a:effectLst/>
                <a:latin typeface="+mn-lt"/>
                <a:ea typeface="+mn-ea"/>
                <a:cs typeface="+mn-cs"/>
              </a:rPr>
              <a:t> В России установлено три уровня секретности информации, составляющей государственную тайну, каждому из которых соответствует свой гриф (пометка) на документах</a:t>
            </a:r>
            <a:r>
              <a:rPr lang="ru-RU" sz="1200" kern="1200" dirty="0">
                <a:solidFill>
                  <a:schemeClr val="tx1"/>
                </a:solidFill>
                <a:effectLst/>
                <a:latin typeface="+mn-lt"/>
                <a:ea typeface="+mn-ea"/>
                <a:cs typeface="+mn-cs"/>
                <a:hlinkClick r:id="rId3"/>
              </a:rPr>
              <a:t>[65]</a:t>
            </a:r>
            <a:r>
              <a:rPr lang="ru-RU" sz="1200" kern="1200" dirty="0">
                <a:solidFill>
                  <a:schemeClr val="tx1"/>
                </a:solidFill>
                <a:effectLst/>
                <a:latin typeface="+mn-lt"/>
                <a:ea typeface="+mn-ea"/>
                <a:cs typeface="+mn-cs"/>
              </a:rPr>
              <a:t>: - </a:t>
            </a:r>
            <a:r>
              <a:rPr lang="ru-RU" sz="1200" b="1" kern="1200" dirty="0">
                <a:solidFill>
                  <a:schemeClr val="tx1"/>
                </a:solidFill>
                <a:effectLst/>
                <a:latin typeface="+mn-lt"/>
                <a:ea typeface="+mn-ea"/>
                <a:cs typeface="+mn-cs"/>
              </a:rPr>
              <a:t>«Особой важности»</a:t>
            </a:r>
            <a:r>
              <a:rPr lang="ru-RU" sz="1200" kern="1200" dirty="0">
                <a:solidFill>
                  <a:schemeClr val="tx1"/>
                </a:solidFill>
                <a:effectLst/>
                <a:latin typeface="+mn-lt"/>
                <a:ea typeface="+mn-ea"/>
                <a:cs typeface="+mn-cs"/>
              </a:rPr>
              <a:t> – высшая степень секретности. Присваивается сведениям, разглашение которых может нанести ущерб интересам Российской Федерации в целом (например, стратегическим интересам государства)</a:t>
            </a:r>
            <a:r>
              <a:rPr lang="ru-RU" sz="1200" kern="1200" dirty="0">
                <a:solidFill>
                  <a:schemeClr val="tx1"/>
                </a:solidFill>
                <a:effectLst/>
                <a:latin typeface="+mn-lt"/>
                <a:ea typeface="+mn-ea"/>
                <a:cs typeface="+mn-cs"/>
                <a:hlinkClick r:id="rId4"/>
              </a:rPr>
              <a:t>[66]</a:t>
            </a:r>
            <a:r>
              <a:rPr lang="ru-RU" sz="1200" kern="1200" dirty="0">
                <a:solidFill>
                  <a:schemeClr val="tx1"/>
                </a:solidFill>
                <a:effectLst/>
                <a:latin typeface="+mn-lt"/>
                <a:ea typeface="+mn-ea"/>
                <a:cs typeface="+mn-cs"/>
              </a:rPr>
              <a:t>. - </a:t>
            </a:r>
            <a:r>
              <a:rPr lang="ru-RU" sz="1200" b="1" kern="1200" dirty="0">
                <a:solidFill>
                  <a:schemeClr val="tx1"/>
                </a:solidFill>
                <a:effectLst/>
                <a:latin typeface="+mn-lt"/>
                <a:ea typeface="+mn-ea"/>
                <a:cs typeface="+mn-cs"/>
              </a:rPr>
              <a:t>«Совершенно секретно»</a:t>
            </a:r>
            <a:r>
              <a:rPr lang="ru-RU" sz="1200" kern="1200" dirty="0">
                <a:solidFill>
                  <a:schemeClr val="tx1"/>
                </a:solidFill>
                <a:effectLst/>
                <a:latin typeface="+mn-lt"/>
                <a:ea typeface="+mn-ea"/>
                <a:cs typeface="+mn-cs"/>
              </a:rPr>
              <a:t> – средняя степень. Присваивается сведениям, разглашение которых может нанести ущерб интересам государственного органа или целой отрасли, сферы деятельности страны</a:t>
            </a:r>
            <a:r>
              <a:rPr lang="ru-RU" sz="1200" kern="1200" dirty="0">
                <a:solidFill>
                  <a:schemeClr val="tx1"/>
                </a:solidFill>
                <a:effectLst/>
                <a:latin typeface="+mn-lt"/>
                <a:ea typeface="+mn-ea"/>
                <a:cs typeface="+mn-cs"/>
                <a:hlinkClick r:id="rId5"/>
              </a:rPr>
              <a:t>[67]</a:t>
            </a:r>
            <a:r>
              <a:rPr lang="ru-RU" sz="1200" kern="1200" dirty="0">
                <a:solidFill>
                  <a:schemeClr val="tx1"/>
                </a:solidFill>
                <a:effectLst/>
                <a:latin typeface="+mn-lt"/>
                <a:ea typeface="+mn-ea"/>
                <a:cs typeface="+mn-cs"/>
              </a:rPr>
              <a:t>. - </a:t>
            </a:r>
            <a:r>
              <a:rPr lang="ru-RU" sz="1200" b="1" kern="1200" dirty="0">
                <a:solidFill>
                  <a:schemeClr val="tx1"/>
                </a:solidFill>
                <a:effectLst/>
                <a:latin typeface="+mn-lt"/>
                <a:ea typeface="+mn-ea"/>
                <a:cs typeface="+mn-cs"/>
              </a:rPr>
              <a:t>«Секретно»</a:t>
            </a:r>
            <a:r>
              <a:rPr lang="ru-RU" sz="1200" kern="1200" dirty="0">
                <a:solidFill>
                  <a:schemeClr val="tx1"/>
                </a:solidFill>
                <a:effectLst/>
                <a:latin typeface="+mn-lt"/>
                <a:ea typeface="+mn-ea"/>
                <a:cs typeface="+mn-cs"/>
              </a:rPr>
              <a:t> – низшая из секретных категорий. Присваивается всем остальным сведениям, составляющим гостайну, разглашение которых может нанести ущерб конкретному предприятию, организации или учреждению в определенной области (военной, внешнеполитической, экономической и т.д.)</a:t>
            </a:r>
            <a:r>
              <a:rPr lang="ru-RU" sz="1200" kern="1200" dirty="0">
                <a:solidFill>
                  <a:schemeClr val="tx1"/>
                </a:solidFill>
                <a:effectLst/>
                <a:latin typeface="+mn-lt"/>
                <a:ea typeface="+mn-ea"/>
                <a:cs typeface="+mn-cs"/>
                <a:hlinkClick r:id="rId6"/>
              </a:rPr>
              <a:t>[68]</a:t>
            </a:r>
            <a:r>
              <a:rPr lang="ru-RU" sz="1200" kern="1200" dirty="0">
                <a:solidFill>
                  <a:schemeClr val="tx1"/>
                </a:solidFill>
                <a:effectLst/>
                <a:latin typeface="+mn-lt"/>
                <a:ea typeface="+mn-ea"/>
                <a:cs typeface="+mn-cs"/>
              </a:rPr>
              <a:t>.</a:t>
            </a:r>
          </a:p>
          <a:p>
            <a:r>
              <a:rPr lang="ru-RU" sz="1200" kern="1200" dirty="0">
                <a:solidFill>
                  <a:schemeClr val="tx1"/>
                </a:solidFill>
                <a:effectLst/>
                <a:latin typeface="+mn-lt"/>
                <a:ea typeface="+mn-ea"/>
                <a:cs typeface="+mn-cs"/>
              </a:rPr>
              <a:t>Указанные грифы ставятся на носителях информации (документах, электронных носителях) в правом верхнем углу каждой страницы. Например, на секретном документе будет пометка «Секретно», на документе особой важности – «Особой важности». Эта маркировка сразу определяет режим обращения с документом (условия хранения, круг лиц, допущенных к нему, правила копирования и т.д.). Закон также содержит перечень сведений, которые </a:t>
            </a:r>
            <a:r>
              <a:rPr lang="ru-RU" sz="1200" b="1" kern="1200" dirty="0">
                <a:solidFill>
                  <a:schemeClr val="tx1"/>
                </a:solidFill>
                <a:effectLst/>
                <a:latin typeface="+mn-lt"/>
                <a:ea typeface="+mn-ea"/>
                <a:cs typeface="+mn-cs"/>
              </a:rPr>
              <a:t>не могут быть отнесены к гостайне</a:t>
            </a:r>
            <a:r>
              <a:rPr lang="ru-RU" sz="1200" kern="1200" dirty="0">
                <a:solidFill>
                  <a:schemeClr val="tx1"/>
                </a:solidFill>
                <a:effectLst/>
                <a:latin typeface="+mn-lt"/>
                <a:ea typeface="+mn-ea"/>
                <a:cs typeface="+mn-cs"/>
              </a:rPr>
              <a:t> даже при большом желании (например, сведения о чрезвычайных ситуациях, о состоянии экологии, о нарушениях законов органами власти и пр., ст. 7 Закона о гос. тайне).</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41</a:t>
            </a:fld>
            <a:endParaRPr lang="ru-RU"/>
          </a:p>
        </p:txBody>
      </p:sp>
    </p:spTree>
    <p:extLst>
      <p:ext uri="{BB962C8B-B14F-4D97-AF65-F5344CB8AC3E}">
        <p14:creationId xmlns:p14="http://schemas.microsoft.com/office/powerpoint/2010/main" val="7253257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Ограничения для допущенных к гостайне.</a:t>
            </a:r>
            <a:r>
              <a:rPr lang="ru-RU" sz="1200" kern="1200" dirty="0">
                <a:solidFill>
                  <a:schemeClr val="tx1"/>
                </a:solidFill>
                <a:effectLst/>
                <a:latin typeface="+mn-lt"/>
                <a:ea typeface="+mn-ea"/>
                <a:cs typeface="+mn-cs"/>
              </a:rPr>
              <a:t> Закон о государственной тайне накладывает ряд ограничений на тех, кто получил допуск. Во-первых, такие сотрудники могут временно ограничиваться в праве выезда за границу: обычно при наличии 1-й формы допуск к «особой важности» – запрет на выезд на 5 лет после последнего знакомства с ОВ документами (может продлеваться), при 2-й форме – запрет на 5 лет, при 3-й форме зачастую запрет не устанавливается либо короче. Эти ограничения устанавливаются ведомственными актами и должны сообщаться сотруднику при приеме на работу. Во-вторых, сотрудник должен соблюдать особые правила обращения с секретными изделиями: работать только в специально оборудованных помещениях (секретных частях, режимно-секретных подразделениях – РСП), не делать лишних копий, не обсуждать секретные вопросы по незащищенной связи и т.д.</a:t>
            </a:r>
          </a:p>
          <a:p>
            <a:r>
              <a:rPr lang="ru-RU" sz="1200" b="1" kern="1200" dirty="0">
                <a:solidFill>
                  <a:schemeClr val="tx1"/>
                </a:solidFill>
                <a:effectLst/>
                <a:latin typeface="+mn-lt"/>
                <a:ea typeface="+mn-ea"/>
                <a:cs typeface="+mn-cs"/>
              </a:rPr>
              <a:t>Делопроизводство секретных документов.</a:t>
            </a:r>
            <a:r>
              <a:rPr lang="ru-RU" sz="1200" kern="1200" dirty="0">
                <a:solidFill>
                  <a:schemeClr val="tx1"/>
                </a:solidFill>
                <a:effectLst/>
                <a:latin typeface="+mn-lt"/>
                <a:ea typeface="+mn-ea"/>
                <a:cs typeface="+mn-cs"/>
              </a:rPr>
              <a:t> В органах, работающих с гостайной, как правило, есть </a:t>
            </a:r>
            <a:r>
              <a:rPr lang="ru-RU" sz="1200" b="1" kern="1200" dirty="0">
                <a:solidFill>
                  <a:schemeClr val="tx1"/>
                </a:solidFill>
                <a:effectLst/>
                <a:latin typeface="+mn-lt"/>
                <a:ea typeface="+mn-ea"/>
                <a:cs typeface="+mn-cs"/>
              </a:rPr>
              <a:t>режимно-секретное подразделение (РСП)</a:t>
            </a:r>
            <a:r>
              <a:rPr lang="ru-RU" sz="1200" kern="1200" dirty="0">
                <a:solidFill>
                  <a:schemeClr val="tx1"/>
                </a:solidFill>
                <a:effectLst/>
                <a:latin typeface="+mn-lt"/>
                <a:ea typeface="+mn-ea"/>
                <a:cs typeface="+mn-cs"/>
              </a:rPr>
              <a:t> или ответственный за секретное делопроизводство. Секретные документы регистрируются отдельно от обычных (ведутся секретные журналы, часто вручную, либо в обособленной защищенной системе электронного документооборота). Присваивается особая индексная серия номеров (например, «С-…»). Документы хранятся в сейфах, опечатываются, ведутся описи. Отправка секретных документов производится через спецсвязь или фельдъегерскую службу, ни в коем случае не обычной почтой или электронной почтой. При рассылке на несколько адресатов вместо списка рассылки ставят пометку «</a:t>
            </a:r>
            <a:r>
              <a:rPr lang="ru-RU" sz="1200" kern="1200" dirty="0" err="1">
                <a:solidFill>
                  <a:schemeClr val="tx1"/>
                </a:solidFill>
                <a:effectLst/>
                <a:latin typeface="+mn-lt"/>
                <a:ea typeface="+mn-ea"/>
                <a:cs typeface="+mn-cs"/>
              </a:rPr>
              <a:t>Расссылка</a:t>
            </a:r>
            <a:r>
              <a:rPr lang="ru-RU" sz="1200" kern="1200" dirty="0">
                <a:solidFill>
                  <a:schemeClr val="tx1"/>
                </a:solidFill>
                <a:effectLst/>
                <a:latin typeface="+mn-lt"/>
                <a:ea typeface="+mn-ea"/>
                <a:cs typeface="+mn-cs"/>
              </a:rPr>
              <a:t> по списку №…» и составляют </a:t>
            </a:r>
            <a:r>
              <a:rPr lang="ru-RU" sz="1200" kern="1200" dirty="0" err="1">
                <a:solidFill>
                  <a:schemeClr val="tx1"/>
                </a:solidFill>
                <a:effectLst/>
                <a:latin typeface="+mn-lt"/>
                <a:ea typeface="+mn-ea"/>
                <a:cs typeface="+mn-cs"/>
              </a:rPr>
              <a:t>спецсписок</a:t>
            </a:r>
            <a:r>
              <a:rPr lang="ru-RU" sz="1200" kern="1200" dirty="0">
                <a:solidFill>
                  <a:schemeClr val="tx1"/>
                </a:solidFill>
                <a:effectLst/>
                <a:latin typeface="+mn-lt"/>
                <a:ea typeface="+mn-ea"/>
                <a:cs typeface="+mn-cs"/>
              </a:rPr>
              <a:t> рассылки в одном экземпляре.</a:t>
            </a:r>
          </a:p>
          <a:p>
            <a:r>
              <a:rPr lang="ru-RU" sz="1200" b="1" kern="1200" dirty="0">
                <a:solidFill>
                  <a:schemeClr val="tx1"/>
                </a:solidFill>
                <a:effectLst/>
                <a:latin typeface="+mn-lt"/>
                <a:ea typeface="+mn-ea"/>
                <a:cs typeface="+mn-cs"/>
              </a:rPr>
              <a:t>Утверждение списка секретных сведений.</a:t>
            </a:r>
            <a:r>
              <a:rPr lang="ru-RU" sz="1200" kern="1200" dirty="0">
                <a:solidFill>
                  <a:schemeClr val="tx1"/>
                </a:solidFill>
                <a:effectLst/>
                <a:latin typeface="+mn-lt"/>
                <a:ea typeface="+mn-ea"/>
                <a:cs typeface="+mn-cs"/>
              </a:rPr>
              <a:t> Каждый госорган в развитие общегосударственного Перечня сведений, отнесенных к гостайне, утверждает свой </a:t>
            </a:r>
            <a:r>
              <a:rPr lang="ru-RU" sz="1200" b="1" kern="1200" dirty="0">
                <a:solidFill>
                  <a:schemeClr val="tx1"/>
                </a:solidFill>
                <a:effectLst/>
                <a:latin typeface="+mn-lt"/>
                <a:ea typeface="+mn-ea"/>
                <a:cs typeface="+mn-cs"/>
              </a:rPr>
              <a:t>Перечень секретных сведений</a:t>
            </a:r>
            <a:r>
              <a:rPr lang="ru-RU" sz="1200" kern="1200" dirty="0">
                <a:solidFill>
                  <a:schemeClr val="tx1"/>
                </a:solidFill>
                <a:effectLst/>
                <a:latin typeface="+mn-lt"/>
                <a:ea typeface="+mn-ea"/>
                <a:cs typeface="+mn-cs"/>
              </a:rPr>
              <a:t>. Например, министерство определяет, что именно в его отрасли относится к секретным сведениям и какой гриф им присваивается. Этот перечень – секретный документ, согласовывается с органами безопасности. Делопроизводителю важно знать, что </a:t>
            </a:r>
            <a:r>
              <a:rPr lang="ru-RU" sz="1200" b="1" kern="1200" dirty="0">
                <a:solidFill>
                  <a:schemeClr val="tx1"/>
                </a:solidFill>
                <a:effectLst/>
                <a:latin typeface="+mn-lt"/>
                <a:ea typeface="+mn-ea"/>
                <a:cs typeface="+mn-cs"/>
              </a:rPr>
              <a:t>не всякая служебная информация является гостайной</a:t>
            </a:r>
            <a:r>
              <a:rPr lang="ru-RU" sz="1200" kern="1200" dirty="0">
                <a:solidFill>
                  <a:schemeClr val="tx1"/>
                </a:solidFill>
                <a:effectLst/>
                <a:latin typeface="+mn-lt"/>
                <a:ea typeface="+mn-ea"/>
                <a:cs typeface="+mn-cs"/>
              </a:rPr>
              <a:t> – многие вещи помечаются грифом «ДСП» (для служебного пользования), который </a:t>
            </a:r>
            <a:r>
              <a:rPr lang="ru-RU" sz="1200" b="1" kern="1200" dirty="0">
                <a:solidFill>
                  <a:schemeClr val="tx1"/>
                </a:solidFill>
                <a:effectLst/>
                <a:latin typeface="+mn-lt"/>
                <a:ea typeface="+mn-ea"/>
                <a:cs typeface="+mn-cs"/>
              </a:rPr>
              <a:t>не</a:t>
            </a:r>
            <a:r>
              <a:rPr lang="ru-RU" sz="1200" kern="1200" dirty="0">
                <a:solidFill>
                  <a:schemeClr val="tx1"/>
                </a:solidFill>
                <a:effectLst/>
                <a:latin typeface="+mn-lt"/>
                <a:ea typeface="+mn-ea"/>
                <a:cs typeface="+mn-cs"/>
              </a:rPr>
              <a:t> является гостайной по закону, а лишь режимом ограниченного доступа. Не следует путать ДСП и секретность: гостайна – только то, что под грифами «секретно» и выше и оформлено по Закону о гос. тайне.</a:t>
            </a:r>
          </a:p>
          <a:p>
            <a:r>
              <a:rPr lang="ru-RU" sz="1200" b="1" kern="1200" dirty="0">
                <a:solidFill>
                  <a:schemeClr val="tx1"/>
                </a:solidFill>
                <a:effectLst/>
                <a:latin typeface="+mn-lt"/>
                <a:ea typeface="+mn-ea"/>
                <a:cs typeface="+mn-cs"/>
              </a:rPr>
              <a:t>Ответственность за разглашение.</a:t>
            </a:r>
            <a:r>
              <a:rPr lang="ru-RU" sz="1200" kern="1200" dirty="0">
                <a:solidFill>
                  <a:schemeClr val="tx1"/>
                </a:solidFill>
                <a:effectLst/>
                <a:latin typeface="+mn-lt"/>
                <a:ea typeface="+mn-ea"/>
                <a:cs typeface="+mn-cs"/>
              </a:rPr>
              <a:t> Нарушение режима секретности влечет суровую ответственность. За </a:t>
            </a:r>
            <a:r>
              <a:rPr lang="ru-RU" sz="1200" b="1" kern="1200" dirty="0">
                <a:solidFill>
                  <a:schemeClr val="tx1"/>
                </a:solidFill>
                <a:effectLst/>
                <a:latin typeface="+mn-lt"/>
                <a:ea typeface="+mn-ea"/>
                <a:cs typeface="+mn-cs"/>
              </a:rPr>
              <a:t>разглашение государственной тайны</a:t>
            </a:r>
            <a:r>
              <a:rPr lang="ru-RU" sz="1200" kern="1200" dirty="0">
                <a:solidFill>
                  <a:schemeClr val="tx1"/>
                </a:solidFill>
                <a:effectLst/>
                <a:latin typeface="+mn-lt"/>
                <a:ea typeface="+mn-ea"/>
                <a:cs typeface="+mn-cs"/>
              </a:rPr>
              <a:t> (ст. 283 УК РФ) предусмотрено наказание вплоть до лишения свободы на срок до 4 лет, а если повлекло тяжкие последствия – до 7 лет. Даже </a:t>
            </a:r>
            <a:r>
              <a:rPr lang="ru-RU" sz="1200" b="1" kern="1200" dirty="0">
                <a:solidFill>
                  <a:schemeClr val="tx1"/>
                </a:solidFill>
                <a:effectLst/>
                <a:latin typeface="+mn-lt"/>
                <a:ea typeface="+mn-ea"/>
                <a:cs typeface="+mn-cs"/>
              </a:rPr>
              <a:t>непреднамеренное</a:t>
            </a:r>
            <a:r>
              <a:rPr lang="ru-RU" sz="1200" kern="1200" dirty="0">
                <a:solidFill>
                  <a:schemeClr val="tx1"/>
                </a:solidFill>
                <a:effectLst/>
                <a:latin typeface="+mn-lt"/>
                <a:ea typeface="+mn-ea"/>
                <a:cs typeface="+mn-cs"/>
              </a:rPr>
              <a:t> разглашение (например, потеря секретного документа, разговор по незасекреченному телефону) может привести к уголовному делу. Поэтому при работе с секретными документами нужна максимальная дисциплина. Сотрудники под роспись знакомятся с инструкциями по защите гостайны и знают, что даже после увольнения их обязательство о неразглашении сохраняется (обычно на 5 лет, либо бессрочно, если сведения ОВ).</a:t>
            </a:r>
          </a:p>
          <a:p>
            <a:r>
              <a:rPr lang="ru-RU" sz="1200" kern="1200" dirty="0">
                <a:solidFill>
                  <a:schemeClr val="tx1"/>
                </a:solidFill>
                <a:effectLst/>
                <a:latin typeface="+mn-lt"/>
                <a:ea typeface="+mn-ea"/>
                <a:cs typeface="+mn-cs"/>
              </a:rPr>
              <a:t>Подытоживая: для госслужащих, имеющих дело с секретными документами, умение правильно оформить гриф секретности, знать порядок прохождения таких документов через делопроизводство – необходимая компетенция. В Москве, как в столице, многие органы исполнительной власти (например, в сфере безопасности, оборонного заказа) работают с секретными данными, поэтому вопрос гостайны не такая уж редкость. Нужно уважать эту сферу и строго соблюдать закон и инструкцию по защите государственной тайны.</a:t>
            </a:r>
          </a:p>
          <a:p>
            <a:endParaRPr lang="ru-RU" dirty="0"/>
          </a:p>
        </p:txBody>
      </p:sp>
      <p:sp>
        <p:nvSpPr>
          <p:cNvPr id="4" name="Номер слайда 3"/>
          <p:cNvSpPr>
            <a:spLocks noGrp="1"/>
          </p:cNvSpPr>
          <p:nvPr>
            <p:ph type="sldNum" sz="quarter" idx="5"/>
          </p:nvPr>
        </p:nvSpPr>
        <p:spPr/>
        <p:txBody>
          <a:bodyPr/>
          <a:lstStyle/>
          <a:p>
            <a:fld id="{DB4FA6E8-849D-47CC-BFE3-7A530CFB6D95}" type="slidenum">
              <a:rPr lang="ru-RU" smtClean="0"/>
              <a:t>43</a:t>
            </a:fld>
            <a:endParaRPr lang="ru-RU"/>
          </a:p>
        </p:txBody>
      </p:sp>
    </p:spTree>
    <p:extLst>
      <p:ext uri="{BB962C8B-B14F-4D97-AF65-F5344CB8AC3E}">
        <p14:creationId xmlns:p14="http://schemas.microsoft.com/office/powerpoint/2010/main" val="13477314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Современное делопроизводство невозможно представить без применения информационных технологий. </a:t>
            </a:r>
            <a:r>
              <a:rPr lang="ru-RU" sz="1200" b="1" kern="1200" dirty="0">
                <a:solidFill>
                  <a:schemeClr val="tx1"/>
                </a:solidFill>
                <a:effectLst/>
                <a:latin typeface="+mn-lt"/>
                <a:ea typeface="+mn-ea"/>
                <a:cs typeface="+mn-cs"/>
              </a:rPr>
              <a:t>Системы электронного документооборота (СЭД)</a:t>
            </a:r>
            <a:r>
              <a:rPr lang="ru-RU" sz="1200" kern="1200" dirty="0">
                <a:solidFill>
                  <a:schemeClr val="tx1"/>
                </a:solidFill>
                <a:effectLst/>
                <a:latin typeface="+mn-lt"/>
                <a:ea typeface="+mn-ea"/>
                <a:cs typeface="+mn-cs"/>
              </a:rPr>
              <a:t> внедрены сегодня практически во всех органах власти – от федеральных министерств до муниципалитетов. СЭД – это автоматизированные информационные системы, предназначенные для создания электронных документов (и электронных копий бумажных), управления ими, хранения и предоставления к ним доступа, а также для регистрации документов и контроля их исполнения</a:t>
            </a:r>
            <a:r>
              <a:rPr lang="ru-RU" sz="1200" kern="1200" dirty="0">
                <a:solidFill>
                  <a:schemeClr val="tx1"/>
                </a:solidFill>
                <a:effectLst/>
                <a:latin typeface="+mn-lt"/>
                <a:ea typeface="+mn-ea"/>
                <a:cs typeface="+mn-cs"/>
                <a:hlinkClick r:id="rId3"/>
              </a:rPr>
              <a:t>[83]</a:t>
            </a:r>
            <a:r>
              <a:rPr lang="ru-RU" sz="1200" kern="1200" dirty="0">
                <a:solidFill>
                  <a:schemeClr val="tx1"/>
                </a:solidFill>
                <a:effectLst/>
                <a:latin typeface="+mn-lt"/>
                <a:ea typeface="+mn-ea"/>
                <a:cs typeface="+mn-cs"/>
              </a:rPr>
              <a:t>. Проще говоря, СЭД – это «электронная канцелярия», которая позволяет отказаться от избыточной бумаги, ускорить процессы и повысить прозрачность работы с документами.</a:t>
            </a:r>
          </a:p>
          <a:p>
            <a:r>
              <a:rPr lang="ru-RU" sz="1200" b="1" kern="1200" dirty="0">
                <a:solidFill>
                  <a:schemeClr val="tx1"/>
                </a:solidFill>
                <a:effectLst/>
                <a:latin typeface="+mn-lt"/>
                <a:ea typeface="+mn-ea"/>
                <a:cs typeface="+mn-cs"/>
              </a:rPr>
              <a:t>Примеры СЭД.</a:t>
            </a:r>
            <a:r>
              <a:rPr lang="ru-RU" sz="1200" kern="1200" dirty="0">
                <a:solidFill>
                  <a:schemeClr val="tx1"/>
                </a:solidFill>
                <a:effectLst/>
                <a:latin typeface="+mn-lt"/>
                <a:ea typeface="+mn-ea"/>
                <a:cs typeface="+mn-cs"/>
              </a:rPr>
              <a:t> В федеральных органах используется единая система межведомственного электронного документооборота (МЭДО), которая обеспечивает обмен электронными документами между ведомствами. Существует </a:t>
            </a:r>
            <a:r>
              <a:rPr lang="ru-RU" sz="1200" kern="1200" dirty="0" err="1">
                <a:solidFill>
                  <a:schemeClr val="tx1"/>
                </a:solidFill>
                <a:effectLst/>
                <a:latin typeface="+mn-lt"/>
                <a:ea typeface="+mn-ea"/>
                <a:cs typeface="+mn-cs"/>
              </a:rPr>
              <a:t>ГосСОПКА</a:t>
            </a:r>
            <a:r>
              <a:rPr lang="ru-RU" sz="1200" kern="1200" dirty="0">
                <a:solidFill>
                  <a:schemeClr val="tx1"/>
                </a:solidFill>
                <a:effectLst/>
                <a:latin typeface="+mn-lt"/>
                <a:ea typeface="+mn-ea"/>
                <a:cs typeface="+mn-cs"/>
              </a:rPr>
              <a:t> – система обмена правовыми актами. Многие ведомства имеют свои корпоративные СЭД: например, СЭД «Дело», «Евфрат», «Российский электронный документооборот (REDO)», СЭД «МОСЭДО» в Правительстве Москвы и др. Задача всех этих систем – чтобы документ в электронном виде прошел весь путь от автора до подписанта и исполнителя без необходимости распечатывать его на промежуточных стадиях.</a:t>
            </a:r>
          </a:p>
        </p:txBody>
      </p:sp>
      <p:sp>
        <p:nvSpPr>
          <p:cNvPr id="4" name="Номер слайда 3"/>
          <p:cNvSpPr>
            <a:spLocks noGrp="1"/>
          </p:cNvSpPr>
          <p:nvPr>
            <p:ph type="sldNum" sz="quarter" idx="5"/>
          </p:nvPr>
        </p:nvSpPr>
        <p:spPr/>
        <p:txBody>
          <a:bodyPr/>
          <a:lstStyle/>
          <a:p>
            <a:fld id="{DB4FA6E8-849D-47CC-BFE3-7A530CFB6D95}" type="slidenum">
              <a:rPr lang="ru-RU" smtClean="0"/>
              <a:t>44</a:t>
            </a:fld>
            <a:endParaRPr lang="ru-RU"/>
          </a:p>
        </p:txBody>
      </p:sp>
    </p:spTree>
    <p:extLst>
      <p:ext uri="{BB962C8B-B14F-4D97-AF65-F5344CB8AC3E}">
        <p14:creationId xmlns:p14="http://schemas.microsoft.com/office/powerpoint/2010/main" val="30295942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1" kern="1200" dirty="0">
                <a:solidFill>
                  <a:schemeClr val="tx1"/>
                </a:solidFill>
                <a:effectLst/>
                <a:latin typeface="+mn-lt"/>
                <a:ea typeface="+mn-ea"/>
                <a:cs typeface="+mn-cs"/>
              </a:rPr>
              <a:t>Правовое регулирование ЭДО.</a:t>
            </a:r>
            <a:r>
              <a:rPr lang="ru-RU" sz="1200" kern="1200" dirty="0">
                <a:solidFill>
                  <a:schemeClr val="tx1"/>
                </a:solidFill>
                <a:effectLst/>
                <a:latin typeface="+mn-lt"/>
                <a:ea typeface="+mn-ea"/>
                <a:cs typeface="+mn-cs"/>
              </a:rPr>
              <a:t> К электронным документам применимы общие требования, плюс особые, связанные с электронными подписями. Федеральный закон № 63-ФЗ «Об электронной подписи» (2011) определяет, что квалифицированная электронная подпись приравнивается к собственноручной на документе, если соблюдены условия. Многие органы власти уже принимают электронные документы от граждан – например, обращения через интернет – и обязаны накладывать на ответ КЭП, чтобы он имел юридическую силу. Закон № 149-ФЗ «Об информации…» также содержит норму (ст. 11), что Правительство РФ устанавливает порядок документирования управленческой информации в электронном виде для федеральных органов</a:t>
            </a:r>
            <a:r>
              <a:rPr lang="ru-RU" sz="1200" kern="1200" dirty="0">
                <a:solidFill>
                  <a:schemeClr val="tx1"/>
                </a:solidFill>
                <a:effectLst/>
                <a:latin typeface="+mn-lt"/>
                <a:ea typeface="+mn-ea"/>
                <a:cs typeface="+mn-cs"/>
                <a:hlinkClick r:id="rId3"/>
              </a:rPr>
              <a:t>[4]</a:t>
            </a:r>
            <a:r>
              <a:rPr lang="ru-RU" sz="1200" kern="1200" dirty="0">
                <a:solidFill>
                  <a:schemeClr val="tx1"/>
                </a:solidFill>
                <a:effectLst/>
                <a:latin typeface="+mn-lt"/>
                <a:ea typeface="+mn-ea"/>
                <a:cs typeface="+mn-cs"/>
              </a:rPr>
              <a:t>. Постановлением Правительства № 476 от 15.06.2009 были утверждены правила электронного документооборота в федеральных органах, которые затем трансформировались в ведомственные регламенты.</a:t>
            </a:r>
          </a:p>
          <a:p>
            <a:r>
              <a:rPr lang="ru-RU" sz="1200" b="1" kern="1200" dirty="0">
                <a:solidFill>
                  <a:schemeClr val="tx1"/>
                </a:solidFill>
                <a:effectLst/>
                <a:latin typeface="+mn-lt"/>
                <a:ea typeface="+mn-ea"/>
                <a:cs typeface="+mn-cs"/>
              </a:rPr>
              <a:t>Возможности СЭД.</a:t>
            </a:r>
            <a:r>
              <a:rPr lang="ru-RU" sz="1200" kern="1200" dirty="0">
                <a:solidFill>
                  <a:schemeClr val="tx1"/>
                </a:solidFill>
                <a:effectLst/>
                <a:latin typeface="+mn-lt"/>
                <a:ea typeface="+mn-ea"/>
                <a:cs typeface="+mn-cs"/>
              </a:rPr>
              <a:t> Современная система документооборота решает множество задач: - </a:t>
            </a:r>
            <a:r>
              <a:rPr lang="ru-RU" sz="1200" b="1" kern="1200" dirty="0">
                <a:solidFill>
                  <a:schemeClr val="tx1"/>
                </a:solidFill>
                <a:effectLst/>
                <a:latin typeface="+mn-lt"/>
                <a:ea typeface="+mn-ea"/>
                <a:cs typeface="+mn-cs"/>
              </a:rPr>
              <a:t>Регистрация документов</a:t>
            </a:r>
            <a:r>
              <a:rPr lang="ru-RU" sz="1200" kern="1200" dirty="0">
                <a:solidFill>
                  <a:schemeClr val="tx1"/>
                </a:solidFill>
                <a:effectLst/>
                <a:latin typeface="+mn-lt"/>
                <a:ea typeface="+mn-ea"/>
                <a:cs typeface="+mn-cs"/>
              </a:rPr>
              <a:t> – входящие письма регистрируются в электронном журнале, им присваивается номер, скан прикрепляется (для бумажных входящих) либо само электронное письмо импортируется. Исходящие также оформляются и регистрируются в системе, которая сама проставляет номер и дату. - </a:t>
            </a:r>
            <a:r>
              <a:rPr lang="ru-RU" sz="1200" b="1" kern="1200" dirty="0">
                <a:solidFill>
                  <a:schemeClr val="tx1"/>
                </a:solidFill>
                <a:effectLst/>
                <a:latin typeface="+mn-lt"/>
                <a:ea typeface="+mn-ea"/>
                <a:cs typeface="+mn-cs"/>
              </a:rPr>
              <a:t>Резолюции и поручения</a:t>
            </a:r>
            <a:r>
              <a:rPr lang="ru-RU" sz="1200" kern="1200" dirty="0">
                <a:solidFill>
                  <a:schemeClr val="tx1"/>
                </a:solidFill>
                <a:effectLst/>
                <a:latin typeface="+mn-lt"/>
                <a:ea typeface="+mn-ea"/>
                <a:cs typeface="+mn-cs"/>
              </a:rPr>
              <a:t> – после регистрации входящий документ сразу в системе направляется на рассмотрение руководителю. Руководитель читает скан на экране и накладывает резолюцию в электронной форме (иногда с использованием электронной подписи или просто выбирая исполнителя и вводя текст поручения). СЭД рассылает задачи исполнителям, уведомляет их. - </a:t>
            </a:r>
            <a:r>
              <a:rPr lang="ru-RU" sz="1200" b="1" kern="1200" dirty="0">
                <a:solidFill>
                  <a:schemeClr val="tx1"/>
                </a:solidFill>
                <a:effectLst/>
                <a:latin typeface="+mn-lt"/>
                <a:ea typeface="+mn-ea"/>
                <a:cs typeface="+mn-cs"/>
              </a:rPr>
              <a:t>Согласование проектов</a:t>
            </a:r>
            <a:r>
              <a:rPr lang="ru-RU" sz="1200" kern="1200" dirty="0">
                <a:solidFill>
                  <a:schemeClr val="tx1"/>
                </a:solidFill>
                <a:effectLst/>
                <a:latin typeface="+mn-lt"/>
                <a:ea typeface="+mn-ea"/>
                <a:cs typeface="+mn-cs"/>
              </a:rPr>
              <a:t> – внутренние документы (проекты приказов, писем) создаются сразу в СЭД (или загружаются в нее) и отправляются на согласование. Участники согласования получают уведомление, визируют документ электронной визой (ЭП или пометкой «согласовано/есть замечания»). СЭД поддерживает параллельное или последовательное согласование, ведет протокол – кто когда согласовал. - </a:t>
            </a:r>
            <a:r>
              <a:rPr lang="ru-RU" sz="1200" b="1" kern="1200" dirty="0">
                <a:solidFill>
                  <a:schemeClr val="tx1"/>
                </a:solidFill>
                <a:effectLst/>
                <a:latin typeface="+mn-lt"/>
                <a:ea typeface="+mn-ea"/>
                <a:cs typeface="+mn-cs"/>
              </a:rPr>
              <a:t>Подписание</a:t>
            </a:r>
            <a:r>
              <a:rPr lang="ru-RU" sz="1200" kern="1200" dirty="0">
                <a:solidFill>
                  <a:schemeClr val="tx1"/>
                </a:solidFill>
                <a:effectLst/>
                <a:latin typeface="+mn-lt"/>
                <a:ea typeface="+mn-ea"/>
                <a:cs typeface="+mn-cs"/>
              </a:rPr>
              <a:t> – после согласований проект попадает на подписание руководству. Руководитель подписывает квалифицированной ЭП. Документ получает статус «подписан», ему присваиваются реквизиты исходящего. Отпадает необходимость распечатывать документ для подписи. - </a:t>
            </a:r>
            <a:r>
              <a:rPr lang="ru-RU" sz="1200" b="1" kern="1200" dirty="0">
                <a:solidFill>
                  <a:schemeClr val="tx1"/>
                </a:solidFill>
                <a:effectLst/>
                <a:latin typeface="+mn-lt"/>
                <a:ea typeface="+mn-ea"/>
                <a:cs typeface="+mn-cs"/>
              </a:rPr>
              <a:t>Отправка адресату</a:t>
            </a:r>
            <a:r>
              <a:rPr lang="ru-RU" sz="1200" kern="1200" dirty="0">
                <a:solidFill>
                  <a:schemeClr val="tx1"/>
                </a:solidFill>
                <a:effectLst/>
                <a:latin typeface="+mn-lt"/>
                <a:ea typeface="+mn-ea"/>
                <a:cs typeface="+mn-cs"/>
              </a:rPr>
              <a:t> – если адресат тоже подключен к ЭДО (например, орган власти – участник МЭДО), то исходящий документ уходит </a:t>
            </a:r>
            <a:r>
              <a:rPr lang="ru-RU" sz="1200" kern="1200" dirty="0" err="1">
                <a:solidFill>
                  <a:schemeClr val="tx1"/>
                </a:solidFill>
                <a:effectLst/>
                <a:latin typeface="+mn-lt"/>
                <a:ea typeface="+mn-ea"/>
                <a:cs typeface="+mn-cs"/>
              </a:rPr>
              <a:t>электронно</a:t>
            </a:r>
            <a:r>
              <a:rPr lang="ru-RU" sz="1200" kern="1200" dirty="0">
                <a:solidFill>
                  <a:schemeClr val="tx1"/>
                </a:solidFill>
                <a:effectLst/>
                <a:latin typeface="+mn-lt"/>
                <a:ea typeface="+mn-ea"/>
                <a:cs typeface="+mn-cs"/>
              </a:rPr>
              <a:t> через шлюз. Если же адресат внешний (гражданин, организация без ЭДО), тогда либо документ распечатывается и отправляется почтой, либо гражданину – на </a:t>
            </a:r>
            <a:r>
              <a:rPr lang="ru-RU" sz="1200" kern="1200" dirty="0" err="1">
                <a:solidFill>
                  <a:schemeClr val="tx1"/>
                </a:solidFill>
                <a:effectLst/>
                <a:latin typeface="+mn-lt"/>
                <a:ea typeface="+mn-ea"/>
                <a:cs typeface="+mn-cs"/>
              </a:rPr>
              <a:t>email</a:t>
            </a:r>
            <a:r>
              <a:rPr lang="ru-RU" sz="1200" kern="1200" dirty="0">
                <a:solidFill>
                  <a:schemeClr val="tx1"/>
                </a:solidFill>
                <a:effectLst/>
                <a:latin typeface="+mn-lt"/>
                <a:ea typeface="+mn-ea"/>
                <a:cs typeface="+mn-cs"/>
              </a:rPr>
              <a:t> с электронной подписью, либо через портал госуслуг в личный кабинет. - </a:t>
            </a:r>
            <a:r>
              <a:rPr lang="ru-RU" sz="1200" b="1" kern="1200" dirty="0">
                <a:solidFill>
                  <a:schemeClr val="tx1"/>
                </a:solidFill>
                <a:effectLst/>
                <a:latin typeface="+mn-lt"/>
                <a:ea typeface="+mn-ea"/>
                <a:cs typeface="+mn-cs"/>
              </a:rPr>
              <a:t>Хранение и поиск</a:t>
            </a:r>
            <a:r>
              <a:rPr lang="ru-RU" sz="1200" kern="1200" dirty="0">
                <a:solidFill>
                  <a:schemeClr val="tx1"/>
                </a:solidFill>
                <a:effectLst/>
                <a:latin typeface="+mn-lt"/>
                <a:ea typeface="+mn-ea"/>
                <a:cs typeface="+mn-cs"/>
              </a:rPr>
              <a:t> – все электронные документы сохраняются в базе данных СЭД. Их можно быстро найти по номеру, дате, ключевым словам. Это решает проблему затерянных бумаг. Также система хранит связи: например, видна цепочка – исходящее письмо и то обращение, на которое оно ответ; проект документа и все его согласования и т.д. - </a:t>
            </a:r>
            <a:r>
              <a:rPr lang="ru-RU" sz="1200" b="1" kern="1200" dirty="0">
                <a:solidFill>
                  <a:schemeClr val="tx1"/>
                </a:solidFill>
                <a:effectLst/>
                <a:latin typeface="+mn-lt"/>
                <a:ea typeface="+mn-ea"/>
                <a:cs typeface="+mn-cs"/>
              </a:rPr>
              <a:t>Контроль исполнения</a:t>
            </a:r>
            <a:r>
              <a:rPr lang="ru-RU" sz="1200" kern="1200" dirty="0">
                <a:solidFill>
                  <a:schemeClr val="tx1"/>
                </a:solidFill>
                <a:effectLst/>
                <a:latin typeface="+mn-lt"/>
                <a:ea typeface="+mn-ea"/>
                <a:cs typeface="+mn-cs"/>
              </a:rPr>
              <a:t> – СЭД автоматически отслеживает сроки исполнения поручений. Если приближается дедлайн, исполнителям и их начальникам приходят напоминания. Руководство может в любой момент посмотреть отчет – сколько поручений просрочено, какие документы на контроле. Это повышает дисциплину и позволяет не держать все в голове.</a:t>
            </a:r>
          </a:p>
          <a:p>
            <a:r>
              <a:rPr lang="ru-RU" sz="1200" kern="1200" dirty="0">
                <a:solidFill>
                  <a:schemeClr val="tx1"/>
                </a:solidFill>
                <a:effectLst/>
                <a:latin typeface="+mn-lt"/>
                <a:ea typeface="+mn-ea"/>
                <a:cs typeface="+mn-cs"/>
              </a:rPr>
              <a:t>Правила делопроизводства предписывают, что </a:t>
            </a:r>
            <a:r>
              <a:rPr lang="ru-RU" sz="1200" b="1" kern="1200" dirty="0">
                <a:solidFill>
                  <a:schemeClr val="tx1"/>
                </a:solidFill>
                <a:effectLst/>
                <a:latin typeface="+mn-lt"/>
                <a:ea typeface="+mn-ea"/>
                <a:cs typeface="+mn-cs"/>
              </a:rPr>
              <a:t>документооборот органа осуществляется с применением СЭД</a:t>
            </a:r>
            <a:r>
              <a:rPr lang="ru-RU" sz="1200" kern="1200" dirty="0">
                <a:solidFill>
                  <a:schemeClr val="tx1"/>
                </a:solidFill>
                <a:effectLst/>
                <a:latin typeface="+mn-lt"/>
                <a:ea typeface="+mn-ea"/>
                <a:cs typeface="+mn-cs"/>
                <a:hlinkClick r:id="rId4"/>
              </a:rPr>
              <a:t>[84]</a:t>
            </a:r>
            <a:r>
              <a:rPr lang="ru-RU" sz="1200" kern="1200" dirty="0">
                <a:solidFill>
                  <a:schemeClr val="tx1"/>
                </a:solidFill>
                <a:effectLst/>
                <a:latin typeface="+mn-lt"/>
                <a:ea typeface="+mn-ea"/>
                <a:cs typeface="+mn-cs"/>
              </a:rPr>
              <a:t>, а отдельные информационные системы (например, система обработки обращений, система кадрового учета) должны интегрироваться с основной СЭД для обеспечения единого цикла работы с документами</a:t>
            </a:r>
            <a:r>
              <a:rPr lang="ru-RU" sz="1200" kern="1200" dirty="0">
                <a:solidFill>
                  <a:schemeClr val="tx1"/>
                </a:solidFill>
                <a:effectLst/>
                <a:latin typeface="+mn-lt"/>
                <a:ea typeface="+mn-ea"/>
                <a:cs typeface="+mn-cs"/>
                <a:hlinkClick r:id="rId5"/>
              </a:rPr>
              <a:t>[85]</a:t>
            </a:r>
            <a:r>
              <a:rPr lang="ru-RU" sz="1200" kern="1200" dirty="0">
                <a:solidFill>
                  <a:schemeClr val="tx1"/>
                </a:solidFill>
                <a:effectLst/>
                <a:latin typeface="+mn-lt"/>
                <a:ea typeface="+mn-ea"/>
                <a:cs typeface="+mn-cs"/>
              </a:rPr>
              <a:t>. В Москве создана интегрированная система межведомственного электронного взаимодействия – столичные ведомства могут обмениваться электронными документами друг с другом и с федеральными органами.</a:t>
            </a:r>
          </a:p>
          <a:p>
            <a:r>
              <a:rPr lang="ru-RU" sz="1200" b="1" kern="1200" dirty="0">
                <a:solidFill>
                  <a:schemeClr val="tx1"/>
                </a:solidFill>
                <a:effectLst/>
                <a:latin typeface="+mn-lt"/>
                <a:ea typeface="+mn-ea"/>
                <a:cs typeface="+mn-cs"/>
              </a:rPr>
              <a:t>Электронный архив.</a:t>
            </a:r>
            <a:r>
              <a:rPr lang="ru-RU" sz="1200" kern="1200" dirty="0">
                <a:solidFill>
                  <a:schemeClr val="tx1"/>
                </a:solidFill>
                <a:effectLst/>
                <a:latin typeface="+mn-lt"/>
                <a:ea typeface="+mn-ea"/>
                <a:cs typeface="+mn-cs"/>
              </a:rPr>
              <a:t> СЭД обычно включает модуль архива – когда истекает срок текущего хранения, дела «закрываются» в системе и могут быть выгружены на долговременное хранение в электронном архиве или на материальном носителе. При этом должны соблюдаться требования законодательства об архивном деле и об ЭДО, чтобы через годы можно было прочитать файлы (используются открытые форматы PDF/A, XML и т.п.).</a:t>
            </a:r>
          </a:p>
        </p:txBody>
      </p:sp>
      <p:sp>
        <p:nvSpPr>
          <p:cNvPr id="4" name="Номер слайда 3"/>
          <p:cNvSpPr>
            <a:spLocks noGrp="1"/>
          </p:cNvSpPr>
          <p:nvPr>
            <p:ph type="sldNum" sz="quarter" idx="5"/>
          </p:nvPr>
        </p:nvSpPr>
        <p:spPr/>
        <p:txBody>
          <a:bodyPr/>
          <a:lstStyle/>
          <a:p>
            <a:fld id="{DB4FA6E8-849D-47CC-BFE3-7A530CFB6D95}" type="slidenum">
              <a:rPr lang="ru-RU" smtClean="0"/>
              <a:t>45</a:t>
            </a:fld>
            <a:endParaRPr lang="ru-RU"/>
          </a:p>
        </p:txBody>
      </p:sp>
    </p:spTree>
    <p:extLst>
      <p:ext uri="{BB962C8B-B14F-4D97-AF65-F5344CB8AC3E}">
        <p14:creationId xmlns:p14="http://schemas.microsoft.com/office/powerpoint/2010/main" val="2037553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AE7F45-22C0-3755-4876-27C3A4FD9B75}"/>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D898CB2-11BF-5143-5B99-39109A55CD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D5E6FBF9-EAB2-A676-AB16-AA9310EC3F41}"/>
              </a:ext>
            </a:extLst>
          </p:cNvPr>
          <p:cNvSpPr>
            <a:spLocks noGrp="1"/>
          </p:cNvSpPr>
          <p:nvPr>
            <p:ph type="dt" sz="half" idx="10"/>
          </p:nvPr>
        </p:nvSpPr>
        <p:spPr/>
        <p:txBody>
          <a:bodyPr/>
          <a:lstStyle/>
          <a:p>
            <a:fld id="{3BC93059-A4B1-4F89-9A5E-D6BA2A7223C0}" type="datetime1">
              <a:rPr lang="ru-RU" smtClean="0"/>
              <a:t>06.11.2025</a:t>
            </a:fld>
            <a:endParaRPr lang="ru-RU"/>
          </a:p>
        </p:txBody>
      </p:sp>
      <p:sp>
        <p:nvSpPr>
          <p:cNvPr id="5" name="Нижний колонтитул 4">
            <a:extLst>
              <a:ext uri="{FF2B5EF4-FFF2-40B4-BE49-F238E27FC236}">
                <a16:creationId xmlns:a16="http://schemas.microsoft.com/office/drawing/2014/main" id="{9247C384-706B-4752-1FD4-83A1FEB0063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3E5DF13-632D-DFC3-8275-1E8C73C212FA}"/>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2466845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098566-D971-33E9-8DF3-0036EA4182B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4C6FD9A0-D1FD-E6B4-6BD2-28B2D270F006}"/>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741F12B-7E09-57FB-EB1E-385BA3319F69}"/>
              </a:ext>
            </a:extLst>
          </p:cNvPr>
          <p:cNvSpPr>
            <a:spLocks noGrp="1"/>
          </p:cNvSpPr>
          <p:nvPr>
            <p:ph type="dt" sz="half" idx="10"/>
          </p:nvPr>
        </p:nvSpPr>
        <p:spPr/>
        <p:txBody>
          <a:bodyPr/>
          <a:lstStyle/>
          <a:p>
            <a:fld id="{B2447D49-FE97-4534-9399-61FA1DFE3A15}" type="datetime1">
              <a:rPr lang="ru-RU" smtClean="0"/>
              <a:t>06.11.2025</a:t>
            </a:fld>
            <a:endParaRPr lang="ru-RU"/>
          </a:p>
        </p:txBody>
      </p:sp>
      <p:sp>
        <p:nvSpPr>
          <p:cNvPr id="5" name="Нижний колонтитул 4">
            <a:extLst>
              <a:ext uri="{FF2B5EF4-FFF2-40B4-BE49-F238E27FC236}">
                <a16:creationId xmlns:a16="http://schemas.microsoft.com/office/drawing/2014/main" id="{A7BBEF9A-026E-BB46-2736-B3A171F6A95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03A777A-395A-1F6A-4745-650CB2197AB9}"/>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2707871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20DB0B-38CB-B7B6-19DD-B6BDEF4C3A72}"/>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A6827E8A-645E-1582-FA5F-DC961A9750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94CFCC63-71EA-0937-AFAF-565691384252}"/>
              </a:ext>
            </a:extLst>
          </p:cNvPr>
          <p:cNvSpPr>
            <a:spLocks noGrp="1"/>
          </p:cNvSpPr>
          <p:nvPr>
            <p:ph type="dt" sz="half" idx="10"/>
          </p:nvPr>
        </p:nvSpPr>
        <p:spPr/>
        <p:txBody>
          <a:bodyPr/>
          <a:lstStyle/>
          <a:p>
            <a:fld id="{E143BE77-0092-407F-9C3A-DAE1798E31BD}" type="datetime1">
              <a:rPr lang="ru-RU" smtClean="0"/>
              <a:t>06.11.2025</a:t>
            </a:fld>
            <a:endParaRPr lang="ru-RU"/>
          </a:p>
        </p:txBody>
      </p:sp>
      <p:sp>
        <p:nvSpPr>
          <p:cNvPr id="5" name="Нижний колонтитул 4">
            <a:extLst>
              <a:ext uri="{FF2B5EF4-FFF2-40B4-BE49-F238E27FC236}">
                <a16:creationId xmlns:a16="http://schemas.microsoft.com/office/drawing/2014/main" id="{E80E5CD9-3E16-4518-5027-E3A0E2409F5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8DA5688-A25E-6FF8-0C6E-95A857B9FAD2}"/>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2604661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741FAE-8BEA-7920-602E-953C3DAAF10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63D5004-FE55-D18C-DBB3-09C34F9AAD18}"/>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342ED678-78EB-8806-D0F2-2729082B6C9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5424ACA8-8C91-BEA4-F5BF-59AD0C0261F4}"/>
              </a:ext>
            </a:extLst>
          </p:cNvPr>
          <p:cNvSpPr>
            <a:spLocks noGrp="1"/>
          </p:cNvSpPr>
          <p:nvPr>
            <p:ph type="dt" sz="half" idx="10"/>
          </p:nvPr>
        </p:nvSpPr>
        <p:spPr/>
        <p:txBody>
          <a:bodyPr/>
          <a:lstStyle/>
          <a:p>
            <a:fld id="{0894C5D4-DB31-479A-83AA-9B0D78097B6E}" type="datetime1">
              <a:rPr lang="ru-RU" smtClean="0"/>
              <a:t>06.11.2025</a:t>
            </a:fld>
            <a:endParaRPr lang="ru-RU"/>
          </a:p>
        </p:txBody>
      </p:sp>
      <p:sp>
        <p:nvSpPr>
          <p:cNvPr id="6" name="Нижний колонтитул 5">
            <a:extLst>
              <a:ext uri="{FF2B5EF4-FFF2-40B4-BE49-F238E27FC236}">
                <a16:creationId xmlns:a16="http://schemas.microsoft.com/office/drawing/2014/main" id="{AAB578CD-1F47-45FC-67BC-510D1BFC122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4B34A73-08E3-64FB-8675-8FB11630872A}"/>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707699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052592-FE17-3F4A-53F4-E741EE093443}"/>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6C99846D-70C3-1BC8-1E5F-B0FB170EF5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79C27FC-D4D5-453E-97DB-F5F458954DB8}"/>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5174B9D7-7DEF-806E-06DC-46D8AEFF3E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8F9A4598-F89F-129E-5695-03D42FF1FD6E}"/>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EA1F9239-0756-9A7C-E85F-ADE894209CD6}"/>
              </a:ext>
            </a:extLst>
          </p:cNvPr>
          <p:cNvSpPr>
            <a:spLocks noGrp="1"/>
          </p:cNvSpPr>
          <p:nvPr>
            <p:ph type="dt" sz="half" idx="10"/>
          </p:nvPr>
        </p:nvSpPr>
        <p:spPr/>
        <p:txBody>
          <a:bodyPr/>
          <a:lstStyle/>
          <a:p>
            <a:fld id="{2CBD6A3B-929D-4387-89DA-6D3C4C08F32D}" type="datetime1">
              <a:rPr lang="ru-RU" smtClean="0"/>
              <a:t>06.11.2025</a:t>
            </a:fld>
            <a:endParaRPr lang="ru-RU"/>
          </a:p>
        </p:txBody>
      </p:sp>
      <p:sp>
        <p:nvSpPr>
          <p:cNvPr id="8" name="Нижний колонтитул 7">
            <a:extLst>
              <a:ext uri="{FF2B5EF4-FFF2-40B4-BE49-F238E27FC236}">
                <a16:creationId xmlns:a16="http://schemas.microsoft.com/office/drawing/2014/main" id="{7808823F-DFB2-C50E-820F-5059C6637C90}"/>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41C5CEF5-0D11-2D10-AE6C-64A890AB93CC}"/>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3369795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D2F36E-65F1-FEC9-0FF7-634EEE14205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F0AB1B1C-B95E-329C-C548-5C467B9D4FAB}"/>
              </a:ext>
            </a:extLst>
          </p:cNvPr>
          <p:cNvSpPr>
            <a:spLocks noGrp="1"/>
          </p:cNvSpPr>
          <p:nvPr>
            <p:ph type="dt" sz="half" idx="10"/>
          </p:nvPr>
        </p:nvSpPr>
        <p:spPr/>
        <p:txBody>
          <a:bodyPr/>
          <a:lstStyle/>
          <a:p>
            <a:fld id="{CECCFE3B-DA61-414E-979B-332CE4636471}" type="datetime1">
              <a:rPr lang="ru-RU" smtClean="0"/>
              <a:t>06.11.2025</a:t>
            </a:fld>
            <a:endParaRPr lang="ru-RU"/>
          </a:p>
        </p:txBody>
      </p:sp>
      <p:sp>
        <p:nvSpPr>
          <p:cNvPr id="4" name="Нижний колонтитул 3">
            <a:extLst>
              <a:ext uri="{FF2B5EF4-FFF2-40B4-BE49-F238E27FC236}">
                <a16:creationId xmlns:a16="http://schemas.microsoft.com/office/drawing/2014/main" id="{C2509588-C7A1-2BE6-561E-14A050B9194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95156672-23AF-C582-FE21-0F33C1B25C0A}"/>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1230662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49D71F6-4BE9-7E1B-2903-499D02FE5FF1}"/>
              </a:ext>
            </a:extLst>
          </p:cNvPr>
          <p:cNvSpPr>
            <a:spLocks noGrp="1"/>
          </p:cNvSpPr>
          <p:nvPr>
            <p:ph type="dt" sz="half" idx="10"/>
          </p:nvPr>
        </p:nvSpPr>
        <p:spPr/>
        <p:txBody>
          <a:bodyPr/>
          <a:lstStyle/>
          <a:p>
            <a:fld id="{3F484D89-3FC7-49D3-B79F-205D84AB5CDF}" type="datetime1">
              <a:rPr lang="ru-RU" smtClean="0"/>
              <a:t>06.11.2025</a:t>
            </a:fld>
            <a:endParaRPr lang="ru-RU"/>
          </a:p>
        </p:txBody>
      </p:sp>
      <p:sp>
        <p:nvSpPr>
          <p:cNvPr id="3" name="Нижний колонтитул 2">
            <a:extLst>
              <a:ext uri="{FF2B5EF4-FFF2-40B4-BE49-F238E27FC236}">
                <a16:creationId xmlns:a16="http://schemas.microsoft.com/office/drawing/2014/main" id="{84987A46-8CDB-298D-1113-5B479AE427CA}"/>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60B1345-4B76-6412-CB2E-BA7B16F45C7A}"/>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4015891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A15DEA-388D-4977-E6B7-E598ACA31BC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285E70B0-5D25-6257-DFEC-07D64ABE26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090997D-B080-181A-48C9-C927D8055A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2ECCC85-A963-0848-B0E9-FDABE9A35724}"/>
              </a:ext>
            </a:extLst>
          </p:cNvPr>
          <p:cNvSpPr>
            <a:spLocks noGrp="1"/>
          </p:cNvSpPr>
          <p:nvPr>
            <p:ph type="dt" sz="half" idx="10"/>
          </p:nvPr>
        </p:nvSpPr>
        <p:spPr/>
        <p:txBody>
          <a:bodyPr/>
          <a:lstStyle/>
          <a:p>
            <a:fld id="{069632BB-88F6-4460-991F-1645A534CF4B}" type="datetime1">
              <a:rPr lang="ru-RU" smtClean="0"/>
              <a:t>06.11.2025</a:t>
            </a:fld>
            <a:endParaRPr lang="ru-RU"/>
          </a:p>
        </p:txBody>
      </p:sp>
      <p:sp>
        <p:nvSpPr>
          <p:cNvPr id="6" name="Нижний колонтитул 5">
            <a:extLst>
              <a:ext uri="{FF2B5EF4-FFF2-40B4-BE49-F238E27FC236}">
                <a16:creationId xmlns:a16="http://schemas.microsoft.com/office/drawing/2014/main" id="{E611ED01-45FE-F34D-5134-9F38C1F0B68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70FC121-51F9-83CD-FA70-51DE15B614DE}"/>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200625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728D05-6A82-F6B8-6DAF-169F620DD994}"/>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AB6A8E66-8047-3546-1AA4-D05A556D9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1D12A6AC-B33B-0820-2ADE-BF2B523A65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E36B7B4-A4C8-49C1-02A7-26FA3B8CF654}"/>
              </a:ext>
            </a:extLst>
          </p:cNvPr>
          <p:cNvSpPr>
            <a:spLocks noGrp="1"/>
          </p:cNvSpPr>
          <p:nvPr>
            <p:ph type="dt" sz="half" idx="10"/>
          </p:nvPr>
        </p:nvSpPr>
        <p:spPr/>
        <p:txBody>
          <a:bodyPr/>
          <a:lstStyle/>
          <a:p>
            <a:fld id="{BABD564D-C6CA-4D7F-8D0B-86900A4693DC}" type="datetime1">
              <a:rPr lang="ru-RU" smtClean="0"/>
              <a:t>06.11.2025</a:t>
            </a:fld>
            <a:endParaRPr lang="ru-RU"/>
          </a:p>
        </p:txBody>
      </p:sp>
      <p:sp>
        <p:nvSpPr>
          <p:cNvPr id="6" name="Нижний колонтитул 5">
            <a:extLst>
              <a:ext uri="{FF2B5EF4-FFF2-40B4-BE49-F238E27FC236}">
                <a16:creationId xmlns:a16="http://schemas.microsoft.com/office/drawing/2014/main" id="{84F3F352-1F38-D066-0AD3-8A41637BCD7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E3AA7A0-82E9-9AE9-6FEB-27980E11AA23}"/>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2426081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6B9492-6ADA-8A50-410F-D0CDFFEE959B}"/>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8568F4F3-2256-1B6E-25D1-623B77135570}"/>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0E1122D-A8F8-0D37-A51D-6D4A65492678}"/>
              </a:ext>
            </a:extLst>
          </p:cNvPr>
          <p:cNvSpPr>
            <a:spLocks noGrp="1"/>
          </p:cNvSpPr>
          <p:nvPr>
            <p:ph type="dt" sz="half" idx="10"/>
          </p:nvPr>
        </p:nvSpPr>
        <p:spPr/>
        <p:txBody>
          <a:bodyPr/>
          <a:lstStyle/>
          <a:p>
            <a:fld id="{F882CAB7-1EBC-4BF7-830D-3BEBBCFEDEE8}" type="datetime1">
              <a:rPr lang="ru-RU" smtClean="0"/>
              <a:t>06.11.2025</a:t>
            </a:fld>
            <a:endParaRPr lang="ru-RU"/>
          </a:p>
        </p:txBody>
      </p:sp>
      <p:sp>
        <p:nvSpPr>
          <p:cNvPr id="5" name="Нижний колонтитул 4">
            <a:extLst>
              <a:ext uri="{FF2B5EF4-FFF2-40B4-BE49-F238E27FC236}">
                <a16:creationId xmlns:a16="http://schemas.microsoft.com/office/drawing/2014/main" id="{5072637C-0929-6EFC-17A2-A095DA12AEA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07DB81C-B0BC-E666-920B-777529FC7C65}"/>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4053810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1DE4B259-8597-372C-8F33-AB52C73DE527}"/>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51592995-794D-A29D-A96B-2C15C26824B8}"/>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28DA033-8ABD-5656-C140-0D703123B431}"/>
              </a:ext>
            </a:extLst>
          </p:cNvPr>
          <p:cNvSpPr>
            <a:spLocks noGrp="1"/>
          </p:cNvSpPr>
          <p:nvPr>
            <p:ph type="dt" sz="half" idx="10"/>
          </p:nvPr>
        </p:nvSpPr>
        <p:spPr/>
        <p:txBody>
          <a:bodyPr/>
          <a:lstStyle/>
          <a:p>
            <a:fld id="{73FC1A71-4F18-4FA3-94C7-F6E1F4AC2105}" type="datetime1">
              <a:rPr lang="ru-RU" smtClean="0"/>
              <a:t>06.11.2025</a:t>
            </a:fld>
            <a:endParaRPr lang="ru-RU"/>
          </a:p>
        </p:txBody>
      </p:sp>
      <p:sp>
        <p:nvSpPr>
          <p:cNvPr id="5" name="Нижний колонтитул 4">
            <a:extLst>
              <a:ext uri="{FF2B5EF4-FFF2-40B4-BE49-F238E27FC236}">
                <a16:creationId xmlns:a16="http://schemas.microsoft.com/office/drawing/2014/main" id="{07C36A27-1D8D-3463-3887-AC09B848940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850BE79-CA70-6D5C-F7BB-5802110613CD}"/>
              </a:ext>
            </a:extLst>
          </p:cNvPr>
          <p:cNvSpPr>
            <a:spLocks noGrp="1"/>
          </p:cNvSpPr>
          <p:nvPr>
            <p:ph type="sldNum" sz="quarter" idx="12"/>
          </p:nvPr>
        </p:nvSpPr>
        <p:spPr/>
        <p:txBody>
          <a:bodyPr/>
          <a:lstStyle/>
          <a:p>
            <a:fld id="{A5CD6344-69F2-4F2A-9E84-A8C1A071765E}" type="slidenum">
              <a:rPr lang="ru-RU" smtClean="0"/>
              <a:t>‹#›</a:t>
            </a:fld>
            <a:endParaRPr lang="ru-RU"/>
          </a:p>
        </p:txBody>
      </p:sp>
    </p:spTree>
    <p:extLst>
      <p:ext uri="{BB962C8B-B14F-4D97-AF65-F5344CB8AC3E}">
        <p14:creationId xmlns:p14="http://schemas.microsoft.com/office/powerpoint/2010/main" val="1951731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ED0978-A11D-8D7D-C2F1-0B4CA24C23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34683307-6209-7D9D-2CAC-7DDFBF1141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C1AB120-01F3-5632-03FD-D7B43C8B2B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5F4285-8F88-4F6B-8DBD-84D36D194500}" type="datetime1">
              <a:rPr lang="ru-RU" smtClean="0"/>
              <a:t>06.11.2025</a:t>
            </a:fld>
            <a:endParaRPr lang="ru-RU"/>
          </a:p>
        </p:txBody>
      </p:sp>
      <p:sp>
        <p:nvSpPr>
          <p:cNvPr id="5" name="Нижний колонтитул 4">
            <a:extLst>
              <a:ext uri="{FF2B5EF4-FFF2-40B4-BE49-F238E27FC236}">
                <a16:creationId xmlns:a16="http://schemas.microsoft.com/office/drawing/2014/main" id="{1CB4C7C4-E408-BADE-1F27-131C777DA8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A9D58696-7E0C-E070-8156-B50F1F43D2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CD6344-69F2-4F2A-9E84-A8C1A071765E}" type="slidenum">
              <a:rPr lang="ru-RU" smtClean="0"/>
              <a:t>‹#›</a:t>
            </a:fld>
            <a:endParaRPr lang="ru-RU"/>
          </a:p>
        </p:txBody>
      </p:sp>
    </p:spTree>
    <p:extLst>
      <p:ext uri="{BB962C8B-B14F-4D97-AF65-F5344CB8AC3E}">
        <p14:creationId xmlns:p14="http://schemas.microsoft.com/office/powerpoint/2010/main" val="3658607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10" Type="http://schemas.openxmlformats.org/officeDocument/2006/relationships/image" Target="../media/image7.png"/><Relationship Id="rId4" Type="http://schemas.openxmlformats.org/officeDocument/2006/relationships/diagramLayout" Target="../diagrams/layout6.xml"/><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8.png"/><Relationship Id="rId7" Type="http://schemas.openxmlformats.org/officeDocument/2006/relationships/diagramColors" Target="../diagrams/colors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7.xml"/><Relationship Id="rId11" Type="http://schemas.openxmlformats.org/officeDocument/2006/relationships/image" Target="../media/image10.png"/><Relationship Id="rId5" Type="http://schemas.openxmlformats.org/officeDocument/2006/relationships/diagramLayout" Target="../diagrams/layout7.xml"/><Relationship Id="rId10" Type="http://schemas.openxmlformats.org/officeDocument/2006/relationships/image" Target="../media/image9.png"/><Relationship Id="rId4" Type="http://schemas.openxmlformats.org/officeDocument/2006/relationships/diagramData" Target="../diagrams/data7.xml"/><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diagramQuickStyle" Target="../diagrams/quickStyle10.xml"/><Relationship Id="rId3" Type="http://schemas.openxmlformats.org/officeDocument/2006/relationships/image" Target="../media/image23.jpeg"/><Relationship Id="rId7" Type="http://schemas.openxmlformats.org/officeDocument/2006/relationships/diagramLayout" Target="../diagrams/layout10.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Data" Target="../diagrams/data10.xml"/><Relationship Id="rId5" Type="http://schemas.openxmlformats.org/officeDocument/2006/relationships/image" Target="../media/image2.png"/><Relationship Id="rId10" Type="http://schemas.microsoft.com/office/2007/relationships/diagramDrawing" Target="../diagrams/drawing10.xml"/><Relationship Id="rId4" Type="http://schemas.openxmlformats.org/officeDocument/2006/relationships/image" Target="../media/image24.jpeg"/><Relationship Id="rId9" Type="http://schemas.openxmlformats.org/officeDocument/2006/relationships/diagramColors" Target="../diagrams/colors10.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1.xml"/><Relationship Id="rId11" Type="http://schemas.openxmlformats.org/officeDocument/2006/relationships/image" Target="../media/image26.png"/><Relationship Id="rId5" Type="http://schemas.openxmlformats.org/officeDocument/2006/relationships/diagramQuickStyle" Target="../diagrams/quickStyle11.xml"/><Relationship Id="rId10" Type="http://schemas.openxmlformats.org/officeDocument/2006/relationships/image" Target="../media/image25.png"/><Relationship Id="rId4" Type="http://schemas.openxmlformats.org/officeDocument/2006/relationships/diagramLayout" Target="../diagrams/layout11.xml"/><Relationship Id="rId9"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2.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8.gif"/><Relationship Id="rId7"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1.jpg"/><Relationship Id="rId5" Type="http://schemas.openxmlformats.org/officeDocument/2006/relationships/image" Target="../media/image2.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2.xml"/><Relationship Id="rId11" Type="http://schemas.openxmlformats.org/officeDocument/2006/relationships/image" Target="../media/image43.png"/><Relationship Id="rId5" Type="http://schemas.openxmlformats.org/officeDocument/2006/relationships/diagramQuickStyle" Target="../diagrams/quickStyle12.xml"/><Relationship Id="rId10" Type="http://schemas.openxmlformats.org/officeDocument/2006/relationships/image" Target="../media/image42.png"/><Relationship Id="rId4" Type="http://schemas.openxmlformats.org/officeDocument/2006/relationships/diagramLayout" Target="../diagrams/layout12.xml"/><Relationship Id="rId9" Type="http://schemas.openxmlformats.org/officeDocument/2006/relationships/image" Target="../media/image27.jpe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10" Type="http://schemas.openxmlformats.org/officeDocument/2006/relationships/image" Target="../media/image45.png"/><Relationship Id="rId4" Type="http://schemas.openxmlformats.org/officeDocument/2006/relationships/diagramLayout" Target="../diagrams/layout13.xml"/><Relationship Id="rId9" Type="http://schemas.openxmlformats.org/officeDocument/2006/relationships/image" Target="../media/image44.jpg"/></Relationships>
</file>

<file path=ppt/slides/_rels/slide35.xml.rels><?xml version="1.0" encoding="UTF-8" standalone="yes"?>
<Relationships xmlns="http://schemas.openxmlformats.org/package/2006/relationships"><Relationship Id="rId8" Type="http://schemas.openxmlformats.org/officeDocument/2006/relationships/diagramColors" Target="../diagrams/colors14.xml"/><Relationship Id="rId3" Type="http://schemas.openxmlformats.org/officeDocument/2006/relationships/image" Target="../media/image46.jpg"/><Relationship Id="rId7" Type="http://schemas.openxmlformats.org/officeDocument/2006/relationships/diagramQuickStyle" Target="../diagrams/quickStyle1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Layout" Target="../diagrams/layout14.xml"/><Relationship Id="rId11" Type="http://schemas.openxmlformats.org/officeDocument/2006/relationships/image" Target="../media/image48.png"/><Relationship Id="rId5" Type="http://schemas.openxmlformats.org/officeDocument/2006/relationships/diagramData" Target="../diagrams/data14.xml"/><Relationship Id="rId10" Type="http://schemas.openxmlformats.org/officeDocument/2006/relationships/image" Target="../media/image2.png"/><Relationship Id="rId4" Type="http://schemas.openxmlformats.org/officeDocument/2006/relationships/image" Target="../media/image47.jpg"/><Relationship Id="rId9" Type="http://schemas.microsoft.com/office/2007/relationships/diagramDrawing" Target="../diagrams/drawing14.xml"/></Relationships>
</file>

<file path=ppt/slides/_rels/slide36.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45.png"/><Relationship Id="rId7" Type="http://schemas.openxmlformats.org/officeDocument/2006/relationships/diagramColors" Target="../diagrams/colors15.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QuickStyle" Target="../diagrams/quickStyle15.xml"/><Relationship Id="rId5" Type="http://schemas.openxmlformats.org/officeDocument/2006/relationships/diagramLayout" Target="../diagrams/layout15.xml"/><Relationship Id="rId10" Type="http://schemas.openxmlformats.org/officeDocument/2006/relationships/image" Target="../media/image43.png"/><Relationship Id="rId4" Type="http://schemas.openxmlformats.org/officeDocument/2006/relationships/diagramData" Target="../diagrams/data15.xml"/><Relationship Id="rId9" Type="http://schemas.openxmlformats.org/officeDocument/2006/relationships/image" Target="../media/image2.png"/></Relationships>
</file>

<file path=ppt/slides/_rels/slide37.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png"/><Relationship Id="rId7" Type="http://schemas.openxmlformats.org/officeDocument/2006/relationships/diagramColors" Target="../diagrams/colors16.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3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9.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image" Target="../media/image2.png"/><Relationship Id="rId7" Type="http://schemas.openxmlformats.org/officeDocument/2006/relationships/diagramColors" Target="../diagrams/colors18.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40.xml.rels><?xml version="1.0" encoding="UTF-8" standalone="yes"?>
<Relationships xmlns="http://schemas.openxmlformats.org/package/2006/relationships"><Relationship Id="rId8" Type="http://schemas.microsoft.com/office/2007/relationships/diagramDrawing" Target="../diagrams/drawing19.xml"/><Relationship Id="rId13" Type="http://schemas.microsoft.com/office/2007/relationships/diagramDrawing" Target="../diagrams/drawing20.xml"/><Relationship Id="rId3" Type="http://schemas.openxmlformats.org/officeDocument/2006/relationships/image" Target="../media/image2.png"/><Relationship Id="rId7" Type="http://schemas.openxmlformats.org/officeDocument/2006/relationships/diagramColors" Target="../diagrams/colors19.xml"/><Relationship Id="rId12" Type="http://schemas.openxmlformats.org/officeDocument/2006/relationships/diagramColors" Target="../diagrams/colors20.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QuickStyle" Target="../diagrams/quickStyle19.xml"/><Relationship Id="rId11" Type="http://schemas.openxmlformats.org/officeDocument/2006/relationships/diagramQuickStyle" Target="../diagrams/quickStyle20.xml"/><Relationship Id="rId5" Type="http://schemas.openxmlformats.org/officeDocument/2006/relationships/diagramLayout" Target="../diagrams/layout19.xml"/><Relationship Id="rId10" Type="http://schemas.openxmlformats.org/officeDocument/2006/relationships/diagramLayout" Target="../diagrams/layout20.xml"/><Relationship Id="rId4" Type="http://schemas.openxmlformats.org/officeDocument/2006/relationships/diagramData" Target="../diagrams/data19.xml"/><Relationship Id="rId9" Type="http://schemas.openxmlformats.org/officeDocument/2006/relationships/diagramData" Target="../diagrams/data20.xml"/></Relationships>
</file>

<file path=ppt/slides/_rels/slide4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4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44.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49.jpg"/><Relationship Id="rId7" Type="http://schemas.openxmlformats.org/officeDocument/2006/relationships/image" Target="../media/image52.jp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1.jpg"/><Relationship Id="rId11" Type="http://schemas.openxmlformats.org/officeDocument/2006/relationships/image" Target="../media/image56.jp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2.png"/><Relationship Id="rId9" Type="http://schemas.openxmlformats.org/officeDocument/2006/relationships/image" Target="../media/image54.jpg"/></Relationships>
</file>

<file path=ppt/slides/_rels/slide45.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image" Target="../media/image2.png"/><Relationship Id="rId7" Type="http://schemas.openxmlformats.org/officeDocument/2006/relationships/diagramColors" Target="../diagrams/colors24.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362A3-1FBF-7863-AC84-C603EA0A3827}"/>
            </a:ext>
          </a:extLst>
        </p:cNvPr>
        <p:cNvGrpSpPr/>
        <p:nvPr/>
      </p:nvGrpSpPr>
      <p:grpSpPr>
        <a:xfrm>
          <a:off x="0" y="0"/>
          <a:ext cx="0" cy="0"/>
          <a:chOff x="0" y="0"/>
          <a:chExt cx="0" cy="0"/>
        </a:xfrm>
      </p:grpSpPr>
      <p:pic>
        <p:nvPicPr>
          <p:cNvPr id="7" name="Рисунок 6" descr="Изображение выглядит как книга, человек, газета, текст&#10;&#10;Содержимое, созданное искусственным интеллектом, может быть неверным.">
            <a:extLst>
              <a:ext uri="{FF2B5EF4-FFF2-40B4-BE49-F238E27FC236}">
                <a16:creationId xmlns:a16="http://schemas.microsoft.com/office/drawing/2014/main" id="{EA9CA7E2-2AEC-2558-70F5-EA0C712912E2}"/>
              </a:ext>
            </a:extLst>
          </p:cNvPr>
          <p:cNvPicPr>
            <a:picLocks noChangeAspect="1"/>
          </p:cNvPicPr>
          <p:nvPr/>
        </p:nvPicPr>
        <p:blipFill>
          <a:blip r:embed="rId2">
            <a:extLst>
              <a:ext uri="{28A0092B-C50C-407E-A947-70E740481C1C}">
                <a14:useLocalDpi xmlns:a14="http://schemas.microsoft.com/office/drawing/2010/main" val="0"/>
              </a:ext>
            </a:extLst>
          </a:blip>
          <a:srcRect l="28046"/>
          <a:stretch>
            <a:fillRect/>
          </a:stretch>
        </p:blipFill>
        <p:spPr>
          <a:xfrm>
            <a:off x="-1" y="-2730"/>
            <a:ext cx="7981951" cy="6860730"/>
          </a:xfrm>
          <a:prstGeom prst="rect">
            <a:avLst/>
          </a:prstGeom>
        </p:spPr>
      </p:pic>
      <p:sp>
        <p:nvSpPr>
          <p:cNvPr id="3" name="Прямоугольник 2">
            <a:extLst>
              <a:ext uri="{FF2B5EF4-FFF2-40B4-BE49-F238E27FC236}">
                <a16:creationId xmlns:a16="http://schemas.microsoft.com/office/drawing/2014/main" id="{22CCFCF2-2847-FEA3-8BF3-2F26051E01E4}"/>
              </a:ext>
            </a:extLst>
          </p:cNvPr>
          <p:cNvSpPr/>
          <p:nvPr/>
        </p:nvSpPr>
        <p:spPr>
          <a:xfrm>
            <a:off x="0" y="0"/>
            <a:ext cx="6096000" cy="6858000"/>
          </a:xfrm>
          <a:prstGeom prst="rect">
            <a:avLst/>
          </a:prstGeom>
          <a:solidFill>
            <a:srgbClr val="002060">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3700" b="1" dirty="0"/>
              <a:t>Лекция 6</a:t>
            </a:r>
          </a:p>
        </p:txBody>
      </p:sp>
      <p:sp>
        <p:nvSpPr>
          <p:cNvPr id="8" name="Объект 11">
            <a:extLst>
              <a:ext uri="{FF2B5EF4-FFF2-40B4-BE49-F238E27FC236}">
                <a16:creationId xmlns:a16="http://schemas.microsoft.com/office/drawing/2014/main" id="{FB358D05-6D58-8514-7699-A2A6CAEDAF24}"/>
              </a:ext>
            </a:extLst>
          </p:cNvPr>
          <p:cNvSpPr>
            <a:spLocks noGrp="1"/>
          </p:cNvSpPr>
          <p:nvPr>
            <p:ph idx="1"/>
          </p:nvPr>
        </p:nvSpPr>
        <p:spPr>
          <a:xfrm>
            <a:off x="6096000" y="0"/>
            <a:ext cx="6096000" cy="6858000"/>
          </a:xfrm>
          <a:solidFill>
            <a:srgbClr val="002060"/>
          </a:solidFill>
          <a:ln>
            <a:solidFill>
              <a:srgbClr val="002060"/>
            </a:solidFill>
          </a:ln>
        </p:spPr>
        <p:txBody>
          <a:bodyPr anchor="ctr"/>
          <a:lstStyle/>
          <a:p>
            <a:pPr marL="0" indent="0">
              <a:buNone/>
            </a:pPr>
            <a:r>
              <a:rPr lang="ru-RU" sz="3700" b="1" dirty="0">
                <a:solidFill>
                  <a:schemeClr val="bg1"/>
                </a:solidFill>
              </a:rPr>
              <a:t>Документооборот и делопроизводство</a:t>
            </a:r>
          </a:p>
          <a:p>
            <a:pPr>
              <a:buFont typeface="Wingdings" panose="05000000000000000000" pitchFamily="2" charset="2"/>
              <a:buChar char="§"/>
            </a:pPr>
            <a:r>
              <a:rPr lang="ru-RU" sz="3200" dirty="0">
                <a:solidFill>
                  <a:schemeClr val="bg1"/>
                </a:solidFill>
              </a:rPr>
              <a:t>Жизненный цикл документа</a:t>
            </a:r>
          </a:p>
          <a:p>
            <a:pPr>
              <a:buFont typeface="Wingdings" panose="05000000000000000000" pitchFamily="2" charset="2"/>
              <a:buChar char="§"/>
            </a:pPr>
            <a:r>
              <a:rPr lang="ru-RU" sz="3200" dirty="0">
                <a:solidFill>
                  <a:schemeClr val="bg1"/>
                </a:solidFill>
              </a:rPr>
              <a:t>Оформление по </a:t>
            </a:r>
            <a:br>
              <a:rPr lang="ru-RU" sz="3200" dirty="0">
                <a:solidFill>
                  <a:schemeClr val="bg1"/>
                </a:solidFill>
              </a:rPr>
            </a:br>
            <a:r>
              <a:rPr lang="ru-RU" sz="3200" dirty="0">
                <a:solidFill>
                  <a:schemeClr val="bg1"/>
                </a:solidFill>
              </a:rPr>
              <a:t>ГОСТ Р 7.0.97-2025</a:t>
            </a:r>
          </a:p>
          <a:p>
            <a:pPr>
              <a:buFont typeface="Wingdings" panose="05000000000000000000" pitchFamily="2" charset="2"/>
              <a:buChar char="§"/>
            </a:pPr>
            <a:r>
              <a:rPr lang="ru-RU" sz="3200" dirty="0">
                <a:solidFill>
                  <a:schemeClr val="bg1"/>
                </a:solidFill>
              </a:rPr>
              <a:t>Реквизиты и бланки документов</a:t>
            </a:r>
          </a:p>
          <a:p>
            <a:pPr>
              <a:buFont typeface="Wingdings" panose="05000000000000000000" pitchFamily="2" charset="2"/>
              <a:buChar char="§"/>
            </a:pPr>
            <a:r>
              <a:rPr lang="ru-RU" sz="3200" dirty="0">
                <a:solidFill>
                  <a:schemeClr val="bg1"/>
                </a:solidFill>
              </a:rPr>
              <a:t>Обращения граждан</a:t>
            </a:r>
          </a:p>
          <a:p>
            <a:pPr>
              <a:buFont typeface="Wingdings" panose="05000000000000000000" pitchFamily="2" charset="2"/>
              <a:buChar char="§"/>
            </a:pPr>
            <a:r>
              <a:rPr lang="ru-RU" sz="3200" dirty="0">
                <a:solidFill>
                  <a:schemeClr val="bg1"/>
                </a:solidFill>
              </a:rPr>
              <a:t>Персональные данные</a:t>
            </a:r>
          </a:p>
          <a:p>
            <a:pPr>
              <a:buFont typeface="Wingdings" panose="05000000000000000000" pitchFamily="2" charset="2"/>
              <a:buChar char="§"/>
            </a:pPr>
            <a:r>
              <a:rPr lang="ru-RU" sz="3200" dirty="0">
                <a:solidFill>
                  <a:schemeClr val="bg1"/>
                </a:solidFill>
              </a:rPr>
              <a:t>Государственная тайна </a:t>
            </a:r>
          </a:p>
          <a:p>
            <a:pPr>
              <a:buFont typeface="Wingdings" panose="05000000000000000000" pitchFamily="2" charset="2"/>
              <a:buChar char="§"/>
            </a:pPr>
            <a:r>
              <a:rPr lang="ru-RU" sz="3200" dirty="0">
                <a:solidFill>
                  <a:schemeClr val="bg1"/>
                </a:solidFill>
              </a:rPr>
              <a:t>СЭД</a:t>
            </a:r>
          </a:p>
        </p:txBody>
      </p:sp>
      <p:pic>
        <p:nvPicPr>
          <p:cNvPr id="10" name="Рисунок 9"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769403A0-F699-7EC0-DDB2-A3D1ABCAD2F7}"/>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a:xfrm>
            <a:off x="10752072" y="172052"/>
            <a:ext cx="1203455" cy="981458"/>
          </a:xfrm>
          <a:prstGeom prst="rect">
            <a:avLst/>
          </a:prstGeom>
        </p:spPr>
      </p:pic>
      <p:sp>
        <p:nvSpPr>
          <p:cNvPr id="2" name="Номер слайда 1">
            <a:extLst>
              <a:ext uri="{FF2B5EF4-FFF2-40B4-BE49-F238E27FC236}">
                <a16:creationId xmlns:a16="http://schemas.microsoft.com/office/drawing/2014/main" id="{92C74DEA-3A4B-D06C-DF4E-EA2F452EDB01}"/>
              </a:ext>
            </a:extLst>
          </p:cNvPr>
          <p:cNvSpPr>
            <a:spLocks noGrp="1"/>
          </p:cNvSpPr>
          <p:nvPr>
            <p:ph type="sldNum" sz="quarter" idx="12"/>
          </p:nvPr>
        </p:nvSpPr>
        <p:spPr/>
        <p:txBody>
          <a:bodyPr/>
          <a:lstStyle/>
          <a:p>
            <a:fld id="{A5CD6344-69F2-4F2A-9E84-A8C1A071765E}" type="slidenum">
              <a:rPr lang="ru-RU" smtClean="0"/>
              <a:t>1</a:t>
            </a:fld>
            <a:endParaRPr lang="ru-RU" dirty="0"/>
          </a:p>
        </p:txBody>
      </p:sp>
    </p:spTree>
    <p:extLst>
      <p:ext uri="{BB962C8B-B14F-4D97-AF65-F5344CB8AC3E}">
        <p14:creationId xmlns:p14="http://schemas.microsoft.com/office/powerpoint/2010/main" val="3499850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56E4F82-E04D-AA3D-E216-950B7330CFA2}"/>
            </a:ext>
          </a:extLst>
        </p:cNvPr>
        <p:cNvGrpSpPr/>
        <p:nvPr/>
      </p:nvGrpSpPr>
      <p:grpSpPr bwMode="auto">
        <a:xfrm>
          <a:off x="0" y="0"/>
          <a:ext cx="0" cy="0"/>
          <a:chOff x="0" y="0"/>
          <a:chExt cx="0" cy="0"/>
        </a:xfrm>
      </p:grpSpPr>
      <p:sp>
        <p:nvSpPr>
          <p:cNvPr id="7" name="Заголовок 1">
            <a:extLst>
              <a:ext uri="{FF2B5EF4-FFF2-40B4-BE49-F238E27FC236}">
                <a16:creationId xmlns:a16="http://schemas.microsoft.com/office/drawing/2014/main" id="{65DC0174-671B-A202-2E6B-18E009E6F30E}"/>
              </a:ext>
            </a:extLst>
          </p:cNvPr>
          <p:cNvSpPr txBox="1">
            <a:spLocks/>
          </p:cNvSpPr>
          <p:nvPr/>
        </p:nvSpPr>
        <p:spPr>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Определения</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57D7A8DE-2928-391C-5327-3721FAB48709}"/>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a:xfrm>
            <a:off x="10752072" y="172052"/>
            <a:ext cx="1203455" cy="981458"/>
          </a:xfrm>
          <a:prstGeom prst="rect">
            <a:avLst/>
          </a:prstGeom>
        </p:spPr>
      </p:pic>
      <p:sp>
        <p:nvSpPr>
          <p:cNvPr id="2" name="Номер слайда 1">
            <a:extLst>
              <a:ext uri="{FF2B5EF4-FFF2-40B4-BE49-F238E27FC236}">
                <a16:creationId xmlns:a16="http://schemas.microsoft.com/office/drawing/2014/main" id="{C5EC2F79-A8D0-E032-FB1B-BC58B4DBAA06}"/>
              </a:ext>
            </a:extLst>
          </p:cNvPr>
          <p:cNvSpPr>
            <a:spLocks noGrp="1"/>
          </p:cNvSpPr>
          <p:nvPr>
            <p:ph type="sldNum" sz="quarter" idx="12"/>
          </p:nvPr>
        </p:nvSpPr>
        <p:spPr>
          <a:xfrm>
            <a:off x="8610600" y="6356350"/>
            <a:ext cx="2743200" cy="365125"/>
          </a:xfrm>
        </p:spPr>
        <p:txBody>
          <a:bodyPr/>
          <a:lstStyle/>
          <a:p>
            <a:fld id="{A5CD6344-69F2-4F2A-9E84-A8C1A071765E}" type="slidenum">
              <a:rPr lang="ru-RU" smtClean="0"/>
              <a:t>2</a:t>
            </a:fld>
            <a:endParaRPr lang="ru-RU" dirty="0"/>
          </a:p>
        </p:txBody>
      </p:sp>
      <p:graphicFrame>
        <p:nvGraphicFramePr>
          <p:cNvPr id="14" name="Схема 13">
            <a:extLst>
              <a:ext uri="{FF2B5EF4-FFF2-40B4-BE49-F238E27FC236}">
                <a16:creationId xmlns:a16="http://schemas.microsoft.com/office/drawing/2014/main" id="{F11A45AD-BE79-2E3F-59AB-4511DBCE140A}"/>
              </a:ext>
            </a:extLst>
          </p:cNvPr>
          <p:cNvGraphicFramePr/>
          <p:nvPr>
            <p:extLst>
              <p:ext uri="{D42A27DB-BD31-4B8C-83A1-F6EECF244321}">
                <p14:modId xmlns:p14="http://schemas.microsoft.com/office/powerpoint/2010/main" val="466285103"/>
              </p:ext>
            </p:extLst>
          </p:nvPr>
        </p:nvGraphicFramePr>
        <p:xfrm>
          <a:off x="165812" y="1454266"/>
          <a:ext cx="11644113" cy="22226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TextBox 12">
            <a:extLst>
              <a:ext uri="{FF2B5EF4-FFF2-40B4-BE49-F238E27FC236}">
                <a16:creationId xmlns:a16="http://schemas.microsoft.com/office/drawing/2014/main" id="{8718DA8A-D2C7-B4D4-4EAF-244C4F95E195}"/>
              </a:ext>
            </a:extLst>
          </p:cNvPr>
          <p:cNvSpPr txBox="1"/>
          <p:nvPr/>
        </p:nvSpPr>
        <p:spPr>
          <a:xfrm>
            <a:off x="77274" y="6356350"/>
            <a:ext cx="11101588" cy="461665"/>
          </a:xfrm>
          <a:prstGeom prst="rect">
            <a:avLst/>
          </a:prstGeom>
          <a:noFill/>
        </p:spPr>
        <p:txBody>
          <a:bodyPr wrap="square">
            <a:spAutoFit/>
          </a:bodyPr>
          <a:lstStyle/>
          <a:p>
            <a:r>
              <a:rPr lang="ru-RU" sz="1200" b="1" i="1" dirty="0"/>
              <a:t>Источник</a:t>
            </a:r>
            <a:r>
              <a:rPr lang="ru-RU" sz="1200" dirty="0"/>
              <a:t>: Приказ Судебного департамента при Верховном Суде РФ от 17.02.2017 N 25 (ред. от 27.12.2024) "Об утверждении Инструкции по делопроизводству в Судебном департаменте при Верховном Суде Российской Федерации"</a:t>
            </a:r>
          </a:p>
        </p:txBody>
      </p:sp>
      <p:graphicFrame>
        <p:nvGraphicFramePr>
          <p:cNvPr id="17" name="Схема 16">
            <a:extLst>
              <a:ext uri="{FF2B5EF4-FFF2-40B4-BE49-F238E27FC236}">
                <a16:creationId xmlns:a16="http://schemas.microsoft.com/office/drawing/2014/main" id="{87341F75-2ACB-97B4-9458-1E57DADCE2D2}"/>
              </a:ext>
            </a:extLst>
          </p:cNvPr>
          <p:cNvGraphicFramePr/>
          <p:nvPr>
            <p:extLst>
              <p:ext uri="{D42A27DB-BD31-4B8C-83A1-F6EECF244321}">
                <p14:modId xmlns:p14="http://schemas.microsoft.com/office/powerpoint/2010/main" val="2128560413"/>
              </p:ext>
            </p:extLst>
          </p:nvPr>
        </p:nvGraphicFramePr>
        <p:xfrm>
          <a:off x="165812" y="3676919"/>
          <a:ext cx="11644113" cy="227956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919358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615EE33-7895-79FB-2EA3-88A2DBBE9732}"/>
            </a:ext>
          </a:extLst>
        </p:cNvPr>
        <p:cNvGrpSpPr/>
        <p:nvPr/>
      </p:nvGrpSpPr>
      <p:grpSpPr bwMode="auto">
        <a:xfrm>
          <a:off x="0" y="0"/>
          <a:ext cx="0" cy="0"/>
          <a:chOff x="0" y="0"/>
          <a:chExt cx="0" cy="0"/>
        </a:xfrm>
      </p:grpSpPr>
      <p:graphicFrame>
        <p:nvGraphicFramePr>
          <p:cNvPr id="6" name="Схема 5">
            <a:extLst>
              <a:ext uri="{FF2B5EF4-FFF2-40B4-BE49-F238E27FC236}">
                <a16:creationId xmlns:a16="http://schemas.microsoft.com/office/drawing/2014/main" id="{CAD09943-E7F9-8ED1-3F65-C93DDC520E3A}"/>
              </a:ext>
            </a:extLst>
          </p:cNvPr>
          <p:cNvGraphicFramePr/>
          <p:nvPr>
            <p:extLst>
              <p:ext uri="{D42A27DB-BD31-4B8C-83A1-F6EECF244321}">
                <p14:modId xmlns:p14="http://schemas.microsoft.com/office/powerpoint/2010/main" val="2272644633"/>
              </p:ext>
            </p:extLst>
          </p:nvPr>
        </p:nvGraphicFramePr>
        <p:xfrm>
          <a:off x="193183" y="1474632"/>
          <a:ext cx="11762344" cy="52113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Заголовок 1">
            <a:extLst>
              <a:ext uri="{FF2B5EF4-FFF2-40B4-BE49-F238E27FC236}">
                <a16:creationId xmlns:a16="http://schemas.microsoft.com/office/drawing/2014/main" id="{2351CF11-188D-1414-0D40-70102E72E253}"/>
              </a:ext>
            </a:extLst>
          </p:cNvPr>
          <p:cNvSpPr txBox="1">
            <a:spLocks/>
          </p:cNvSpPr>
          <p:nvPr/>
        </p:nvSpPr>
        <p:spPr>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Нормативная-правовая основа делопроизводства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CB21F69C-4CA5-A39D-185B-E3268814FBCE}"/>
              </a:ext>
            </a:extLst>
          </p:cNvPr>
          <p:cNvPicPr>
            <a:picLocks noChangeAspect="1"/>
          </p:cNvPicPr>
          <p:nvPr/>
        </p:nvPicPr>
        <p:blipFill rotWithShape="1">
          <a:blip r:embed="rId8">
            <a:extLst>
              <a:ext uri="{28A0092B-C50C-407E-A947-70E740481C1C}">
                <a14:useLocalDpi xmlns:a14="http://schemas.microsoft.com/office/drawing/2010/main" val="0"/>
              </a:ext>
            </a:extLst>
          </a:blip>
          <a:srcRect r="59421"/>
          <a:stretch/>
        </p:blipFill>
        <p:spPr>
          <a:xfrm>
            <a:off x="10752072" y="172052"/>
            <a:ext cx="1203455" cy="981458"/>
          </a:xfrm>
          <a:prstGeom prst="rect">
            <a:avLst/>
          </a:prstGeom>
        </p:spPr>
      </p:pic>
      <p:sp>
        <p:nvSpPr>
          <p:cNvPr id="2" name="Номер слайда 1">
            <a:extLst>
              <a:ext uri="{FF2B5EF4-FFF2-40B4-BE49-F238E27FC236}">
                <a16:creationId xmlns:a16="http://schemas.microsoft.com/office/drawing/2014/main" id="{732FAA3C-8D2B-F2FD-19CB-B1DA6228CC2D}"/>
              </a:ext>
            </a:extLst>
          </p:cNvPr>
          <p:cNvSpPr>
            <a:spLocks noGrp="1"/>
          </p:cNvSpPr>
          <p:nvPr>
            <p:ph type="sldNum" sz="quarter" idx="12"/>
          </p:nvPr>
        </p:nvSpPr>
        <p:spPr>
          <a:xfrm>
            <a:off x="8610600" y="6356350"/>
            <a:ext cx="2743200" cy="365125"/>
          </a:xfrm>
        </p:spPr>
        <p:txBody>
          <a:bodyPr/>
          <a:lstStyle/>
          <a:p>
            <a:fld id="{A5CD6344-69F2-4F2A-9E84-A8C1A071765E}" type="slidenum">
              <a:rPr lang="ru-RU" smtClean="0"/>
              <a:t>3</a:t>
            </a:fld>
            <a:endParaRPr lang="ru-RU" dirty="0"/>
          </a:p>
        </p:txBody>
      </p:sp>
    </p:spTree>
    <p:extLst>
      <p:ext uri="{BB962C8B-B14F-4D97-AF65-F5344CB8AC3E}">
        <p14:creationId xmlns:p14="http://schemas.microsoft.com/office/powerpoint/2010/main" val="1409326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0C1767-E9F3-6F83-E476-506C56254971}"/>
              </a:ext>
            </a:extLst>
          </p:cNvPr>
          <p:cNvSpPr>
            <a:spLocks noGrp="1"/>
          </p:cNvSpPr>
          <p:nvPr>
            <p:ph type="title"/>
          </p:nvPr>
        </p:nvSpPr>
        <p:spPr>
          <a:xfrm>
            <a:off x="0" y="0"/>
            <a:ext cx="12192000" cy="1325563"/>
          </a:xfrm>
          <a:solidFill>
            <a:srgbClr val="002060"/>
          </a:solidFill>
        </p:spPr>
        <p:txBody>
          <a:bodyPr>
            <a:normAutofit/>
          </a:bodyPr>
          <a:lstStyle/>
          <a:p>
            <a:pPr indent="179388"/>
            <a:r>
              <a:rPr lang="ru-RU" sz="3700" dirty="0">
                <a:solidFill>
                  <a:schemeClr val="bg1"/>
                </a:solidFill>
                <a:latin typeface="Times New Roman" panose="02020603050405020304" pitchFamily="18" charset="0"/>
                <a:cs typeface="Times New Roman" panose="02020603050405020304" pitchFamily="18" charset="0"/>
              </a:rPr>
              <a:t>Язык документооборота</a:t>
            </a:r>
          </a:p>
        </p:txBody>
      </p:sp>
      <p:pic>
        <p:nvPicPr>
          <p:cNvPr id="10" name="Рисунок 9"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B562C7C0-DFFD-6207-957E-66333535AF02}"/>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a:xfrm>
            <a:off x="10752072" y="172052"/>
            <a:ext cx="1203455" cy="981458"/>
          </a:xfrm>
          <a:prstGeom prst="rect">
            <a:avLst/>
          </a:prstGeom>
        </p:spPr>
      </p:pic>
      <p:sp>
        <p:nvSpPr>
          <p:cNvPr id="12" name="Объект 11">
            <a:extLst>
              <a:ext uri="{FF2B5EF4-FFF2-40B4-BE49-F238E27FC236}">
                <a16:creationId xmlns:a16="http://schemas.microsoft.com/office/drawing/2014/main" id="{F9331E6F-6463-D345-026C-F8CD34F6F569}"/>
              </a:ext>
            </a:extLst>
          </p:cNvPr>
          <p:cNvSpPr>
            <a:spLocks noGrp="1"/>
          </p:cNvSpPr>
          <p:nvPr>
            <p:ph idx="1"/>
          </p:nvPr>
        </p:nvSpPr>
        <p:spPr>
          <a:xfrm>
            <a:off x="838200" y="4189858"/>
            <a:ext cx="10515600" cy="1901849"/>
          </a:xfrm>
        </p:spPr>
        <p:txBody>
          <a:bodyPr>
            <a:normAutofit/>
          </a:bodyPr>
          <a:lstStyle/>
          <a:p>
            <a:pPr marL="0" indent="0" algn="just">
              <a:buNone/>
            </a:pPr>
            <a:r>
              <a:rPr lang="ru-RU" sz="2000" dirty="0">
                <a:solidFill>
                  <a:srgbClr val="002060"/>
                </a:solidFill>
              </a:rPr>
              <a:t>1. Работа в федеральных органах государственной власти, органах государственной власти субъектов Российской Федерации и органах местного самоуправления </a:t>
            </a:r>
            <a:r>
              <a:rPr lang="ru-RU" sz="2000" b="1" dirty="0">
                <a:solidFill>
                  <a:srgbClr val="002060"/>
                </a:solidFill>
              </a:rPr>
              <a:t>осуществляется на государственном языке Российской Федерации</a:t>
            </a:r>
            <a:r>
              <a:rPr lang="ru-RU" sz="2000" dirty="0">
                <a:solidFill>
                  <a:srgbClr val="002060"/>
                </a:solidFill>
              </a:rPr>
              <a:t>.</a:t>
            </a:r>
          </a:p>
          <a:p>
            <a:pPr marL="0" indent="0" algn="just">
              <a:buNone/>
            </a:pPr>
            <a:r>
              <a:rPr lang="ru-RU" sz="2000" dirty="0">
                <a:solidFill>
                  <a:srgbClr val="002060"/>
                </a:solidFill>
              </a:rPr>
              <a:t>В органах государственной власти, органах местного самоуправления, государственных учреждениях республик </a:t>
            </a:r>
            <a:r>
              <a:rPr lang="ru-RU" sz="2000" b="1" dirty="0">
                <a:solidFill>
                  <a:srgbClr val="002060"/>
                </a:solidFill>
              </a:rPr>
              <a:t>наряду с государственным языком Российской Федерации могут употребляться государственные языки республик</a:t>
            </a:r>
            <a:r>
              <a:rPr lang="ru-RU" sz="2000" dirty="0">
                <a:solidFill>
                  <a:srgbClr val="002060"/>
                </a:solidFill>
              </a:rPr>
              <a:t>.</a:t>
            </a:r>
          </a:p>
        </p:txBody>
      </p:sp>
      <p:sp>
        <p:nvSpPr>
          <p:cNvPr id="6" name="TextBox 5">
            <a:extLst>
              <a:ext uri="{FF2B5EF4-FFF2-40B4-BE49-F238E27FC236}">
                <a16:creationId xmlns:a16="http://schemas.microsoft.com/office/drawing/2014/main" id="{A588AE6E-45B6-F33F-3169-2CBDC8068659}"/>
              </a:ext>
            </a:extLst>
          </p:cNvPr>
          <p:cNvSpPr txBox="1"/>
          <p:nvPr/>
        </p:nvSpPr>
        <p:spPr>
          <a:xfrm>
            <a:off x="-8164" y="6396335"/>
            <a:ext cx="12200164" cy="276999"/>
          </a:xfrm>
          <a:prstGeom prst="rect">
            <a:avLst/>
          </a:prstGeom>
          <a:noFill/>
        </p:spPr>
        <p:txBody>
          <a:bodyPr wrap="square">
            <a:spAutoFit/>
          </a:bodyPr>
          <a:lstStyle/>
          <a:p>
            <a:r>
              <a:rPr lang="ru-RU" sz="1200" b="1" i="1" dirty="0"/>
              <a:t>Источник</a:t>
            </a:r>
            <a:r>
              <a:rPr lang="ru-RU" sz="1200" dirty="0"/>
              <a:t>: Статья 11. Закон РФ от 25.10.1991 N 1807-1. О языках народов Российской Федерации</a:t>
            </a:r>
            <a:endParaRPr lang="en-US" sz="1200" dirty="0"/>
          </a:p>
        </p:txBody>
      </p:sp>
      <p:graphicFrame>
        <p:nvGraphicFramePr>
          <p:cNvPr id="8" name="Схема 7">
            <a:extLst>
              <a:ext uri="{FF2B5EF4-FFF2-40B4-BE49-F238E27FC236}">
                <a16:creationId xmlns:a16="http://schemas.microsoft.com/office/drawing/2014/main" id="{7FC00B29-6A80-1150-6297-FA3A5F5D667D}"/>
              </a:ext>
            </a:extLst>
          </p:cNvPr>
          <p:cNvGraphicFramePr/>
          <p:nvPr>
            <p:extLst>
              <p:ext uri="{D42A27DB-BD31-4B8C-83A1-F6EECF244321}">
                <p14:modId xmlns:p14="http://schemas.microsoft.com/office/powerpoint/2010/main" val="277591819"/>
              </p:ext>
            </p:extLst>
          </p:nvPr>
        </p:nvGraphicFramePr>
        <p:xfrm>
          <a:off x="3035753" y="1807029"/>
          <a:ext cx="8318047" cy="22166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074" name="Picture 2" descr="Picture background">
            <a:extLst>
              <a:ext uri="{FF2B5EF4-FFF2-40B4-BE49-F238E27FC236}">
                <a16:creationId xmlns:a16="http://schemas.microsoft.com/office/drawing/2014/main" id="{A9136B06-6B32-1B04-5B38-BCFE8F6D0D8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1807029"/>
            <a:ext cx="2216693" cy="2216693"/>
          </a:xfrm>
          <a:prstGeom prst="roundRect">
            <a:avLst/>
          </a:prstGeom>
          <a:noFill/>
          <a:extLst>
            <a:ext uri="{909E8E84-426E-40DD-AFC4-6F175D3DCCD1}">
              <a14:hiddenFill xmlns:a14="http://schemas.microsoft.com/office/drawing/2010/main">
                <a:solidFill>
                  <a:srgbClr val="FFFFFF"/>
                </a:solidFill>
              </a14:hiddenFill>
            </a:ext>
          </a:extLst>
        </p:spPr>
      </p:pic>
      <p:sp>
        <p:nvSpPr>
          <p:cNvPr id="3" name="Номер слайда 2">
            <a:extLst>
              <a:ext uri="{FF2B5EF4-FFF2-40B4-BE49-F238E27FC236}">
                <a16:creationId xmlns:a16="http://schemas.microsoft.com/office/drawing/2014/main" id="{77FF94EC-6FA7-5374-F333-BC41EA6A8727}"/>
              </a:ext>
            </a:extLst>
          </p:cNvPr>
          <p:cNvSpPr>
            <a:spLocks noGrp="1"/>
          </p:cNvSpPr>
          <p:nvPr>
            <p:ph type="sldNum" sz="quarter" idx="12"/>
          </p:nvPr>
        </p:nvSpPr>
        <p:spPr/>
        <p:txBody>
          <a:bodyPr/>
          <a:lstStyle/>
          <a:p>
            <a:fld id="{A5CD6344-69F2-4F2A-9E84-A8C1A071765E}" type="slidenum">
              <a:rPr lang="ru-RU" smtClean="0"/>
              <a:t>4</a:t>
            </a:fld>
            <a:endParaRPr lang="ru-RU"/>
          </a:p>
        </p:txBody>
      </p:sp>
    </p:spTree>
    <p:extLst>
      <p:ext uri="{BB962C8B-B14F-4D97-AF65-F5344CB8AC3E}">
        <p14:creationId xmlns:p14="http://schemas.microsoft.com/office/powerpoint/2010/main" val="2844363434"/>
      </p:ext>
    </p:extLst>
  </p:cSld>
  <p:clrMapOvr>
    <a:masterClrMapping/>
  </p:clrMapOvr>
  <mc:AlternateContent xmlns:mc="http://schemas.openxmlformats.org/markup-compatibility/2006" xmlns:p14="http://schemas.microsoft.com/office/powerpoint/2010/main">
    <mc:Choice Requires="p14">
      <p:transition spd="slow" p14:dur="2000" advTm="110283"/>
    </mc:Choice>
    <mc:Fallback xmlns="">
      <p:transition spd="slow" advTm="110283"/>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62778A1-9FD4-5F5F-AFD5-D13F7CFFE2A4}"/>
            </a:ext>
          </a:extLst>
        </p:cNvPr>
        <p:cNvGrpSpPr/>
        <p:nvPr/>
      </p:nvGrpSpPr>
      <p:grpSpPr bwMode="auto">
        <a:xfrm>
          <a:off x="0" y="0"/>
          <a:ext cx="0" cy="0"/>
          <a:chOff x="0" y="0"/>
          <a:chExt cx="0" cy="0"/>
        </a:xfrm>
      </p:grpSpPr>
      <p:graphicFrame>
        <p:nvGraphicFramePr>
          <p:cNvPr id="6" name="Схема 5">
            <a:extLst>
              <a:ext uri="{FF2B5EF4-FFF2-40B4-BE49-F238E27FC236}">
                <a16:creationId xmlns:a16="http://schemas.microsoft.com/office/drawing/2014/main" id="{19C92804-04B9-99A4-F03D-6CC83D9FFAFE}"/>
              </a:ext>
            </a:extLst>
          </p:cNvPr>
          <p:cNvGraphicFramePr/>
          <p:nvPr>
            <p:extLst>
              <p:ext uri="{D42A27DB-BD31-4B8C-83A1-F6EECF244321}">
                <p14:modId xmlns:p14="http://schemas.microsoft.com/office/powerpoint/2010/main" val="1244585648"/>
              </p:ext>
            </p:extLst>
          </p:nvPr>
        </p:nvGraphicFramePr>
        <p:xfrm>
          <a:off x="193183" y="1474632"/>
          <a:ext cx="11762344" cy="52113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Заголовок 1">
            <a:extLst>
              <a:ext uri="{FF2B5EF4-FFF2-40B4-BE49-F238E27FC236}">
                <a16:creationId xmlns:a16="http://schemas.microsoft.com/office/drawing/2014/main" id="{B88D6936-17B8-F5AF-8C1B-92218AECF25A}"/>
              </a:ext>
            </a:extLst>
          </p:cNvPr>
          <p:cNvSpPr txBox="1">
            <a:spLocks/>
          </p:cNvSpPr>
          <p:nvPr/>
        </p:nvSpPr>
        <p:spPr>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Жизненный цикл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2F64A23C-62C6-3C23-B380-46C77F273610}"/>
              </a:ext>
            </a:extLst>
          </p:cNvPr>
          <p:cNvPicPr>
            <a:picLocks noChangeAspect="1"/>
          </p:cNvPicPr>
          <p:nvPr/>
        </p:nvPicPr>
        <p:blipFill rotWithShape="1">
          <a:blip r:embed="rId8">
            <a:extLst>
              <a:ext uri="{28A0092B-C50C-407E-A947-70E740481C1C}">
                <a14:useLocalDpi xmlns:a14="http://schemas.microsoft.com/office/drawing/2010/main" val="0"/>
              </a:ext>
            </a:extLst>
          </a:blip>
          <a:srcRect r="59421"/>
          <a:stretch/>
        </p:blipFill>
        <p:spPr>
          <a:xfrm>
            <a:off x="10752072" y="172052"/>
            <a:ext cx="1203455" cy="981458"/>
          </a:xfrm>
          <a:prstGeom prst="rect">
            <a:avLst/>
          </a:prstGeom>
        </p:spPr>
      </p:pic>
      <p:sp>
        <p:nvSpPr>
          <p:cNvPr id="2" name="Номер слайда 1">
            <a:extLst>
              <a:ext uri="{FF2B5EF4-FFF2-40B4-BE49-F238E27FC236}">
                <a16:creationId xmlns:a16="http://schemas.microsoft.com/office/drawing/2014/main" id="{673C8ED8-EF9B-5A3F-9E98-CED2165D4B00}"/>
              </a:ext>
            </a:extLst>
          </p:cNvPr>
          <p:cNvSpPr>
            <a:spLocks noGrp="1"/>
          </p:cNvSpPr>
          <p:nvPr>
            <p:ph type="sldNum" sz="quarter" idx="12"/>
          </p:nvPr>
        </p:nvSpPr>
        <p:spPr>
          <a:xfrm>
            <a:off x="8610600" y="6356350"/>
            <a:ext cx="2743200" cy="365125"/>
          </a:xfrm>
        </p:spPr>
        <p:txBody>
          <a:bodyPr/>
          <a:lstStyle/>
          <a:p>
            <a:fld id="{A5CD6344-69F2-4F2A-9E84-A8C1A071765E}" type="slidenum">
              <a:rPr lang="ru-RU" smtClean="0"/>
              <a:t>5</a:t>
            </a:fld>
            <a:endParaRPr lang="ru-RU" dirty="0"/>
          </a:p>
        </p:txBody>
      </p:sp>
    </p:spTree>
    <p:extLst>
      <p:ext uri="{BB962C8B-B14F-4D97-AF65-F5344CB8AC3E}">
        <p14:creationId xmlns:p14="http://schemas.microsoft.com/office/powerpoint/2010/main" val="722414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Рисунок 10" descr="Изображение выглядит как текст, снимок экрана, Шрифт, число&#10;&#10;Содержимое, созданное искусственным интеллектом, может быть неверным.">
            <a:extLst>
              <a:ext uri="{FF2B5EF4-FFF2-40B4-BE49-F238E27FC236}">
                <a16:creationId xmlns:a16="http://schemas.microsoft.com/office/drawing/2014/main" id="{3482D023-7FB0-2921-89ED-20425650C2C3}"/>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l="3679" t="14758" r="52170" b="4906"/>
          <a:stretch>
            <a:fillRect/>
          </a:stretch>
        </p:blipFill>
        <p:spPr>
          <a:xfrm>
            <a:off x="7664201" y="1437736"/>
            <a:ext cx="3790612" cy="5172943"/>
          </a:xfrm>
          <a:prstGeom prst="rect">
            <a:avLst/>
          </a:prstGeom>
        </p:spPr>
      </p:pic>
      <p:sp>
        <p:nvSpPr>
          <p:cNvPr id="3" name="Объект 2">
            <a:extLst>
              <a:ext uri="{FF2B5EF4-FFF2-40B4-BE49-F238E27FC236}">
                <a16:creationId xmlns:a16="http://schemas.microsoft.com/office/drawing/2014/main" id="{A0E6F0BF-96FC-7D6A-A3A0-596EC50F682B}"/>
              </a:ext>
            </a:extLst>
          </p:cNvPr>
          <p:cNvSpPr>
            <a:spLocks noGrp="1"/>
          </p:cNvSpPr>
          <p:nvPr>
            <p:ph idx="1"/>
          </p:nvPr>
        </p:nvSpPr>
        <p:spPr>
          <a:xfrm>
            <a:off x="236471" y="1486319"/>
            <a:ext cx="7533053" cy="4351338"/>
          </a:xfrm>
        </p:spPr>
        <p:txBody>
          <a:bodyPr/>
          <a:lstStyle/>
          <a:p>
            <a:pPr marL="0" indent="0">
              <a:buNone/>
            </a:pPr>
            <a:r>
              <a:rPr lang="ru-RU" b="1" dirty="0"/>
              <a:t>Бланк документа</a:t>
            </a:r>
            <a:r>
              <a:rPr lang="ru-RU" dirty="0"/>
              <a:t> – это стандартный лист бумаги (или электронный шаблон) с заранее напечатанными постоянными реквизитами, идентифицирующими автора официального документа. </a:t>
            </a:r>
          </a:p>
        </p:txBody>
      </p:sp>
      <p:sp>
        <p:nvSpPr>
          <p:cNvPr id="4" name="Номер слайда 3">
            <a:extLst>
              <a:ext uri="{FF2B5EF4-FFF2-40B4-BE49-F238E27FC236}">
                <a16:creationId xmlns:a16="http://schemas.microsoft.com/office/drawing/2014/main" id="{C4EF159F-06CE-B4CA-3430-D38E0BB4A606}"/>
              </a:ext>
            </a:extLst>
          </p:cNvPr>
          <p:cNvSpPr>
            <a:spLocks noGrp="1"/>
          </p:cNvSpPr>
          <p:nvPr>
            <p:ph type="sldNum" sz="quarter" idx="12"/>
          </p:nvPr>
        </p:nvSpPr>
        <p:spPr/>
        <p:txBody>
          <a:bodyPr/>
          <a:lstStyle/>
          <a:p>
            <a:fld id="{A5CD6344-69F2-4F2A-9E84-A8C1A071765E}" type="slidenum">
              <a:rPr lang="ru-RU" smtClean="0"/>
              <a:t>6</a:t>
            </a:fld>
            <a:endParaRPr lang="ru-RU"/>
          </a:p>
        </p:txBody>
      </p:sp>
      <p:sp>
        <p:nvSpPr>
          <p:cNvPr id="5" name="Заголовок 1">
            <a:extLst>
              <a:ext uri="{FF2B5EF4-FFF2-40B4-BE49-F238E27FC236}">
                <a16:creationId xmlns:a16="http://schemas.microsoft.com/office/drawing/2014/main" id="{23ECEFDA-CDC5-6E91-9657-1C7041D458F5}"/>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Бланки документов</a:t>
            </a:r>
          </a:p>
        </p:txBody>
      </p:sp>
      <p:pic>
        <p:nvPicPr>
          <p:cNvPr id="6" name="Рисунок 5"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0777F0FF-DDBE-2F0B-968B-613DDBCB23B5}"/>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pic>
        <p:nvPicPr>
          <p:cNvPr id="8" name="Рисунок 7" descr="Изображение выглядит как текст, снимок экрана, Прямоугольник, Шрифт&#10;&#10;Содержимое, созданное искусственным интеллектом, может быть неверным.">
            <a:extLst>
              <a:ext uri="{FF2B5EF4-FFF2-40B4-BE49-F238E27FC236}">
                <a16:creationId xmlns:a16="http://schemas.microsoft.com/office/drawing/2014/main" id="{A012CF58-7195-DA44-7B9A-1A1502EF2B43}"/>
              </a:ext>
            </a:extLst>
          </p:cNvPr>
          <p:cNvPicPr>
            <a:picLocks noChangeAspect="1"/>
          </p:cNvPicPr>
          <p:nvPr/>
        </p:nvPicPr>
        <p:blipFill>
          <a:blip r:embed="rId5">
            <a:duotone>
              <a:schemeClr val="accent2">
                <a:shade val="45000"/>
                <a:satMod val="135000"/>
              </a:schemeClr>
              <a:prstClr val="white"/>
            </a:duotone>
            <a:extLst>
              <a:ext uri="{28A0092B-C50C-407E-A947-70E740481C1C}">
                <a14:useLocalDpi xmlns:a14="http://schemas.microsoft.com/office/drawing/2010/main" val="0"/>
              </a:ext>
            </a:extLst>
          </a:blip>
          <a:srcRect r="50084"/>
          <a:stretch>
            <a:fillRect/>
          </a:stretch>
        </p:blipFill>
        <p:spPr>
          <a:xfrm>
            <a:off x="2558413" y="3631438"/>
            <a:ext cx="4705710" cy="3090037"/>
          </a:xfrm>
          <a:prstGeom prst="rect">
            <a:avLst/>
          </a:prstGeom>
        </p:spPr>
      </p:pic>
      <p:pic>
        <p:nvPicPr>
          <p:cNvPr id="9" name="Рисунок 8" descr="Изображение выглядит как текст, снимок экрана, Прямоугольник, Шрифт&#10;&#10;Содержимое, созданное искусственным интеллектом, может быть неверным.">
            <a:extLst>
              <a:ext uri="{FF2B5EF4-FFF2-40B4-BE49-F238E27FC236}">
                <a16:creationId xmlns:a16="http://schemas.microsoft.com/office/drawing/2014/main" id="{19E381E7-2FB4-5A80-92DD-3B22020CFC7F}"/>
              </a:ext>
            </a:extLst>
          </p:cNvPr>
          <p:cNvPicPr>
            <a:picLocks noChangeAspect="1"/>
          </p:cNvPicPr>
          <p:nvPr/>
        </p:nvPicPr>
        <p:blipFill>
          <a:blip r:embed="rId5">
            <a:duotone>
              <a:schemeClr val="accent2">
                <a:shade val="45000"/>
                <a:satMod val="135000"/>
              </a:schemeClr>
              <a:prstClr val="white"/>
            </a:duotone>
            <a:extLst>
              <a:ext uri="{28A0092B-C50C-407E-A947-70E740481C1C}">
                <a14:useLocalDpi xmlns:a14="http://schemas.microsoft.com/office/drawing/2010/main" val="0"/>
              </a:ext>
            </a:extLst>
          </a:blip>
          <a:srcRect l="75141" r="-305"/>
          <a:stretch>
            <a:fillRect/>
          </a:stretch>
        </p:blipFill>
        <p:spPr>
          <a:xfrm>
            <a:off x="236471" y="3631438"/>
            <a:ext cx="2372264" cy="3090037"/>
          </a:xfrm>
          <a:prstGeom prst="rect">
            <a:avLst/>
          </a:prstGeom>
        </p:spPr>
      </p:pic>
    </p:spTree>
    <p:extLst>
      <p:ext uri="{BB962C8B-B14F-4D97-AF65-F5344CB8AC3E}">
        <p14:creationId xmlns:p14="http://schemas.microsoft.com/office/powerpoint/2010/main" val="178650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11898EC-1334-DBD0-B177-0F529A226A6B}"/>
              </a:ext>
            </a:extLst>
          </p:cNvPr>
          <p:cNvSpPr>
            <a:spLocks noGrp="1"/>
          </p:cNvSpPr>
          <p:nvPr>
            <p:ph idx="1"/>
          </p:nvPr>
        </p:nvSpPr>
        <p:spPr>
          <a:xfrm>
            <a:off x="197556" y="1497615"/>
            <a:ext cx="11156244" cy="5117674"/>
          </a:xfrm>
        </p:spPr>
        <p:txBody>
          <a:bodyPr>
            <a:normAutofit lnSpcReduction="10000"/>
          </a:bodyPr>
          <a:lstStyle/>
          <a:p>
            <a:r>
              <a:rPr lang="ru-RU" b="1" dirty="0"/>
              <a:t>Поля</a:t>
            </a:r>
            <a:r>
              <a:rPr lang="ru-RU" dirty="0"/>
              <a:t> : левое – 20 мм, правое – 10 мм, верхнее – 20 мм, нижнее – 20 мм</a:t>
            </a:r>
          </a:p>
          <a:p>
            <a:r>
              <a:rPr lang="ru-RU" b="1" dirty="0"/>
              <a:t>Шрифт</a:t>
            </a:r>
            <a:r>
              <a:rPr lang="ru-RU" dirty="0"/>
              <a:t>: Times New </a:t>
            </a:r>
            <a:r>
              <a:rPr lang="ru-RU" dirty="0" err="1"/>
              <a:t>Roman</a:t>
            </a:r>
            <a:r>
              <a:rPr lang="ru-RU" dirty="0"/>
              <a:t> (иногда </a:t>
            </a:r>
            <a:r>
              <a:rPr lang="en-US" dirty="0"/>
              <a:t>Arial) </a:t>
            </a:r>
            <a:r>
              <a:rPr lang="ru-RU" dirty="0"/>
              <a:t>размером 14 или 12</a:t>
            </a:r>
          </a:p>
          <a:p>
            <a:r>
              <a:rPr lang="ru-RU" b="1" dirty="0"/>
              <a:t>Межстрочных интервал: </a:t>
            </a:r>
            <a:r>
              <a:rPr lang="ru-RU" dirty="0"/>
              <a:t>1 или 1,5</a:t>
            </a:r>
          </a:p>
          <a:p>
            <a:r>
              <a:rPr lang="ru-RU" b="1" dirty="0"/>
              <a:t>Выравнивание текста:</a:t>
            </a:r>
            <a:r>
              <a:rPr lang="ru-RU" dirty="0"/>
              <a:t> по ширине страницы </a:t>
            </a:r>
          </a:p>
          <a:p>
            <a:r>
              <a:rPr lang="ru-RU" b="1" dirty="0"/>
              <a:t>Абзацный отступ:</a:t>
            </a:r>
            <a:r>
              <a:rPr lang="ru-RU" dirty="0"/>
              <a:t> 1,25 см</a:t>
            </a:r>
          </a:p>
          <a:p>
            <a:r>
              <a:rPr lang="ru-RU" b="1" dirty="0"/>
              <a:t>Нумерация страниц:</a:t>
            </a:r>
            <a:r>
              <a:rPr lang="ru-RU" dirty="0"/>
              <a:t> арабскими цифрами посередине верхнего или нижнего поля страницы </a:t>
            </a:r>
          </a:p>
          <a:p>
            <a:r>
              <a:rPr lang="ru-RU" b="1" dirty="0"/>
              <a:t>Оформление заголовков и выделений: </a:t>
            </a:r>
            <a:r>
              <a:rPr lang="ru-RU" dirty="0"/>
              <a:t>полужирный шрифт</a:t>
            </a:r>
          </a:p>
          <a:p>
            <a:r>
              <a:rPr lang="ru-RU" b="1" dirty="0"/>
              <a:t>Разрядка и переносы:</a:t>
            </a:r>
            <a:r>
              <a:rPr lang="ru-RU" dirty="0"/>
              <a:t> интервал между буквами – обычный, между словами – один пробел</a:t>
            </a:r>
          </a:p>
        </p:txBody>
      </p:sp>
      <p:sp>
        <p:nvSpPr>
          <p:cNvPr id="4" name="Номер слайда 3">
            <a:extLst>
              <a:ext uri="{FF2B5EF4-FFF2-40B4-BE49-F238E27FC236}">
                <a16:creationId xmlns:a16="http://schemas.microsoft.com/office/drawing/2014/main" id="{B8680509-6C01-E257-835A-627F3818F372}"/>
              </a:ext>
            </a:extLst>
          </p:cNvPr>
          <p:cNvSpPr>
            <a:spLocks noGrp="1"/>
          </p:cNvSpPr>
          <p:nvPr>
            <p:ph type="sldNum" sz="quarter" idx="12"/>
          </p:nvPr>
        </p:nvSpPr>
        <p:spPr/>
        <p:txBody>
          <a:bodyPr/>
          <a:lstStyle/>
          <a:p>
            <a:fld id="{A5CD6344-69F2-4F2A-9E84-A8C1A071765E}" type="slidenum">
              <a:rPr lang="ru-RU" smtClean="0"/>
              <a:t>7</a:t>
            </a:fld>
            <a:endParaRPr lang="ru-RU"/>
          </a:p>
        </p:txBody>
      </p:sp>
      <p:sp>
        <p:nvSpPr>
          <p:cNvPr id="7" name="Заголовок 1">
            <a:extLst>
              <a:ext uri="{FF2B5EF4-FFF2-40B4-BE49-F238E27FC236}">
                <a16:creationId xmlns:a16="http://schemas.microsoft.com/office/drawing/2014/main" id="{6FA6C13D-ECCB-541B-3541-2C4356E6388B}"/>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indent="-1588" algn="l"/>
            <a:r>
              <a:rPr lang="ru-RU" sz="3700" dirty="0">
                <a:solidFill>
                  <a:schemeClr val="bg1"/>
                </a:solidFill>
                <a:latin typeface="Times New Roman" panose="02020603050405020304" pitchFamily="18" charset="0"/>
                <a:cs typeface="Times New Roman" panose="02020603050405020304" pitchFamily="18" charset="0"/>
              </a:rPr>
              <a:t>Правила оформления документов </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по ГОСТ Р 7.0.97-2025</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8356BF23-4E6D-3941-9466-4C085B9BE988}"/>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cxnSp>
        <p:nvCxnSpPr>
          <p:cNvPr id="10" name="Прямая соединительная линия 9">
            <a:extLst>
              <a:ext uri="{FF2B5EF4-FFF2-40B4-BE49-F238E27FC236}">
                <a16:creationId xmlns:a16="http://schemas.microsoft.com/office/drawing/2014/main" id="{721F27F5-02B8-81E5-AB3F-805C7B8EC06E}"/>
              </a:ext>
            </a:extLst>
          </p:cNvPr>
          <p:cNvCxnSpPr/>
          <p:nvPr/>
        </p:nvCxnSpPr>
        <p:spPr>
          <a:xfrm>
            <a:off x="524933" y="2246489"/>
            <a:ext cx="1075266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8EE92B71-286A-892A-2E0D-CCB84AE7A4A3}"/>
              </a:ext>
            </a:extLst>
          </p:cNvPr>
          <p:cNvCxnSpPr/>
          <p:nvPr/>
        </p:nvCxnSpPr>
        <p:spPr>
          <a:xfrm>
            <a:off x="524933" y="2748840"/>
            <a:ext cx="1075266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885F97E1-4FBB-5CC7-26F7-D51E03281B52}"/>
              </a:ext>
            </a:extLst>
          </p:cNvPr>
          <p:cNvCxnSpPr/>
          <p:nvPr/>
        </p:nvCxnSpPr>
        <p:spPr>
          <a:xfrm>
            <a:off x="524933" y="3177822"/>
            <a:ext cx="1075266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C2E3E6E2-6C7C-E394-E325-AED69B4710CF}"/>
              </a:ext>
            </a:extLst>
          </p:cNvPr>
          <p:cNvCxnSpPr/>
          <p:nvPr/>
        </p:nvCxnSpPr>
        <p:spPr>
          <a:xfrm>
            <a:off x="524933" y="3680173"/>
            <a:ext cx="1075266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70C7568F-7C83-CCEA-6895-BDAD93598CAA}"/>
              </a:ext>
            </a:extLst>
          </p:cNvPr>
          <p:cNvCxnSpPr/>
          <p:nvPr/>
        </p:nvCxnSpPr>
        <p:spPr>
          <a:xfrm>
            <a:off x="524933" y="4916311"/>
            <a:ext cx="1075266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9A90B20E-FEB3-5E0F-3880-71937FA3D780}"/>
              </a:ext>
            </a:extLst>
          </p:cNvPr>
          <p:cNvCxnSpPr/>
          <p:nvPr/>
        </p:nvCxnSpPr>
        <p:spPr>
          <a:xfrm>
            <a:off x="524933" y="5418662"/>
            <a:ext cx="1075266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BFB16CFD-6D23-AFB1-278A-3D70F7F7E05D}"/>
              </a:ext>
            </a:extLst>
          </p:cNvPr>
          <p:cNvCxnSpPr/>
          <p:nvPr/>
        </p:nvCxnSpPr>
        <p:spPr>
          <a:xfrm>
            <a:off x="524933" y="4148666"/>
            <a:ext cx="10752667"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6049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440DC-3EF0-0EB1-7F9D-5154C4F20F5F}"/>
            </a:ext>
          </a:extLst>
        </p:cNvPr>
        <p:cNvGrpSpPr/>
        <p:nvPr/>
      </p:nvGrpSpPr>
      <p:grpSpPr>
        <a:xfrm>
          <a:off x="0" y="0"/>
          <a:ext cx="0" cy="0"/>
          <a:chOff x="0" y="0"/>
          <a:chExt cx="0" cy="0"/>
        </a:xfrm>
      </p:grpSpPr>
      <p:graphicFrame>
        <p:nvGraphicFramePr>
          <p:cNvPr id="8" name="Объект 7">
            <a:extLst>
              <a:ext uri="{FF2B5EF4-FFF2-40B4-BE49-F238E27FC236}">
                <a16:creationId xmlns:a16="http://schemas.microsoft.com/office/drawing/2014/main" id="{D935A74B-BE40-52C9-32F8-7BF319D04D5F}"/>
              </a:ext>
            </a:extLst>
          </p:cNvPr>
          <p:cNvGraphicFramePr>
            <a:graphicFrameLocks noGrp="1"/>
          </p:cNvGraphicFramePr>
          <p:nvPr>
            <p:ph idx="1"/>
            <p:extLst>
              <p:ext uri="{D42A27DB-BD31-4B8C-83A1-F6EECF244321}">
                <p14:modId xmlns:p14="http://schemas.microsoft.com/office/powerpoint/2010/main" val="3002033672"/>
              </p:ext>
            </p:extLst>
          </p:nvPr>
        </p:nvGraphicFramePr>
        <p:xfrm>
          <a:off x="236471" y="1486319"/>
          <a:ext cx="11719056"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Номер слайда 3">
            <a:extLst>
              <a:ext uri="{FF2B5EF4-FFF2-40B4-BE49-F238E27FC236}">
                <a16:creationId xmlns:a16="http://schemas.microsoft.com/office/drawing/2014/main" id="{CFAA49CC-2828-3C8D-C511-EE67EBDFAAB2}"/>
              </a:ext>
            </a:extLst>
          </p:cNvPr>
          <p:cNvSpPr>
            <a:spLocks noGrp="1"/>
          </p:cNvSpPr>
          <p:nvPr>
            <p:ph type="sldNum" sz="quarter" idx="12"/>
          </p:nvPr>
        </p:nvSpPr>
        <p:spPr/>
        <p:txBody>
          <a:bodyPr/>
          <a:lstStyle/>
          <a:p>
            <a:fld id="{A5CD6344-69F2-4F2A-9E84-A8C1A071765E}" type="slidenum">
              <a:rPr lang="ru-RU" smtClean="0"/>
              <a:t>8</a:t>
            </a:fld>
            <a:endParaRPr lang="ru-RU"/>
          </a:p>
        </p:txBody>
      </p:sp>
      <p:sp>
        <p:nvSpPr>
          <p:cNvPr id="5" name="Заголовок 1">
            <a:extLst>
              <a:ext uri="{FF2B5EF4-FFF2-40B4-BE49-F238E27FC236}">
                <a16:creationId xmlns:a16="http://schemas.microsoft.com/office/drawing/2014/main" id="{B1F9D7DF-4FA3-DF03-7396-10447A05B0E2}"/>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Виды бланков</a:t>
            </a:r>
          </a:p>
        </p:txBody>
      </p:sp>
      <p:pic>
        <p:nvPicPr>
          <p:cNvPr id="6" name="Рисунок 5"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95EC630E-D131-B4BD-3051-1C2EA15EB5A9}"/>
              </a:ext>
            </a:extLst>
          </p:cNvPr>
          <p:cNvPicPr>
            <a:picLocks noChangeAspect="1"/>
          </p:cNvPicPr>
          <p:nvPr/>
        </p:nvPicPr>
        <p:blipFill rotWithShape="1">
          <a:blip r:embed="rId8">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pic>
        <p:nvPicPr>
          <p:cNvPr id="9" name="Рисунок 8">
            <a:extLst>
              <a:ext uri="{FF2B5EF4-FFF2-40B4-BE49-F238E27FC236}">
                <a16:creationId xmlns:a16="http://schemas.microsoft.com/office/drawing/2014/main" id="{EA4BB13B-1B54-B0BE-AA4D-A91B5C58F3D0}"/>
              </a:ext>
            </a:extLst>
          </p:cNvPr>
          <p:cNvPicPr>
            <a:picLocks noChangeAspect="1"/>
          </p:cNvPicPr>
          <p:nvPr/>
        </p:nvPicPr>
        <p:blipFill>
          <a:blip r:embed="rId9">
            <a:extLst>
              <a:ext uri="{28A0092B-C50C-407E-A947-70E740481C1C}">
                <a14:useLocalDpi xmlns:a14="http://schemas.microsoft.com/office/drawing/2010/main" val="0"/>
              </a:ext>
            </a:extLst>
          </a:blip>
          <a:srcRect r="51004" b="63704"/>
          <a:stretch>
            <a:fillRect/>
          </a:stretch>
        </p:blipFill>
        <p:spPr>
          <a:xfrm>
            <a:off x="216831" y="3063875"/>
            <a:ext cx="5597373" cy="2810343"/>
          </a:xfrm>
          <a:prstGeom prst="rect">
            <a:avLst/>
          </a:prstGeom>
          <a:effectLst>
            <a:outerShdw blurRad="50800" dist="38100" dir="2700000" algn="tl" rotWithShape="0">
              <a:prstClr val="black">
                <a:alpha val="40000"/>
              </a:prstClr>
            </a:outerShdw>
          </a:effectLst>
        </p:spPr>
      </p:pic>
      <p:pic>
        <p:nvPicPr>
          <p:cNvPr id="11" name="Picture 2" descr="Picture background">
            <a:extLst>
              <a:ext uri="{FF2B5EF4-FFF2-40B4-BE49-F238E27FC236}">
                <a16:creationId xmlns:a16="http://schemas.microsoft.com/office/drawing/2014/main" id="{2D329E8F-5474-FCD2-CECB-17D39E4D4F79}"/>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1860" b="62599"/>
          <a:stretch>
            <a:fillRect/>
          </a:stretch>
        </p:blipFill>
        <p:spPr bwMode="auto">
          <a:xfrm>
            <a:off x="6250359" y="3063875"/>
            <a:ext cx="5591754" cy="281034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067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27C74-8365-CD59-6DEE-52C0C4CD2C4A}"/>
            </a:ext>
          </a:extLst>
        </p:cNvPr>
        <p:cNvGrpSpPr/>
        <p:nvPr/>
      </p:nvGrpSpPr>
      <p:grpSpPr>
        <a:xfrm>
          <a:off x="0" y="0"/>
          <a:ext cx="0" cy="0"/>
          <a:chOff x="0" y="0"/>
          <a:chExt cx="0" cy="0"/>
        </a:xfrm>
      </p:grpSpPr>
      <p:pic>
        <p:nvPicPr>
          <p:cNvPr id="7" name="Picture 6" descr="http://www.edou.ru/upload/learning/3/res49/s04u0.d3f2X.konkr3.gif">
            <a:extLst>
              <a:ext uri="{FF2B5EF4-FFF2-40B4-BE49-F238E27FC236}">
                <a16:creationId xmlns:a16="http://schemas.microsoft.com/office/drawing/2014/main" id="{5803287D-C93C-5D8E-5A2E-580D0A9BB2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5438"/>
          <a:stretch>
            <a:fillRect/>
          </a:stretch>
        </p:blipFill>
        <p:spPr bwMode="auto">
          <a:xfrm>
            <a:off x="6057899" y="5032251"/>
            <a:ext cx="5016817" cy="150666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Объект 11">
            <a:extLst>
              <a:ext uri="{FF2B5EF4-FFF2-40B4-BE49-F238E27FC236}">
                <a16:creationId xmlns:a16="http://schemas.microsoft.com/office/drawing/2014/main" id="{96ED25CA-A6B4-E843-5235-9485E3A72F84}"/>
              </a:ext>
            </a:extLst>
          </p:cNvPr>
          <p:cNvGraphicFramePr>
            <a:graphicFrameLocks noGrp="1"/>
          </p:cNvGraphicFramePr>
          <p:nvPr>
            <p:ph idx="1"/>
            <p:extLst>
              <p:ext uri="{D42A27DB-BD31-4B8C-83A1-F6EECF244321}">
                <p14:modId xmlns:p14="http://schemas.microsoft.com/office/powerpoint/2010/main" val="3554193885"/>
              </p:ext>
            </p:extLst>
          </p:nvPr>
        </p:nvGraphicFramePr>
        <p:xfrm>
          <a:off x="236470" y="1566334"/>
          <a:ext cx="5821429" cy="49360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Номер слайда 3">
            <a:extLst>
              <a:ext uri="{FF2B5EF4-FFF2-40B4-BE49-F238E27FC236}">
                <a16:creationId xmlns:a16="http://schemas.microsoft.com/office/drawing/2014/main" id="{7D0929FC-26B4-9BAB-C131-AD05B73690AC}"/>
              </a:ext>
            </a:extLst>
          </p:cNvPr>
          <p:cNvSpPr>
            <a:spLocks noGrp="1"/>
          </p:cNvSpPr>
          <p:nvPr>
            <p:ph type="sldNum" sz="quarter" idx="12"/>
          </p:nvPr>
        </p:nvSpPr>
        <p:spPr/>
        <p:txBody>
          <a:bodyPr/>
          <a:lstStyle/>
          <a:p>
            <a:fld id="{A5CD6344-69F2-4F2A-9E84-A8C1A071765E}" type="slidenum">
              <a:rPr lang="ru-RU" smtClean="0"/>
              <a:t>9</a:t>
            </a:fld>
            <a:endParaRPr lang="ru-RU"/>
          </a:p>
        </p:txBody>
      </p:sp>
      <p:sp>
        <p:nvSpPr>
          <p:cNvPr id="5" name="Заголовок 1">
            <a:extLst>
              <a:ext uri="{FF2B5EF4-FFF2-40B4-BE49-F238E27FC236}">
                <a16:creationId xmlns:a16="http://schemas.microsoft.com/office/drawing/2014/main" id="{FCEE1B92-F3DD-4AD6-9BD7-3435FFF87C95}"/>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Виды бланков</a:t>
            </a:r>
          </a:p>
        </p:txBody>
      </p:sp>
      <p:pic>
        <p:nvPicPr>
          <p:cNvPr id="6" name="Рисунок 5"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9D089D6C-C454-697F-E26B-9230F3D215DF}"/>
              </a:ext>
            </a:extLst>
          </p:cNvPr>
          <p:cNvPicPr>
            <a:picLocks noChangeAspect="1"/>
          </p:cNvPicPr>
          <p:nvPr/>
        </p:nvPicPr>
        <p:blipFill rotWithShape="1">
          <a:blip r:embed="rId9">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pic>
        <p:nvPicPr>
          <p:cNvPr id="2" name="Picture 4" descr="http://www.edou.ru/upload/learning/3/res47/ErtY5.z2tOH.obsh3.gif">
            <a:extLst>
              <a:ext uri="{FF2B5EF4-FFF2-40B4-BE49-F238E27FC236}">
                <a16:creationId xmlns:a16="http://schemas.microsoft.com/office/drawing/2014/main" id="{EAAB6C81-47BC-7370-74B5-3B41D1D49CA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b="30182"/>
          <a:stretch>
            <a:fillRect/>
          </a:stretch>
        </p:blipFill>
        <p:spPr bwMode="auto">
          <a:xfrm>
            <a:off x="6112342" y="1521580"/>
            <a:ext cx="5016816" cy="152875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 descr="http://www.edou.ru/upload/learning/3/res48/cUwW4.j6tcr.pismo4.gif">
            <a:extLst>
              <a:ext uri="{FF2B5EF4-FFF2-40B4-BE49-F238E27FC236}">
                <a16:creationId xmlns:a16="http://schemas.microsoft.com/office/drawing/2014/main" id="{9B628B29-F374-8A25-852F-871F6BE0990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b="24706"/>
          <a:stretch>
            <a:fillRect/>
          </a:stretch>
        </p:blipFill>
        <p:spPr bwMode="auto">
          <a:xfrm>
            <a:off x="6502241" y="3182853"/>
            <a:ext cx="4216717" cy="16139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457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88A2D41A-E3A2-FEC3-DEA3-1B85B10EADCD}"/>
              </a:ext>
            </a:extLst>
          </p:cNvPr>
          <p:cNvSpPr>
            <a:spLocks noGrp="1"/>
          </p:cNvSpPr>
          <p:nvPr>
            <p:ph type="sldNum" sz="quarter" idx="12"/>
          </p:nvPr>
        </p:nvSpPr>
        <p:spPr/>
        <p:txBody>
          <a:bodyPr/>
          <a:lstStyle/>
          <a:p>
            <a:fld id="{A5CD6344-69F2-4F2A-9E84-A8C1A071765E}" type="slidenum">
              <a:rPr lang="ru-RU" smtClean="0"/>
              <a:t>10</a:t>
            </a:fld>
            <a:endParaRPr lang="ru-RU"/>
          </a:p>
        </p:txBody>
      </p:sp>
      <p:sp>
        <p:nvSpPr>
          <p:cNvPr id="7" name="Заголовок 1">
            <a:extLst>
              <a:ext uri="{FF2B5EF4-FFF2-40B4-BE49-F238E27FC236}">
                <a16:creationId xmlns:a16="http://schemas.microsoft.com/office/drawing/2014/main" id="{55200D8B-1D46-8E76-57C8-C62928DB4004}"/>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Реквизиты документов</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470CC1CF-C0C3-42B7-5DF3-4F502B0F8C4D}"/>
              </a:ext>
            </a:extLst>
          </p:cNvPr>
          <p:cNvPicPr>
            <a:picLocks noChangeAspect="1"/>
          </p:cNvPicPr>
          <p:nvPr/>
        </p:nvPicPr>
        <p:blipFill rotWithShape="1">
          <a:blip r:embed="rId2">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2" name="TextBox 1">
            <a:extLst>
              <a:ext uri="{FF2B5EF4-FFF2-40B4-BE49-F238E27FC236}">
                <a16:creationId xmlns:a16="http://schemas.microsoft.com/office/drawing/2014/main" id="{DEB2F110-DB80-D0CA-F4FC-DD2267B18B66}"/>
              </a:ext>
            </a:extLst>
          </p:cNvPr>
          <p:cNvSpPr txBox="1"/>
          <p:nvPr/>
        </p:nvSpPr>
        <p:spPr>
          <a:xfrm>
            <a:off x="-8164" y="6396335"/>
            <a:ext cx="12200164" cy="276999"/>
          </a:xfrm>
          <a:prstGeom prst="rect">
            <a:avLst/>
          </a:prstGeom>
          <a:noFill/>
        </p:spPr>
        <p:txBody>
          <a:bodyPr wrap="square">
            <a:spAutoFit/>
          </a:bodyPr>
          <a:lstStyle/>
          <a:p>
            <a:r>
              <a:rPr lang="ru-RU" sz="1200" b="1" i="1" dirty="0"/>
              <a:t>Источник</a:t>
            </a:r>
            <a:r>
              <a:rPr lang="ru-RU" sz="1200" dirty="0"/>
              <a:t>: ГОСТ Р 7.0.97-2025 </a:t>
            </a:r>
            <a:endParaRPr lang="en-US" sz="1200" dirty="0"/>
          </a:p>
        </p:txBody>
      </p:sp>
      <p:graphicFrame>
        <p:nvGraphicFramePr>
          <p:cNvPr id="11" name="Схема 10">
            <a:extLst>
              <a:ext uri="{FF2B5EF4-FFF2-40B4-BE49-F238E27FC236}">
                <a16:creationId xmlns:a16="http://schemas.microsoft.com/office/drawing/2014/main" id="{E9E327C8-AF3C-E48E-0233-D6C64FFFD454}"/>
              </a:ext>
            </a:extLst>
          </p:cNvPr>
          <p:cNvGraphicFramePr/>
          <p:nvPr>
            <p:extLst>
              <p:ext uri="{D42A27DB-BD31-4B8C-83A1-F6EECF244321}">
                <p14:modId xmlns:p14="http://schemas.microsoft.com/office/powerpoint/2010/main" val="2811766028"/>
              </p:ext>
            </p:extLst>
          </p:nvPr>
        </p:nvGraphicFramePr>
        <p:xfrm>
          <a:off x="217329" y="1364187"/>
          <a:ext cx="11738197" cy="4860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2320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9AA75-AEBA-FC9B-829F-73C3C95A765E}"/>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03EA7834-0A07-D89D-500D-C8F453D71EE0}"/>
              </a:ext>
            </a:extLst>
          </p:cNvPr>
          <p:cNvSpPr>
            <a:spLocks noGrp="1"/>
          </p:cNvSpPr>
          <p:nvPr>
            <p:ph type="sldNum" sz="quarter" idx="12"/>
          </p:nvPr>
        </p:nvSpPr>
        <p:spPr/>
        <p:txBody>
          <a:bodyPr/>
          <a:lstStyle/>
          <a:p>
            <a:fld id="{A5CD6344-69F2-4F2A-9E84-A8C1A071765E}" type="slidenum">
              <a:rPr lang="ru-RU" smtClean="0"/>
              <a:t>11</a:t>
            </a:fld>
            <a:endParaRPr lang="ru-RU"/>
          </a:p>
        </p:txBody>
      </p:sp>
      <p:sp>
        <p:nvSpPr>
          <p:cNvPr id="7" name="Заголовок 1">
            <a:extLst>
              <a:ext uri="{FF2B5EF4-FFF2-40B4-BE49-F238E27FC236}">
                <a16:creationId xmlns:a16="http://schemas.microsoft.com/office/drawing/2014/main" id="{0FA5EC55-04BB-41DA-4EAA-036D1B7E4E45}"/>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1 - герб (Государственный герб РФ, </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герб субъекта РФ, герб (геральдический знак) </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муниципального образования)</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8EB288DB-2742-7124-F5B6-EF0CAE6C9BDC}"/>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TextBox 4">
            <a:extLst>
              <a:ext uri="{FF2B5EF4-FFF2-40B4-BE49-F238E27FC236}">
                <a16:creationId xmlns:a16="http://schemas.microsoft.com/office/drawing/2014/main" id="{E98BA39D-65C0-7A0A-BABB-8431EB6A0607}"/>
              </a:ext>
            </a:extLst>
          </p:cNvPr>
          <p:cNvSpPr txBox="1"/>
          <p:nvPr/>
        </p:nvSpPr>
        <p:spPr>
          <a:xfrm>
            <a:off x="188355" y="1486466"/>
            <a:ext cx="11767172" cy="1569660"/>
          </a:xfrm>
          <a:prstGeom prst="rect">
            <a:avLst/>
          </a:prstGeom>
          <a:noFill/>
        </p:spPr>
        <p:txBody>
          <a:bodyPr wrap="square">
            <a:spAutoFit/>
          </a:bodyPr>
          <a:lstStyle/>
          <a:p>
            <a:pPr algn="just"/>
            <a:r>
              <a:rPr lang="ru-RU" sz="2400" dirty="0"/>
              <a:t>изображение герба размещается </a:t>
            </a:r>
            <a:r>
              <a:rPr lang="ru-RU" sz="2400" b="1" dirty="0"/>
              <a:t>на бланках официальных документов,</a:t>
            </a:r>
            <a:r>
              <a:rPr lang="ru-RU" sz="2400" dirty="0"/>
              <a:t> символизируя государственный статус органа в соответствии с Федеральным конституционным законом от 25.12.2000 N 2-ФКЗ «О Государственном гербе Российской Федерации».</a:t>
            </a:r>
          </a:p>
        </p:txBody>
      </p:sp>
      <p:pic>
        <p:nvPicPr>
          <p:cNvPr id="11" name="Picture 7">
            <a:extLst>
              <a:ext uri="{FF2B5EF4-FFF2-40B4-BE49-F238E27FC236}">
                <a16:creationId xmlns:a16="http://schemas.microsoft.com/office/drawing/2014/main" id="{2D481252-95F2-EFA6-2DF2-58484BA85B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7874" y="3348822"/>
            <a:ext cx="2439742" cy="2895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8">
            <a:extLst>
              <a:ext uri="{FF2B5EF4-FFF2-40B4-BE49-F238E27FC236}">
                <a16:creationId xmlns:a16="http://schemas.microsoft.com/office/drawing/2014/main" id="{22E7ACCD-537C-FE98-70A2-CC1C60F959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2356" y="3348822"/>
            <a:ext cx="2439742" cy="292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9">
            <a:extLst>
              <a:ext uri="{FF2B5EF4-FFF2-40B4-BE49-F238E27FC236}">
                <a16:creationId xmlns:a16="http://schemas.microsoft.com/office/drawing/2014/main" id="{3318786B-7773-A21A-5C71-56C8D6B970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21666" y="3275796"/>
            <a:ext cx="2521067" cy="269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0044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EC762-5520-799D-6E0F-C0EF2F24C67D}"/>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B22B700E-3C4F-5CC7-B3B5-032F2E08A12C}"/>
              </a:ext>
            </a:extLst>
          </p:cNvPr>
          <p:cNvSpPr>
            <a:spLocks noGrp="1"/>
          </p:cNvSpPr>
          <p:nvPr>
            <p:ph type="sldNum" sz="quarter" idx="12"/>
          </p:nvPr>
        </p:nvSpPr>
        <p:spPr/>
        <p:txBody>
          <a:bodyPr/>
          <a:lstStyle/>
          <a:p>
            <a:fld id="{A5CD6344-69F2-4F2A-9E84-A8C1A071765E}" type="slidenum">
              <a:rPr lang="ru-RU" smtClean="0"/>
              <a:t>12</a:t>
            </a:fld>
            <a:endParaRPr lang="ru-RU"/>
          </a:p>
        </p:txBody>
      </p:sp>
      <p:sp>
        <p:nvSpPr>
          <p:cNvPr id="7" name="Заголовок 1">
            <a:extLst>
              <a:ext uri="{FF2B5EF4-FFF2-40B4-BE49-F238E27FC236}">
                <a16:creationId xmlns:a16="http://schemas.microsoft.com/office/drawing/2014/main" id="{B87D1EFB-08F8-80DF-7427-4F1D5C96961A}"/>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1 - герб (Государственный герб РФ, </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герб субъекта РФ, герб (геральдический знак) </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муниципального образования)</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58439DC4-CDE2-CF07-6089-C874B1400A4E}"/>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pic>
        <p:nvPicPr>
          <p:cNvPr id="3" name="Рисунок 2">
            <a:extLst>
              <a:ext uri="{FF2B5EF4-FFF2-40B4-BE49-F238E27FC236}">
                <a16:creationId xmlns:a16="http://schemas.microsoft.com/office/drawing/2014/main" id="{0BB91D63-0835-F4B0-F7D7-4851F6B13899}"/>
              </a:ext>
            </a:extLst>
          </p:cNvPr>
          <p:cNvPicPr>
            <a:picLocks noChangeAspect="1"/>
          </p:cNvPicPr>
          <p:nvPr/>
        </p:nvPicPr>
        <p:blipFill>
          <a:blip r:embed="rId4"/>
          <a:srcRect b="52999"/>
          <a:stretch>
            <a:fillRect/>
          </a:stretch>
        </p:blipFill>
        <p:spPr>
          <a:xfrm>
            <a:off x="178414" y="1934639"/>
            <a:ext cx="6246254" cy="4170912"/>
          </a:xfrm>
          <a:prstGeom prst="rect">
            <a:avLst/>
          </a:prstGeom>
          <a:effectLst>
            <a:outerShdw blurRad="50800" dist="38100" dir="2700000" algn="tl" rotWithShape="0">
              <a:prstClr val="black">
                <a:alpha val="40000"/>
              </a:prstClr>
            </a:outerShdw>
          </a:effectLst>
        </p:spPr>
      </p:pic>
      <p:pic>
        <p:nvPicPr>
          <p:cNvPr id="6" name="Рисунок 5">
            <a:extLst>
              <a:ext uri="{FF2B5EF4-FFF2-40B4-BE49-F238E27FC236}">
                <a16:creationId xmlns:a16="http://schemas.microsoft.com/office/drawing/2014/main" id="{31CF74FB-2285-F24F-7DEF-C166EADB961E}"/>
              </a:ext>
            </a:extLst>
          </p:cNvPr>
          <p:cNvPicPr>
            <a:picLocks noChangeAspect="1"/>
          </p:cNvPicPr>
          <p:nvPr/>
        </p:nvPicPr>
        <p:blipFill>
          <a:blip r:embed="rId5"/>
          <a:srcRect t="-1" b="60794"/>
          <a:stretch>
            <a:fillRect/>
          </a:stretch>
        </p:blipFill>
        <p:spPr>
          <a:xfrm>
            <a:off x="6722773" y="4220050"/>
            <a:ext cx="4838104" cy="2400834"/>
          </a:xfrm>
          <a:prstGeom prst="rect">
            <a:avLst/>
          </a:prstGeom>
          <a:effectLst>
            <a:outerShdw blurRad="50800" dist="38100" dir="2700000" algn="tl" rotWithShape="0">
              <a:prstClr val="black">
                <a:alpha val="40000"/>
              </a:prstClr>
            </a:outerShdw>
          </a:effectLst>
        </p:spPr>
      </p:pic>
      <p:pic>
        <p:nvPicPr>
          <p:cNvPr id="2" name="Picture 2" descr="Picture background">
            <a:extLst>
              <a:ext uri="{FF2B5EF4-FFF2-40B4-BE49-F238E27FC236}">
                <a16:creationId xmlns:a16="http://schemas.microsoft.com/office/drawing/2014/main" id="{A7AFB6EB-B8DD-159F-01C4-1EE7F4E126A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62599"/>
          <a:stretch>
            <a:fillRect/>
          </a:stretch>
        </p:blipFill>
        <p:spPr bwMode="auto">
          <a:xfrm>
            <a:off x="6722772" y="1493420"/>
            <a:ext cx="4838104" cy="255877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Стрелка: вниз 8">
            <a:extLst>
              <a:ext uri="{FF2B5EF4-FFF2-40B4-BE49-F238E27FC236}">
                <a16:creationId xmlns:a16="http://schemas.microsoft.com/office/drawing/2014/main" id="{375C6DCC-8354-FCCB-968E-16EDE317DB9B}"/>
              </a:ext>
            </a:extLst>
          </p:cNvPr>
          <p:cNvSpPr/>
          <p:nvPr/>
        </p:nvSpPr>
        <p:spPr>
          <a:xfrm rot="17396578">
            <a:off x="6989055" y="1159058"/>
            <a:ext cx="1041402" cy="15511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A7765330-04F1-DE59-F6C5-42F4E3A7B8B7}"/>
              </a:ext>
            </a:extLst>
          </p:cNvPr>
          <p:cNvSpPr/>
          <p:nvPr/>
        </p:nvSpPr>
        <p:spPr>
          <a:xfrm>
            <a:off x="8535607" y="1590541"/>
            <a:ext cx="1227376" cy="1110299"/>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194577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Объект 11" descr="Изображение выглядит как лошадь, зарисовка, рисунок, оружие&#10;&#10;Содержимое, созданное искусственным интеллектом, может быть неверным.">
            <a:extLst>
              <a:ext uri="{FF2B5EF4-FFF2-40B4-BE49-F238E27FC236}">
                <a16:creationId xmlns:a16="http://schemas.microsoft.com/office/drawing/2014/main" id="{82DFB462-A839-FA80-9BF7-5C7FD23C98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02212" y="2637083"/>
            <a:ext cx="2705100" cy="3257550"/>
          </a:xfrm>
        </p:spPr>
      </p:pic>
      <p:sp>
        <p:nvSpPr>
          <p:cNvPr id="4" name="Номер слайда 3">
            <a:extLst>
              <a:ext uri="{FF2B5EF4-FFF2-40B4-BE49-F238E27FC236}">
                <a16:creationId xmlns:a16="http://schemas.microsoft.com/office/drawing/2014/main" id="{D51D22C5-8E52-4F85-EE48-A69BF0781B9D}"/>
              </a:ext>
            </a:extLst>
          </p:cNvPr>
          <p:cNvSpPr>
            <a:spLocks noGrp="1"/>
          </p:cNvSpPr>
          <p:nvPr>
            <p:ph type="sldNum" sz="quarter" idx="12"/>
          </p:nvPr>
        </p:nvSpPr>
        <p:spPr/>
        <p:txBody>
          <a:bodyPr/>
          <a:lstStyle/>
          <a:p>
            <a:fld id="{A5CD6344-69F2-4F2A-9E84-A8C1A071765E}" type="slidenum">
              <a:rPr lang="ru-RU" smtClean="0"/>
              <a:t>13</a:t>
            </a:fld>
            <a:endParaRPr lang="ru-RU"/>
          </a:p>
        </p:txBody>
      </p:sp>
      <p:pic>
        <p:nvPicPr>
          <p:cNvPr id="6" name="Рисунок 5">
            <a:extLst>
              <a:ext uri="{FF2B5EF4-FFF2-40B4-BE49-F238E27FC236}">
                <a16:creationId xmlns:a16="http://schemas.microsoft.com/office/drawing/2014/main" id="{E6D4BF9C-DD69-0589-3160-E5E6168464B5}"/>
              </a:ext>
            </a:extLst>
          </p:cNvPr>
          <p:cNvPicPr>
            <a:picLocks noChangeAspect="1"/>
          </p:cNvPicPr>
          <p:nvPr/>
        </p:nvPicPr>
        <p:blipFill>
          <a:blip r:embed="rId3"/>
          <a:srcRect l="32999" r="30815"/>
          <a:stretch>
            <a:fillRect/>
          </a:stretch>
        </p:blipFill>
        <p:spPr>
          <a:xfrm>
            <a:off x="307307" y="1590541"/>
            <a:ext cx="3981088" cy="4879360"/>
          </a:xfrm>
          <a:prstGeom prst="rect">
            <a:avLst/>
          </a:prstGeom>
          <a:effectLst>
            <a:outerShdw blurRad="50800" dist="38100" algn="l" rotWithShape="0">
              <a:prstClr val="black">
                <a:alpha val="40000"/>
              </a:prstClr>
            </a:outerShdw>
          </a:effectLst>
        </p:spPr>
      </p:pic>
      <p:sp>
        <p:nvSpPr>
          <p:cNvPr id="7" name="Заголовок 1">
            <a:extLst>
              <a:ext uri="{FF2B5EF4-FFF2-40B4-BE49-F238E27FC236}">
                <a16:creationId xmlns:a16="http://schemas.microsoft.com/office/drawing/2014/main" id="{FD8FF582-F105-39D6-4B69-BEFC5AF9C7BB}"/>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1 - герб (Государственный герб РФ, </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герб субъекта РФ, герб (геральдический знак) </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муниципального образования)</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ECFBE106-4744-3BA4-6B65-5B337D8A21F0}"/>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9" name="Стрелка: вниз 8">
            <a:extLst>
              <a:ext uri="{FF2B5EF4-FFF2-40B4-BE49-F238E27FC236}">
                <a16:creationId xmlns:a16="http://schemas.microsoft.com/office/drawing/2014/main" id="{5CEC7879-3A63-3F70-AB17-E867661120DD}"/>
              </a:ext>
            </a:extLst>
          </p:cNvPr>
          <p:cNvSpPr/>
          <p:nvPr/>
        </p:nvSpPr>
        <p:spPr>
          <a:xfrm rot="4046725">
            <a:off x="3565528" y="1375792"/>
            <a:ext cx="1041402" cy="15511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B0E62C69-8C9E-F15C-1F77-AAD0CFF1CC13}"/>
              </a:ext>
            </a:extLst>
          </p:cNvPr>
          <p:cNvSpPr/>
          <p:nvPr/>
        </p:nvSpPr>
        <p:spPr>
          <a:xfrm>
            <a:off x="1690602" y="1976911"/>
            <a:ext cx="1227376" cy="1110299"/>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descr="Изображение выглядит как лошадь, Узда, Товары для лошадей, уздечка&#10;&#10;Содержимое, созданное искусственным интеллектом, может быть неверным.">
            <a:extLst>
              <a:ext uri="{FF2B5EF4-FFF2-40B4-BE49-F238E27FC236}">
                <a16:creationId xmlns:a16="http://schemas.microsoft.com/office/drawing/2014/main" id="{5417472F-AEF9-837B-8CF4-5C4028A68B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79286" y="2637083"/>
            <a:ext cx="2705100" cy="3257550"/>
          </a:xfrm>
          <a:prstGeom prst="rect">
            <a:avLst/>
          </a:prstGeom>
        </p:spPr>
      </p:pic>
    </p:spTree>
    <p:extLst>
      <p:ext uri="{BB962C8B-B14F-4D97-AF65-F5344CB8AC3E}">
        <p14:creationId xmlns:p14="http://schemas.microsoft.com/office/powerpoint/2010/main" val="1736345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10187-F43A-C4B2-8932-C34D00C343FC}"/>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95D1940C-A2D8-DDAE-98D2-B605FD343EE9}"/>
              </a:ext>
            </a:extLst>
          </p:cNvPr>
          <p:cNvSpPr>
            <a:spLocks noGrp="1"/>
          </p:cNvSpPr>
          <p:nvPr>
            <p:ph type="sldNum" sz="quarter" idx="12"/>
          </p:nvPr>
        </p:nvSpPr>
        <p:spPr/>
        <p:txBody>
          <a:bodyPr/>
          <a:lstStyle/>
          <a:p>
            <a:fld id="{A5CD6344-69F2-4F2A-9E84-A8C1A071765E}" type="slidenum">
              <a:rPr lang="ru-RU" smtClean="0"/>
              <a:t>14</a:t>
            </a:fld>
            <a:endParaRPr lang="ru-RU"/>
          </a:p>
        </p:txBody>
      </p:sp>
      <p:sp>
        <p:nvSpPr>
          <p:cNvPr id="7" name="Заголовок 1">
            <a:extLst>
              <a:ext uri="{FF2B5EF4-FFF2-40B4-BE49-F238E27FC236}">
                <a16:creationId xmlns:a16="http://schemas.microsoft.com/office/drawing/2014/main" id="{16B18644-6FE2-9BDB-21FA-47BD2AFC89F3}"/>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2 - эмблема;</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3 - товарный знак (знак обслуживания);</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6460BB9D-985A-55D5-A638-A8BAED1BEA6A}"/>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graphicFrame>
        <p:nvGraphicFramePr>
          <p:cNvPr id="2" name="Схема 1">
            <a:extLst>
              <a:ext uri="{FF2B5EF4-FFF2-40B4-BE49-F238E27FC236}">
                <a16:creationId xmlns:a16="http://schemas.microsoft.com/office/drawing/2014/main" id="{553C16AA-CA8F-23D9-16BB-791F26991425}"/>
              </a:ext>
            </a:extLst>
          </p:cNvPr>
          <p:cNvGraphicFramePr/>
          <p:nvPr>
            <p:extLst>
              <p:ext uri="{D42A27DB-BD31-4B8C-83A1-F6EECF244321}">
                <p14:modId xmlns:p14="http://schemas.microsoft.com/office/powerpoint/2010/main" val="1243485284"/>
              </p:ext>
            </p:extLst>
          </p:nvPr>
        </p:nvGraphicFramePr>
        <p:xfrm>
          <a:off x="188355" y="1486466"/>
          <a:ext cx="11767172" cy="15696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Рисунок 5">
            <a:extLst>
              <a:ext uri="{FF2B5EF4-FFF2-40B4-BE49-F238E27FC236}">
                <a16:creationId xmlns:a16="http://schemas.microsoft.com/office/drawing/2014/main" id="{EBCFA5E9-0AA5-8F06-3376-0C3613682F85}"/>
              </a:ext>
            </a:extLst>
          </p:cNvPr>
          <p:cNvPicPr>
            <a:picLocks noChangeAspect="1"/>
          </p:cNvPicPr>
          <p:nvPr/>
        </p:nvPicPr>
        <p:blipFill>
          <a:blip r:embed="rId9"/>
          <a:stretch>
            <a:fillRect/>
          </a:stretch>
        </p:blipFill>
        <p:spPr>
          <a:xfrm>
            <a:off x="1598053" y="3134921"/>
            <a:ext cx="8995893" cy="3496708"/>
          </a:xfrm>
          <a:prstGeom prst="rect">
            <a:avLst/>
          </a:prstGeom>
          <a:effectLst>
            <a:outerShdw blurRad="50800" dist="38100" dir="2700000" algn="tl" rotWithShape="0">
              <a:prstClr val="black">
                <a:alpha val="40000"/>
              </a:prstClr>
            </a:outerShdw>
          </a:effectLst>
        </p:spPr>
      </p:pic>
      <p:sp>
        <p:nvSpPr>
          <p:cNvPr id="9" name="Стрелка: вниз 8">
            <a:extLst>
              <a:ext uri="{FF2B5EF4-FFF2-40B4-BE49-F238E27FC236}">
                <a16:creationId xmlns:a16="http://schemas.microsoft.com/office/drawing/2014/main" id="{B251D84B-A7F5-F5F9-3EAA-CA280EE450FA}"/>
              </a:ext>
            </a:extLst>
          </p:cNvPr>
          <p:cNvSpPr/>
          <p:nvPr/>
        </p:nvSpPr>
        <p:spPr>
          <a:xfrm rot="18012408">
            <a:off x="1140916" y="3092376"/>
            <a:ext cx="1041402" cy="18030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291679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991-A197-58C9-52C6-A257A8BB4C00}"/>
            </a:ext>
          </a:extLst>
        </p:cNvPr>
        <p:cNvGrpSpPr/>
        <p:nvPr/>
      </p:nvGrpSpPr>
      <p:grpSpPr>
        <a:xfrm>
          <a:off x="0" y="0"/>
          <a:ext cx="0" cy="0"/>
          <a:chOff x="0" y="0"/>
          <a:chExt cx="0" cy="0"/>
        </a:xfrm>
      </p:grpSpPr>
      <p:pic>
        <p:nvPicPr>
          <p:cNvPr id="12" name="Рисунок 11" descr="Изображение выглядит как текст, чек, число, Шрифт&#10;&#10;Содержимое, созданное искусственным интеллектом, может быть неверным.">
            <a:extLst>
              <a:ext uri="{FF2B5EF4-FFF2-40B4-BE49-F238E27FC236}">
                <a16:creationId xmlns:a16="http://schemas.microsoft.com/office/drawing/2014/main" id="{B6DEB93F-468F-0A64-2342-468102811230}"/>
              </a:ext>
            </a:extLst>
          </p:cNvPr>
          <p:cNvPicPr>
            <a:picLocks noChangeAspect="1"/>
          </p:cNvPicPr>
          <p:nvPr/>
        </p:nvPicPr>
        <p:blipFill>
          <a:blip r:embed="rId3">
            <a:extLst>
              <a:ext uri="{28A0092B-C50C-407E-A947-70E740481C1C}">
                <a14:useLocalDpi xmlns:a14="http://schemas.microsoft.com/office/drawing/2010/main" val="0"/>
              </a:ext>
            </a:extLst>
          </a:blip>
          <a:srcRect b="59497"/>
          <a:stretch>
            <a:fillRect/>
          </a:stretch>
        </p:blipFill>
        <p:spPr>
          <a:xfrm>
            <a:off x="239387" y="3217028"/>
            <a:ext cx="11443522" cy="3468919"/>
          </a:xfrm>
          <a:prstGeom prst="rect">
            <a:avLst/>
          </a:prstGeom>
          <a:effectLst>
            <a:outerShdw blurRad="50800" dist="38100" dir="2700000" algn="tl" rotWithShape="0">
              <a:prstClr val="black">
                <a:alpha val="40000"/>
              </a:prstClr>
            </a:outerShdw>
          </a:effectLst>
        </p:spPr>
      </p:pic>
      <p:sp>
        <p:nvSpPr>
          <p:cNvPr id="4" name="Номер слайда 3">
            <a:extLst>
              <a:ext uri="{FF2B5EF4-FFF2-40B4-BE49-F238E27FC236}">
                <a16:creationId xmlns:a16="http://schemas.microsoft.com/office/drawing/2014/main" id="{0577466C-470C-61B8-F50D-A6D31D31FEA5}"/>
              </a:ext>
            </a:extLst>
          </p:cNvPr>
          <p:cNvSpPr>
            <a:spLocks noGrp="1"/>
          </p:cNvSpPr>
          <p:nvPr>
            <p:ph type="sldNum" sz="quarter" idx="12"/>
          </p:nvPr>
        </p:nvSpPr>
        <p:spPr/>
        <p:txBody>
          <a:bodyPr/>
          <a:lstStyle/>
          <a:p>
            <a:fld id="{A5CD6344-69F2-4F2A-9E84-A8C1A071765E}" type="slidenum">
              <a:rPr lang="ru-RU" smtClean="0"/>
              <a:t>15</a:t>
            </a:fld>
            <a:endParaRPr lang="ru-RU"/>
          </a:p>
        </p:txBody>
      </p:sp>
      <p:sp>
        <p:nvSpPr>
          <p:cNvPr id="7" name="Заголовок 1">
            <a:extLst>
              <a:ext uri="{FF2B5EF4-FFF2-40B4-BE49-F238E27FC236}">
                <a16:creationId xmlns:a16="http://schemas.microsoft.com/office/drawing/2014/main" id="{1C81E2E6-3060-2B3F-00B8-FC74423AE94D}"/>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4 - код формы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4AE191EB-A962-40E3-4B0D-A73F7F256105}"/>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0" name="TextBox 9">
            <a:extLst>
              <a:ext uri="{FF2B5EF4-FFF2-40B4-BE49-F238E27FC236}">
                <a16:creationId xmlns:a16="http://schemas.microsoft.com/office/drawing/2014/main" id="{AB288193-EEBC-C7E4-147B-1705529427E5}"/>
              </a:ext>
            </a:extLst>
          </p:cNvPr>
          <p:cNvSpPr txBox="1"/>
          <p:nvPr/>
        </p:nvSpPr>
        <p:spPr>
          <a:xfrm>
            <a:off x="188355" y="1486466"/>
            <a:ext cx="11767172" cy="1569660"/>
          </a:xfrm>
          <a:prstGeom prst="rect">
            <a:avLst/>
          </a:prstGeom>
          <a:noFill/>
        </p:spPr>
        <p:txBody>
          <a:bodyPr wrap="square">
            <a:spAutoFit/>
          </a:bodyPr>
          <a:lstStyle/>
          <a:p>
            <a:pPr algn="just"/>
            <a:r>
              <a:rPr lang="ru-RU" sz="2400" dirty="0"/>
              <a:t>проставляется на унифицированных формах документов в соответствии с ОК 011-93 или локальным классификатором</a:t>
            </a:r>
            <a:r>
              <a:rPr lang="ru-RU" sz="2400" b="1" dirty="0"/>
              <a:t>, располагается в правом верхнем углу </a:t>
            </a:r>
            <a:r>
              <a:rPr lang="ru-RU" sz="2400" dirty="0"/>
              <a:t>рабочего поля документа, состоит из слов "</a:t>
            </a:r>
            <a:r>
              <a:rPr lang="ru-RU" sz="2400" b="1" dirty="0"/>
              <a:t>Форма по</a:t>
            </a:r>
            <a:r>
              <a:rPr lang="ru-RU" sz="2400" dirty="0"/>
              <a:t>" (наименование классификатора) и цифрового кода.</a:t>
            </a:r>
          </a:p>
        </p:txBody>
      </p:sp>
      <p:sp>
        <p:nvSpPr>
          <p:cNvPr id="13" name="Стрелка: вниз 12">
            <a:extLst>
              <a:ext uri="{FF2B5EF4-FFF2-40B4-BE49-F238E27FC236}">
                <a16:creationId xmlns:a16="http://schemas.microsoft.com/office/drawing/2014/main" id="{6958F5B4-3C0B-96A7-14E8-876BF5CF3F15}"/>
              </a:ext>
            </a:extLst>
          </p:cNvPr>
          <p:cNvSpPr/>
          <p:nvPr/>
        </p:nvSpPr>
        <p:spPr>
          <a:xfrm rot="17465968">
            <a:off x="7751265" y="2405919"/>
            <a:ext cx="1041402" cy="15511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a:extLst>
              <a:ext uri="{FF2B5EF4-FFF2-40B4-BE49-F238E27FC236}">
                <a16:creationId xmlns:a16="http://schemas.microsoft.com/office/drawing/2014/main" id="{C21DE573-CCD9-4D9B-5ED8-516EF2876786}"/>
              </a:ext>
            </a:extLst>
          </p:cNvPr>
          <p:cNvSpPr/>
          <p:nvPr/>
        </p:nvSpPr>
        <p:spPr>
          <a:xfrm>
            <a:off x="7769431" y="3429000"/>
            <a:ext cx="3654130" cy="662579"/>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416050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0F2F5-03A0-3579-C2C9-CA6A1030C233}"/>
            </a:ext>
          </a:extLst>
        </p:cNvPr>
        <p:cNvGrpSpPr/>
        <p:nvPr/>
      </p:nvGrpSpPr>
      <p:grpSpPr>
        <a:xfrm>
          <a:off x="0" y="0"/>
          <a:ext cx="0" cy="0"/>
          <a:chOff x="0" y="0"/>
          <a:chExt cx="0" cy="0"/>
        </a:xfrm>
      </p:grpSpPr>
      <p:pic>
        <p:nvPicPr>
          <p:cNvPr id="9" name="Picture 4" descr="Picture background">
            <a:extLst>
              <a:ext uri="{FF2B5EF4-FFF2-40B4-BE49-F238E27FC236}">
                <a16:creationId xmlns:a16="http://schemas.microsoft.com/office/drawing/2014/main" id="{9488AA33-EFE5-DF1C-452A-A4B21676B5D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026" r="19980" b="53026"/>
          <a:stretch>
            <a:fillRect/>
          </a:stretch>
        </p:blipFill>
        <p:spPr bwMode="auto">
          <a:xfrm>
            <a:off x="6095999" y="2927349"/>
            <a:ext cx="5839881" cy="34290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Номер слайда 3">
            <a:extLst>
              <a:ext uri="{FF2B5EF4-FFF2-40B4-BE49-F238E27FC236}">
                <a16:creationId xmlns:a16="http://schemas.microsoft.com/office/drawing/2014/main" id="{958C6D2A-B8FF-C0DF-976B-AF44CF994382}"/>
              </a:ext>
            </a:extLst>
          </p:cNvPr>
          <p:cNvSpPr>
            <a:spLocks noGrp="1"/>
          </p:cNvSpPr>
          <p:nvPr>
            <p:ph type="sldNum" sz="quarter" idx="12"/>
          </p:nvPr>
        </p:nvSpPr>
        <p:spPr/>
        <p:txBody>
          <a:bodyPr/>
          <a:lstStyle/>
          <a:p>
            <a:fld id="{A5CD6344-69F2-4F2A-9E84-A8C1A071765E}" type="slidenum">
              <a:rPr lang="ru-RU" smtClean="0"/>
              <a:t>16</a:t>
            </a:fld>
            <a:endParaRPr lang="ru-RU"/>
          </a:p>
        </p:txBody>
      </p:sp>
      <p:sp>
        <p:nvSpPr>
          <p:cNvPr id="7" name="Заголовок 1">
            <a:extLst>
              <a:ext uri="{FF2B5EF4-FFF2-40B4-BE49-F238E27FC236}">
                <a16:creationId xmlns:a16="http://schemas.microsoft.com/office/drawing/2014/main" id="{6DDECAC1-BFCC-C8D6-7745-987FC95C87F4}"/>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5 - наименование организации;</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4524DD0F-E757-E256-95BA-B058739261F1}"/>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0" name="TextBox 9">
            <a:extLst>
              <a:ext uri="{FF2B5EF4-FFF2-40B4-BE49-F238E27FC236}">
                <a16:creationId xmlns:a16="http://schemas.microsoft.com/office/drawing/2014/main" id="{8285E846-8B6F-96D5-7C25-78C98B924939}"/>
              </a:ext>
            </a:extLst>
          </p:cNvPr>
          <p:cNvSpPr txBox="1"/>
          <p:nvPr/>
        </p:nvSpPr>
        <p:spPr>
          <a:xfrm>
            <a:off x="188355" y="1486466"/>
            <a:ext cx="11767172" cy="1200329"/>
          </a:xfrm>
          <a:prstGeom prst="rect">
            <a:avLst/>
          </a:prstGeom>
          <a:noFill/>
        </p:spPr>
        <p:txBody>
          <a:bodyPr wrap="square">
            <a:spAutoFit/>
          </a:bodyPr>
          <a:lstStyle/>
          <a:p>
            <a:pPr algn="just"/>
            <a:r>
              <a:rPr lang="ru-RU" sz="2400" dirty="0"/>
              <a:t>На  документах </a:t>
            </a:r>
            <a:r>
              <a:rPr lang="ru-RU" sz="2400" b="1" dirty="0"/>
              <a:t>обязательно должно указываться полное наименование организации</a:t>
            </a:r>
            <a:r>
              <a:rPr lang="ru-RU" sz="2400" dirty="0"/>
              <a:t>, закрепленное в ее учредительных документах (наименование структурного подразделения, должностного лица)</a:t>
            </a:r>
          </a:p>
        </p:txBody>
      </p:sp>
      <p:pic>
        <p:nvPicPr>
          <p:cNvPr id="3" name="Рисунок 2">
            <a:extLst>
              <a:ext uri="{FF2B5EF4-FFF2-40B4-BE49-F238E27FC236}">
                <a16:creationId xmlns:a16="http://schemas.microsoft.com/office/drawing/2014/main" id="{374F5A55-79EC-6727-EB1D-CD595470289C}"/>
              </a:ext>
            </a:extLst>
          </p:cNvPr>
          <p:cNvPicPr>
            <a:picLocks noChangeAspect="1"/>
          </p:cNvPicPr>
          <p:nvPr/>
        </p:nvPicPr>
        <p:blipFill>
          <a:blip r:embed="rId5"/>
          <a:stretch>
            <a:fillRect/>
          </a:stretch>
        </p:blipFill>
        <p:spPr>
          <a:xfrm>
            <a:off x="89063" y="2927350"/>
            <a:ext cx="5839882" cy="3429000"/>
          </a:xfrm>
          <a:prstGeom prst="rect">
            <a:avLst/>
          </a:prstGeom>
          <a:effectLst>
            <a:outerShdw blurRad="50800" dist="38100" dir="2700000" algn="tl" rotWithShape="0">
              <a:prstClr val="black">
                <a:alpha val="40000"/>
              </a:prstClr>
            </a:outerShdw>
          </a:effectLst>
        </p:spPr>
      </p:pic>
      <p:sp>
        <p:nvSpPr>
          <p:cNvPr id="14" name="Прямоугольник 13">
            <a:extLst>
              <a:ext uri="{FF2B5EF4-FFF2-40B4-BE49-F238E27FC236}">
                <a16:creationId xmlns:a16="http://schemas.microsoft.com/office/drawing/2014/main" id="{A6333FAF-4BA9-FC49-1F44-F002268EAF64}"/>
              </a:ext>
            </a:extLst>
          </p:cNvPr>
          <p:cNvSpPr/>
          <p:nvPr/>
        </p:nvSpPr>
        <p:spPr>
          <a:xfrm>
            <a:off x="660399" y="3181500"/>
            <a:ext cx="5173133" cy="764992"/>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a:extLst>
              <a:ext uri="{FF2B5EF4-FFF2-40B4-BE49-F238E27FC236}">
                <a16:creationId xmlns:a16="http://schemas.microsoft.com/office/drawing/2014/main" id="{8E10B43A-8BE6-8BEC-BE8B-65ADABBCBF0F}"/>
              </a:ext>
            </a:extLst>
          </p:cNvPr>
          <p:cNvSpPr/>
          <p:nvPr/>
        </p:nvSpPr>
        <p:spPr>
          <a:xfrm>
            <a:off x="6290733" y="4546600"/>
            <a:ext cx="5173133" cy="524933"/>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038764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1CFF1-523A-9D97-5A23-1FDC68584641}"/>
            </a:ext>
          </a:extLst>
        </p:cNvPr>
        <p:cNvGrpSpPr/>
        <p:nvPr/>
      </p:nvGrpSpPr>
      <p:grpSpPr>
        <a:xfrm>
          <a:off x="0" y="0"/>
          <a:ext cx="0" cy="0"/>
          <a:chOff x="0" y="0"/>
          <a:chExt cx="0" cy="0"/>
        </a:xfrm>
      </p:grpSpPr>
      <p:pic>
        <p:nvPicPr>
          <p:cNvPr id="11" name="Picture 2" descr="Picture background">
            <a:extLst>
              <a:ext uri="{FF2B5EF4-FFF2-40B4-BE49-F238E27FC236}">
                <a16:creationId xmlns:a16="http://schemas.microsoft.com/office/drawing/2014/main" id="{91DFD41C-7133-99C4-1143-2AB02A77A0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6454"/>
          <a:stretch>
            <a:fillRect/>
          </a:stretch>
        </p:blipFill>
        <p:spPr bwMode="auto">
          <a:xfrm>
            <a:off x="6113634" y="3530929"/>
            <a:ext cx="5890011" cy="287050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2E81DA4D-36E8-0826-EB29-65BC5410D9C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2851" r="5154" b="67243"/>
          <a:stretch>
            <a:fillRect/>
          </a:stretch>
        </p:blipFill>
        <p:spPr bwMode="auto">
          <a:xfrm>
            <a:off x="188355" y="3445629"/>
            <a:ext cx="5646532" cy="295580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Номер слайда 3">
            <a:extLst>
              <a:ext uri="{FF2B5EF4-FFF2-40B4-BE49-F238E27FC236}">
                <a16:creationId xmlns:a16="http://schemas.microsoft.com/office/drawing/2014/main" id="{1EB9574C-3141-0BB7-25FA-664651813A35}"/>
              </a:ext>
            </a:extLst>
          </p:cNvPr>
          <p:cNvSpPr>
            <a:spLocks noGrp="1"/>
          </p:cNvSpPr>
          <p:nvPr>
            <p:ph type="sldNum" sz="quarter" idx="12"/>
          </p:nvPr>
        </p:nvSpPr>
        <p:spPr/>
        <p:txBody>
          <a:bodyPr/>
          <a:lstStyle/>
          <a:p>
            <a:fld id="{A5CD6344-69F2-4F2A-9E84-A8C1A071765E}" type="slidenum">
              <a:rPr lang="ru-RU" smtClean="0"/>
              <a:t>17</a:t>
            </a:fld>
            <a:endParaRPr lang="ru-RU"/>
          </a:p>
        </p:txBody>
      </p:sp>
      <p:sp>
        <p:nvSpPr>
          <p:cNvPr id="7" name="Заголовок 1">
            <a:extLst>
              <a:ext uri="{FF2B5EF4-FFF2-40B4-BE49-F238E27FC236}">
                <a16:creationId xmlns:a16="http://schemas.microsoft.com/office/drawing/2014/main" id="{8BBDFF94-15E4-048E-AB72-6A3503E71399}"/>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6 - наименование структурного подразделения;</a:t>
            </a:r>
          </a:p>
          <a:p>
            <a:pPr marL="180975" algn="l"/>
            <a:r>
              <a:rPr lang="ru-RU" sz="3700" dirty="0">
                <a:solidFill>
                  <a:schemeClr val="bg1"/>
                </a:solidFill>
                <a:latin typeface="Times New Roman" panose="02020603050405020304" pitchFamily="18" charset="0"/>
                <a:cs typeface="Times New Roman" panose="02020603050405020304" pitchFamily="18" charset="0"/>
              </a:rPr>
              <a:t>7 - наименование должности;</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8E7DAABB-B608-E380-241D-754B69B37D2F}"/>
              </a:ext>
            </a:extLst>
          </p:cNvPr>
          <p:cNvPicPr>
            <a:picLocks noChangeAspect="1"/>
          </p:cNvPicPr>
          <p:nvPr/>
        </p:nvPicPr>
        <p:blipFill rotWithShape="1">
          <a:blip r:embed="rId5">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4" name="Прямоугольник 13">
            <a:extLst>
              <a:ext uri="{FF2B5EF4-FFF2-40B4-BE49-F238E27FC236}">
                <a16:creationId xmlns:a16="http://schemas.microsoft.com/office/drawing/2014/main" id="{1F25DFB1-B228-FA5A-B943-3971078457D2}"/>
              </a:ext>
            </a:extLst>
          </p:cNvPr>
          <p:cNvSpPr/>
          <p:nvPr/>
        </p:nvSpPr>
        <p:spPr>
          <a:xfrm>
            <a:off x="609598" y="3914820"/>
            <a:ext cx="5173133" cy="433829"/>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a:extLst>
              <a:ext uri="{FF2B5EF4-FFF2-40B4-BE49-F238E27FC236}">
                <a16:creationId xmlns:a16="http://schemas.microsoft.com/office/drawing/2014/main" id="{1CC45B24-D736-6BA8-B301-5ABB72EC6CC8}"/>
              </a:ext>
            </a:extLst>
          </p:cNvPr>
          <p:cNvSpPr/>
          <p:nvPr/>
        </p:nvSpPr>
        <p:spPr>
          <a:xfrm>
            <a:off x="6366936" y="4459826"/>
            <a:ext cx="5173133" cy="325942"/>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2" name="Схема 1">
            <a:extLst>
              <a:ext uri="{FF2B5EF4-FFF2-40B4-BE49-F238E27FC236}">
                <a16:creationId xmlns:a16="http://schemas.microsoft.com/office/drawing/2014/main" id="{735E4801-BF25-FEA4-6E4A-08343C93BD4A}"/>
              </a:ext>
            </a:extLst>
          </p:cNvPr>
          <p:cNvGraphicFramePr/>
          <p:nvPr>
            <p:extLst>
              <p:ext uri="{D42A27DB-BD31-4B8C-83A1-F6EECF244321}">
                <p14:modId xmlns:p14="http://schemas.microsoft.com/office/powerpoint/2010/main" val="2397685537"/>
              </p:ext>
            </p:extLst>
          </p:nvPr>
        </p:nvGraphicFramePr>
        <p:xfrm>
          <a:off x="188355" y="1486466"/>
          <a:ext cx="11767172" cy="156966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816789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DCE78-3E59-425F-F5C2-49EDF86F7844}"/>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26B6599D-87C2-57F6-919D-4F9F9CC3878F}"/>
              </a:ext>
            </a:extLst>
          </p:cNvPr>
          <p:cNvSpPr>
            <a:spLocks noGrp="1"/>
          </p:cNvSpPr>
          <p:nvPr>
            <p:ph type="sldNum" sz="quarter" idx="12"/>
          </p:nvPr>
        </p:nvSpPr>
        <p:spPr/>
        <p:txBody>
          <a:bodyPr/>
          <a:lstStyle/>
          <a:p>
            <a:fld id="{A5CD6344-69F2-4F2A-9E84-A8C1A071765E}" type="slidenum">
              <a:rPr lang="ru-RU" smtClean="0"/>
              <a:t>18</a:t>
            </a:fld>
            <a:endParaRPr lang="ru-RU"/>
          </a:p>
        </p:txBody>
      </p:sp>
      <p:sp>
        <p:nvSpPr>
          <p:cNvPr id="7" name="Заголовок 1">
            <a:extLst>
              <a:ext uri="{FF2B5EF4-FFF2-40B4-BE49-F238E27FC236}">
                <a16:creationId xmlns:a16="http://schemas.microsoft.com/office/drawing/2014/main" id="{9F2F024E-4335-23BE-F09E-C4F914E20532}"/>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8 - справочные данные об организации;</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93C59A9A-BA58-E3BD-D4D0-CA9974A1D4CB}"/>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0" name="TextBox 9">
            <a:extLst>
              <a:ext uri="{FF2B5EF4-FFF2-40B4-BE49-F238E27FC236}">
                <a16:creationId xmlns:a16="http://schemas.microsoft.com/office/drawing/2014/main" id="{22385B65-F673-7828-CC73-7BDBDC15A680}"/>
              </a:ext>
            </a:extLst>
          </p:cNvPr>
          <p:cNvSpPr txBox="1"/>
          <p:nvPr/>
        </p:nvSpPr>
        <p:spPr>
          <a:xfrm>
            <a:off x="188355" y="1486466"/>
            <a:ext cx="11767172" cy="830997"/>
          </a:xfrm>
          <a:prstGeom prst="rect">
            <a:avLst/>
          </a:prstGeom>
          <a:noFill/>
        </p:spPr>
        <p:txBody>
          <a:bodyPr wrap="square">
            <a:spAutoFit/>
          </a:bodyPr>
          <a:lstStyle/>
          <a:p>
            <a:pPr algn="just"/>
            <a:r>
              <a:rPr lang="ru-RU" sz="2400" dirty="0"/>
              <a:t>почтовый адрес, телефон, адрес электронной почты, сайт и другие </a:t>
            </a:r>
            <a:r>
              <a:rPr lang="ru-RU" sz="2400" b="1" dirty="0"/>
              <a:t>контактные сведения</a:t>
            </a:r>
          </a:p>
        </p:txBody>
      </p:sp>
      <p:pic>
        <p:nvPicPr>
          <p:cNvPr id="13" name="Рисунок 12">
            <a:extLst>
              <a:ext uri="{FF2B5EF4-FFF2-40B4-BE49-F238E27FC236}">
                <a16:creationId xmlns:a16="http://schemas.microsoft.com/office/drawing/2014/main" id="{ABC59871-4AFB-E8D3-0CD5-4A86B15B3C46}"/>
              </a:ext>
            </a:extLst>
          </p:cNvPr>
          <p:cNvPicPr>
            <a:picLocks noChangeAspect="1"/>
          </p:cNvPicPr>
          <p:nvPr/>
        </p:nvPicPr>
        <p:blipFill>
          <a:blip r:embed="rId4">
            <a:extLst>
              <a:ext uri="{28A0092B-C50C-407E-A947-70E740481C1C}">
                <a14:useLocalDpi xmlns:a14="http://schemas.microsoft.com/office/drawing/2010/main" val="0"/>
              </a:ext>
            </a:extLst>
          </a:blip>
          <a:srcRect r="51004" b="63704"/>
          <a:stretch>
            <a:fillRect/>
          </a:stretch>
        </p:blipFill>
        <p:spPr>
          <a:xfrm>
            <a:off x="1648913" y="2547280"/>
            <a:ext cx="8267636" cy="4151034"/>
          </a:xfrm>
          <a:prstGeom prst="rect">
            <a:avLst/>
          </a:prstGeom>
          <a:effectLst>
            <a:outerShdw blurRad="50800" dist="38100" dir="2700000" algn="tl" rotWithShape="0">
              <a:prstClr val="black">
                <a:alpha val="40000"/>
              </a:prstClr>
            </a:outerShdw>
          </a:effectLst>
        </p:spPr>
      </p:pic>
      <p:sp>
        <p:nvSpPr>
          <p:cNvPr id="14" name="Прямоугольник 13">
            <a:extLst>
              <a:ext uri="{FF2B5EF4-FFF2-40B4-BE49-F238E27FC236}">
                <a16:creationId xmlns:a16="http://schemas.microsoft.com/office/drawing/2014/main" id="{22BC20CA-050D-0875-CEDC-4766F76667CA}"/>
              </a:ext>
            </a:extLst>
          </p:cNvPr>
          <p:cNvSpPr/>
          <p:nvPr/>
        </p:nvSpPr>
        <p:spPr>
          <a:xfrm>
            <a:off x="2658533" y="5040887"/>
            <a:ext cx="3413408" cy="614846"/>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86482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7A9AC-BE2D-80B2-5403-BA2FA6E50303}"/>
            </a:ext>
          </a:extLst>
        </p:cNvPr>
        <p:cNvGrpSpPr/>
        <p:nvPr/>
      </p:nvGrpSpPr>
      <p:grpSpPr>
        <a:xfrm>
          <a:off x="0" y="0"/>
          <a:ext cx="0" cy="0"/>
          <a:chOff x="0" y="0"/>
          <a:chExt cx="0" cy="0"/>
        </a:xfrm>
      </p:grpSpPr>
      <p:graphicFrame>
        <p:nvGraphicFramePr>
          <p:cNvPr id="2" name="Схема 1">
            <a:extLst>
              <a:ext uri="{FF2B5EF4-FFF2-40B4-BE49-F238E27FC236}">
                <a16:creationId xmlns:a16="http://schemas.microsoft.com/office/drawing/2014/main" id="{53887A65-FA7E-DF51-A58D-D235CD78CAA3}"/>
              </a:ext>
            </a:extLst>
          </p:cNvPr>
          <p:cNvGraphicFramePr/>
          <p:nvPr>
            <p:extLst>
              <p:ext uri="{D42A27DB-BD31-4B8C-83A1-F6EECF244321}">
                <p14:modId xmlns:p14="http://schemas.microsoft.com/office/powerpoint/2010/main" val="2541020887"/>
              </p:ext>
            </p:extLst>
          </p:nvPr>
        </p:nvGraphicFramePr>
        <p:xfrm>
          <a:off x="142742" y="1153510"/>
          <a:ext cx="11906518" cy="35223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Номер слайда 3">
            <a:extLst>
              <a:ext uri="{FF2B5EF4-FFF2-40B4-BE49-F238E27FC236}">
                <a16:creationId xmlns:a16="http://schemas.microsoft.com/office/drawing/2014/main" id="{6F27B164-CE7E-4E3E-CEFD-AF44C949F86F}"/>
              </a:ext>
            </a:extLst>
          </p:cNvPr>
          <p:cNvSpPr>
            <a:spLocks noGrp="1"/>
          </p:cNvSpPr>
          <p:nvPr>
            <p:ph type="sldNum" sz="quarter" idx="12"/>
          </p:nvPr>
        </p:nvSpPr>
        <p:spPr/>
        <p:txBody>
          <a:bodyPr/>
          <a:lstStyle/>
          <a:p>
            <a:fld id="{A5CD6344-69F2-4F2A-9E84-A8C1A071765E}" type="slidenum">
              <a:rPr lang="ru-RU" smtClean="0"/>
              <a:t>19</a:t>
            </a:fld>
            <a:endParaRPr lang="ru-RU" dirty="0"/>
          </a:p>
        </p:txBody>
      </p:sp>
      <p:sp>
        <p:nvSpPr>
          <p:cNvPr id="25" name="Заголовок 1">
            <a:extLst>
              <a:ext uri="{FF2B5EF4-FFF2-40B4-BE49-F238E27FC236}">
                <a16:creationId xmlns:a16="http://schemas.microsoft.com/office/drawing/2014/main" id="{4BD7E24C-3FC0-B196-1D03-1FA35BCCF740}"/>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9 - наименование вида документа;</a:t>
            </a:r>
          </a:p>
        </p:txBody>
      </p:sp>
      <p:pic>
        <p:nvPicPr>
          <p:cNvPr id="26" name="Рисунок 25"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F24DE238-C9CB-6C9F-A0D5-286CA4631138}"/>
              </a:ext>
            </a:extLst>
          </p:cNvPr>
          <p:cNvPicPr>
            <a:picLocks noChangeAspect="1"/>
          </p:cNvPicPr>
          <p:nvPr/>
        </p:nvPicPr>
        <p:blipFill rotWithShape="1">
          <a:blip r:embed="rId8">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pic>
        <p:nvPicPr>
          <p:cNvPr id="6" name="Picture 2" descr="Picture background">
            <a:extLst>
              <a:ext uri="{FF2B5EF4-FFF2-40B4-BE49-F238E27FC236}">
                <a16:creationId xmlns:a16="http://schemas.microsoft.com/office/drawing/2014/main" id="{0D1A32BA-A278-FF3B-BA56-A940D565299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5337" t="1" r="14514" b="73739"/>
          <a:stretch>
            <a:fillRect/>
          </a:stretch>
        </p:blipFill>
        <p:spPr bwMode="auto">
          <a:xfrm>
            <a:off x="4157480" y="4530571"/>
            <a:ext cx="3824898" cy="202477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Рисунок 7" descr="Изображение выглядит как текст, письмо, документ, бумага&#10;&#10;Содержимое, созданное искусственным интеллектом, может быть неверным.">
            <a:extLst>
              <a:ext uri="{FF2B5EF4-FFF2-40B4-BE49-F238E27FC236}">
                <a16:creationId xmlns:a16="http://schemas.microsoft.com/office/drawing/2014/main" id="{8E5DDEEE-7853-9E0D-8800-BFCF53901ED0}"/>
              </a:ext>
            </a:extLst>
          </p:cNvPr>
          <p:cNvPicPr>
            <a:picLocks noChangeAspect="1"/>
          </p:cNvPicPr>
          <p:nvPr/>
        </p:nvPicPr>
        <p:blipFill>
          <a:blip r:embed="rId10">
            <a:extLst>
              <a:ext uri="{28A0092B-C50C-407E-A947-70E740481C1C}">
                <a14:useLocalDpi xmlns:a14="http://schemas.microsoft.com/office/drawing/2010/main" val="0"/>
              </a:ext>
            </a:extLst>
          </a:blip>
          <a:srcRect l="34331" r="34416" b="90049"/>
          <a:stretch>
            <a:fillRect/>
          </a:stretch>
        </p:blipFill>
        <p:spPr>
          <a:xfrm>
            <a:off x="142742" y="4880176"/>
            <a:ext cx="3824898" cy="1675170"/>
          </a:xfrm>
          <a:prstGeom prst="rect">
            <a:avLst/>
          </a:prstGeom>
          <a:effectLst>
            <a:outerShdw blurRad="50800" dist="38100" dir="2700000" algn="tl" rotWithShape="0">
              <a:prstClr val="black">
                <a:alpha val="40000"/>
              </a:prstClr>
            </a:outerShdw>
          </a:effectLst>
        </p:spPr>
      </p:pic>
      <p:pic>
        <p:nvPicPr>
          <p:cNvPr id="10" name="Рисунок 9">
            <a:extLst>
              <a:ext uri="{FF2B5EF4-FFF2-40B4-BE49-F238E27FC236}">
                <a16:creationId xmlns:a16="http://schemas.microsoft.com/office/drawing/2014/main" id="{1CCE7323-E262-8912-2BF4-315AACF490DD}"/>
              </a:ext>
            </a:extLst>
          </p:cNvPr>
          <p:cNvPicPr>
            <a:picLocks noChangeAspect="1"/>
          </p:cNvPicPr>
          <p:nvPr/>
        </p:nvPicPr>
        <p:blipFill>
          <a:blip r:embed="rId11"/>
          <a:srcRect r="5950" b="8917"/>
          <a:stretch>
            <a:fillRect/>
          </a:stretch>
        </p:blipFill>
        <p:spPr>
          <a:xfrm>
            <a:off x="8224360" y="5116993"/>
            <a:ext cx="3824898" cy="694546"/>
          </a:xfrm>
          <a:prstGeom prst="rect">
            <a:avLst/>
          </a:prstGeom>
          <a:effectLst>
            <a:outerShdw blurRad="50800" dist="38100" dir="2700000" algn="tl" rotWithShape="0">
              <a:prstClr val="black">
                <a:alpha val="40000"/>
              </a:prstClr>
            </a:outerShdw>
          </a:effectLst>
        </p:spPr>
      </p:pic>
      <p:sp>
        <p:nvSpPr>
          <p:cNvPr id="11" name="Прямоугольник 10">
            <a:extLst>
              <a:ext uri="{FF2B5EF4-FFF2-40B4-BE49-F238E27FC236}">
                <a16:creationId xmlns:a16="http://schemas.microsoft.com/office/drawing/2014/main" id="{3794704F-01F1-88D7-757B-7DBBD33B20A1}"/>
              </a:ext>
            </a:extLst>
          </p:cNvPr>
          <p:cNvSpPr/>
          <p:nvPr/>
        </p:nvSpPr>
        <p:spPr>
          <a:xfrm>
            <a:off x="5484933" y="5807369"/>
            <a:ext cx="1196378" cy="419948"/>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С</a:t>
            </a:r>
          </a:p>
        </p:txBody>
      </p:sp>
      <p:sp>
        <p:nvSpPr>
          <p:cNvPr id="12" name="Прямоугольник 11">
            <a:extLst>
              <a:ext uri="{FF2B5EF4-FFF2-40B4-BE49-F238E27FC236}">
                <a16:creationId xmlns:a16="http://schemas.microsoft.com/office/drawing/2014/main" id="{91B9BA10-FBE5-AD02-95ED-9587FAC625A9}"/>
              </a:ext>
            </a:extLst>
          </p:cNvPr>
          <p:cNvSpPr/>
          <p:nvPr/>
        </p:nvSpPr>
        <p:spPr>
          <a:xfrm>
            <a:off x="505129" y="5257872"/>
            <a:ext cx="1196378" cy="419948"/>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793D0486-6DA0-F523-1A09-3C6B0FF2B2F0}"/>
              </a:ext>
            </a:extLst>
          </p:cNvPr>
          <p:cNvSpPr/>
          <p:nvPr/>
        </p:nvSpPr>
        <p:spPr>
          <a:xfrm>
            <a:off x="8421319" y="5180600"/>
            <a:ext cx="419323" cy="419948"/>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С</a:t>
            </a:r>
          </a:p>
        </p:txBody>
      </p:sp>
    </p:spTree>
    <p:extLst>
      <p:ext uri="{BB962C8B-B14F-4D97-AF65-F5344CB8AC3E}">
        <p14:creationId xmlns:p14="http://schemas.microsoft.com/office/powerpoint/2010/main" val="2217041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7CD55-0A6E-B35C-B258-683045A37616}"/>
            </a:ext>
          </a:extLst>
        </p:cNvPr>
        <p:cNvGrpSpPr/>
        <p:nvPr/>
      </p:nvGrpSpPr>
      <p:grpSpPr>
        <a:xfrm>
          <a:off x="0" y="0"/>
          <a:ext cx="0" cy="0"/>
          <a:chOff x="0" y="0"/>
          <a:chExt cx="0" cy="0"/>
        </a:xfrm>
      </p:grpSpPr>
      <p:pic>
        <p:nvPicPr>
          <p:cNvPr id="6" name="Picture 2">
            <a:extLst>
              <a:ext uri="{FF2B5EF4-FFF2-40B4-BE49-F238E27FC236}">
                <a16:creationId xmlns:a16="http://schemas.microsoft.com/office/drawing/2014/main" id="{2A1A0899-E58B-1300-1B3B-B6D3CBBAF5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50" t="2851" r="5154" b="67243"/>
          <a:stretch>
            <a:fillRect/>
          </a:stretch>
        </p:blipFill>
        <p:spPr bwMode="auto">
          <a:xfrm>
            <a:off x="188355" y="3445629"/>
            <a:ext cx="5646532" cy="295580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Номер слайда 3">
            <a:extLst>
              <a:ext uri="{FF2B5EF4-FFF2-40B4-BE49-F238E27FC236}">
                <a16:creationId xmlns:a16="http://schemas.microsoft.com/office/drawing/2014/main" id="{F2C68E05-5EC3-C809-A172-A9A5D6E984F2}"/>
              </a:ext>
            </a:extLst>
          </p:cNvPr>
          <p:cNvSpPr>
            <a:spLocks noGrp="1"/>
          </p:cNvSpPr>
          <p:nvPr>
            <p:ph type="sldNum" sz="quarter" idx="12"/>
          </p:nvPr>
        </p:nvSpPr>
        <p:spPr/>
        <p:txBody>
          <a:bodyPr/>
          <a:lstStyle/>
          <a:p>
            <a:fld id="{A5CD6344-69F2-4F2A-9E84-A8C1A071765E}" type="slidenum">
              <a:rPr lang="ru-RU" smtClean="0"/>
              <a:t>20</a:t>
            </a:fld>
            <a:endParaRPr lang="ru-RU"/>
          </a:p>
        </p:txBody>
      </p:sp>
      <p:sp>
        <p:nvSpPr>
          <p:cNvPr id="7" name="Заголовок 1">
            <a:extLst>
              <a:ext uri="{FF2B5EF4-FFF2-40B4-BE49-F238E27FC236}">
                <a16:creationId xmlns:a16="http://schemas.microsoft.com/office/drawing/2014/main" id="{D0D61843-B189-C430-8C31-9394997038A4}"/>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10 - дата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B12A8C90-42FA-7FB4-F2AF-4C9986C39CEB}"/>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0" name="TextBox 9">
            <a:extLst>
              <a:ext uri="{FF2B5EF4-FFF2-40B4-BE49-F238E27FC236}">
                <a16:creationId xmlns:a16="http://schemas.microsoft.com/office/drawing/2014/main" id="{D1D4B00C-E371-90A1-0254-E694AE938EBD}"/>
              </a:ext>
            </a:extLst>
          </p:cNvPr>
          <p:cNvSpPr txBox="1"/>
          <p:nvPr/>
        </p:nvSpPr>
        <p:spPr>
          <a:xfrm>
            <a:off x="188355" y="1486466"/>
            <a:ext cx="11767172" cy="1569660"/>
          </a:xfrm>
          <a:prstGeom prst="rect">
            <a:avLst/>
          </a:prstGeom>
          <a:noFill/>
        </p:spPr>
        <p:txBody>
          <a:bodyPr wrap="square">
            <a:spAutoFit/>
          </a:bodyPr>
          <a:lstStyle/>
          <a:p>
            <a:pPr algn="just"/>
            <a:r>
              <a:rPr lang="ru-RU" sz="2400" dirty="0"/>
              <a:t>проставляется, как правило, </a:t>
            </a:r>
            <a:r>
              <a:rPr lang="ru-RU" sz="2400" b="1" dirty="0"/>
              <a:t>в день подписания или утверждения </a:t>
            </a:r>
            <a:r>
              <a:rPr lang="ru-RU" sz="2400" dirty="0"/>
              <a:t>документа. Даты на официальных бумагах могут оформляться в формате </a:t>
            </a:r>
            <a:r>
              <a:rPr lang="ru-RU" sz="2400" b="1" dirty="0" err="1"/>
              <a:t>дд.мм.гггг</a:t>
            </a:r>
            <a:r>
              <a:rPr lang="ru-RU" sz="2400" dirty="0"/>
              <a:t> или словесно-цифровой форме (например, «</a:t>
            </a:r>
            <a:r>
              <a:rPr lang="ru-RU" sz="2400" b="1" dirty="0"/>
              <a:t>10 ноября 2025 г</a:t>
            </a:r>
            <a:r>
              <a:rPr lang="ru-RU" sz="2400" dirty="0"/>
              <a:t>.») – оба варианта допускаются стандартом.</a:t>
            </a:r>
            <a:endParaRPr lang="ru-RU" sz="2400" b="1" dirty="0"/>
          </a:p>
        </p:txBody>
      </p:sp>
      <p:sp>
        <p:nvSpPr>
          <p:cNvPr id="14" name="Прямоугольник 13">
            <a:extLst>
              <a:ext uri="{FF2B5EF4-FFF2-40B4-BE49-F238E27FC236}">
                <a16:creationId xmlns:a16="http://schemas.microsoft.com/office/drawing/2014/main" id="{D031DC14-C782-5B6D-7D82-5DE4EC8DFF3F}"/>
              </a:ext>
            </a:extLst>
          </p:cNvPr>
          <p:cNvSpPr/>
          <p:nvPr/>
        </p:nvSpPr>
        <p:spPr>
          <a:xfrm>
            <a:off x="472195" y="4681470"/>
            <a:ext cx="1768729" cy="309093"/>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 name="Picture 4" descr="Picture background">
            <a:extLst>
              <a:ext uri="{FF2B5EF4-FFF2-40B4-BE49-F238E27FC236}">
                <a16:creationId xmlns:a16="http://schemas.microsoft.com/office/drawing/2014/main" id="{56D4FB46-FDA2-1D26-ADDF-751375E95E3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2535" b="1"/>
          <a:stretch>
            <a:fillRect/>
          </a:stretch>
        </p:blipFill>
        <p:spPr bwMode="auto">
          <a:xfrm>
            <a:off x="5950444" y="3445629"/>
            <a:ext cx="5904262" cy="291072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Прямоугольник 4">
            <a:extLst>
              <a:ext uri="{FF2B5EF4-FFF2-40B4-BE49-F238E27FC236}">
                <a16:creationId xmlns:a16="http://schemas.microsoft.com/office/drawing/2014/main" id="{EB412CEA-C194-C569-F7A4-2BD6062515FA}"/>
              </a:ext>
            </a:extLst>
          </p:cNvPr>
          <p:cNvSpPr/>
          <p:nvPr/>
        </p:nvSpPr>
        <p:spPr>
          <a:xfrm>
            <a:off x="6742198" y="5200094"/>
            <a:ext cx="1712667" cy="278799"/>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972978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D717D-2434-1DDC-A0CF-D69BC056C61F}"/>
            </a:ext>
          </a:extLst>
        </p:cNvPr>
        <p:cNvGrpSpPr/>
        <p:nvPr/>
      </p:nvGrpSpPr>
      <p:grpSpPr>
        <a:xfrm>
          <a:off x="0" y="0"/>
          <a:ext cx="0" cy="0"/>
          <a:chOff x="0" y="0"/>
          <a:chExt cx="0" cy="0"/>
        </a:xfrm>
      </p:grpSpPr>
      <p:pic>
        <p:nvPicPr>
          <p:cNvPr id="6" name="Picture 2">
            <a:extLst>
              <a:ext uri="{FF2B5EF4-FFF2-40B4-BE49-F238E27FC236}">
                <a16:creationId xmlns:a16="http://schemas.microsoft.com/office/drawing/2014/main" id="{9A5CBB57-4923-C190-D14D-96BA6B95C6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50" t="2851" r="5154" b="67243"/>
          <a:stretch>
            <a:fillRect/>
          </a:stretch>
        </p:blipFill>
        <p:spPr bwMode="auto">
          <a:xfrm>
            <a:off x="188355" y="3445629"/>
            <a:ext cx="5646532" cy="295580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Номер слайда 3">
            <a:extLst>
              <a:ext uri="{FF2B5EF4-FFF2-40B4-BE49-F238E27FC236}">
                <a16:creationId xmlns:a16="http://schemas.microsoft.com/office/drawing/2014/main" id="{2D27FF9A-6074-492F-2EB9-4C875A6511B9}"/>
              </a:ext>
            </a:extLst>
          </p:cNvPr>
          <p:cNvSpPr>
            <a:spLocks noGrp="1"/>
          </p:cNvSpPr>
          <p:nvPr>
            <p:ph type="sldNum" sz="quarter" idx="12"/>
          </p:nvPr>
        </p:nvSpPr>
        <p:spPr/>
        <p:txBody>
          <a:bodyPr/>
          <a:lstStyle/>
          <a:p>
            <a:fld id="{A5CD6344-69F2-4F2A-9E84-A8C1A071765E}" type="slidenum">
              <a:rPr lang="ru-RU" smtClean="0"/>
              <a:t>21</a:t>
            </a:fld>
            <a:endParaRPr lang="ru-RU"/>
          </a:p>
        </p:txBody>
      </p:sp>
      <p:sp>
        <p:nvSpPr>
          <p:cNvPr id="7" name="Заголовок 1">
            <a:extLst>
              <a:ext uri="{FF2B5EF4-FFF2-40B4-BE49-F238E27FC236}">
                <a16:creationId xmlns:a16="http://schemas.microsoft.com/office/drawing/2014/main" id="{9D6BA663-D628-2196-7F32-7F815BE88504}"/>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11 - регистрационный номер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80156815-5F23-CF6A-42E4-C988D27A1E46}"/>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0" name="TextBox 9">
            <a:extLst>
              <a:ext uri="{FF2B5EF4-FFF2-40B4-BE49-F238E27FC236}">
                <a16:creationId xmlns:a16="http://schemas.microsoft.com/office/drawing/2014/main" id="{DD228E6F-71EE-9B12-7CD0-E0A59ED69574}"/>
              </a:ext>
            </a:extLst>
          </p:cNvPr>
          <p:cNvSpPr txBox="1"/>
          <p:nvPr/>
        </p:nvSpPr>
        <p:spPr>
          <a:xfrm>
            <a:off x="188355" y="1486466"/>
            <a:ext cx="11767172" cy="1569660"/>
          </a:xfrm>
          <a:prstGeom prst="rect">
            <a:avLst/>
          </a:prstGeom>
          <a:noFill/>
        </p:spPr>
        <p:txBody>
          <a:bodyPr wrap="square">
            <a:spAutoFit/>
          </a:bodyPr>
          <a:lstStyle/>
          <a:p>
            <a:pPr algn="just"/>
            <a:r>
              <a:rPr lang="ru-RU" sz="2400" dirty="0"/>
              <a:t>уникальный номер, под которым документ </a:t>
            </a:r>
            <a:r>
              <a:rPr lang="ru-RU" sz="2400" b="1" dirty="0"/>
              <a:t>внесен в регистрационную систему </a:t>
            </a:r>
            <a:r>
              <a:rPr lang="ru-RU" sz="2400" dirty="0"/>
              <a:t>организации. Номер может включать индексы дела, раздела, классификационные коды и пр. Если документ составлен несколькими организациями, ему присваивается единая дата и номер для всех участников.</a:t>
            </a:r>
            <a:endParaRPr lang="ru-RU" sz="2400" b="1" dirty="0"/>
          </a:p>
        </p:txBody>
      </p:sp>
      <p:sp>
        <p:nvSpPr>
          <p:cNvPr id="14" name="Прямоугольник 13">
            <a:extLst>
              <a:ext uri="{FF2B5EF4-FFF2-40B4-BE49-F238E27FC236}">
                <a16:creationId xmlns:a16="http://schemas.microsoft.com/office/drawing/2014/main" id="{8753D731-05CC-E5BA-C44F-90D96ABC0885}"/>
              </a:ext>
            </a:extLst>
          </p:cNvPr>
          <p:cNvSpPr/>
          <p:nvPr/>
        </p:nvSpPr>
        <p:spPr>
          <a:xfrm>
            <a:off x="4046065" y="4681470"/>
            <a:ext cx="1768729" cy="309093"/>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 name="Picture 4" descr="Picture background">
            <a:extLst>
              <a:ext uri="{FF2B5EF4-FFF2-40B4-BE49-F238E27FC236}">
                <a16:creationId xmlns:a16="http://schemas.microsoft.com/office/drawing/2014/main" id="{9F4ED7B4-7283-33CE-BE25-FEA5E4637E8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2535" b="1"/>
          <a:stretch>
            <a:fillRect/>
          </a:stretch>
        </p:blipFill>
        <p:spPr bwMode="auto">
          <a:xfrm>
            <a:off x="5950444" y="3445629"/>
            <a:ext cx="5904262" cy="291072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Прямоугольник 4">
            <a:extLst>
              <a:ext uri="{FF2B5EF4-FFF2-40B4-BE49-F238E27FC236}">
                <a16:creationId xmlns:a16="http://schemas.microsoft.com/office/drawing/2014/main" id="{DA298FB9-12E3-E727-E2B9-7991C10EFEE6}"/>
              </a:ext>
            </a:extLst>
          </p:cNvPr>
          <p:cNvSpPr/>
          <p:nvPr/>
        </p:nvSpPr>
        <p:spPr>
          <a:xfrm>
            <a:off x="6742198" y="5444790"/>
            <a:ext cx="1712667" cy="278799"/>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438068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6FC36-B2FA-0D73-AF0F-163FD871896D}"/>
            </a:ext>
          </a:extLst>
        </p:cNvPr>
        <p:cNvGrpSpPr/>
        <p:nvPr/>
      </p:nvGrpSpPr>
      <p:grpSpPr>
        <a:xfrm>
          <a:off x="0" y="0"/>
          <a:ext cx="0" cy="0"/>
          <a:chOff x="0" y="0"/>
          <a:chExt cx="0" cy="0"/>
        </a:xfrm>
      </p:grpSpPr>
      <p:pic>
        <p:nvPicPr>
          <p:cNvPr id="9" name="Рисунок 8" descr="Изображение выглядит как текст, письмо, Шрифт, снимок экрана&#10;&#10;Содержимое, созданное искусственным интеллектом, может быть неверным.">
            <a:extLst>
              <a:ext uri="{FF2B5EF4-FFF2-40B4-BE49-F238E27FC236}">
                <a16:creationId xmlns:a16="http://schemas.microsoft.com/office/drawing/2014/main" id="{78AA700A-FEDF-1415-6BE3-B5B187D45C54}"/>
              </a:ext>
            </a:extLst>
          </p:cNvPr>
          <p:cNvPicPr>
            <a:picLocks noChangeAspect="1"/>
          </p:cNvPicPr>
          <p:nvPr/>
        </p:nvPicPr>
        <p:blipFill>
          <a:blip r:embed="rId3">
            <a:extLst>
              <a:ext uri="{28A0092B-C50C-407E-A947-70E740481C1C}">
                <a14:useLocalDpi xmlns:a14="http://schemas.microsoft.com/office/drawing/2010/main" val="0"/>
              </a:ext>
            </a:extLst>
          </a:blip>
          <a:srcRect t="5446" b="60845"/>
          <a:stretch>
            <a:fillRect/>
          </a:stretch>
        </p:blipFill>
        <p:spPr>
          <a:xfrm>
            <a:off x="1833898" y="2656980"/>
            <a:ext cx="8524203" cy="4064495"/>
          </a:xfrm>
          <a:prstGeom prst="rect">
            <a:avLst/>
          </a:prstGeom>
          <a:effectLst>
            <a:outerShdw blurRad="50800" dist="38100" dir="2700000" algn="tl" rotWithShape="0">
              <a:prstClr val="black">
                <a:alpha val="40000"/>
              </a:prstClr>
            </a:outerShdw>
          </a:effectLst>
        </p:spPr>
      </p:pic>
      <p:sp>
        <p:nvSpPr>
          <p:cNvPr id="4" name="Номер слайда 3">
            <a:extLst>
              <a:ext uri="{FF2B5EF4-FFF2-40B4-BE49-F238E27FC236}">
                <a16:creationId xmlns:a16="http://schemas.microsoft.com/office/drawing/2014/main" id="{96040669-A287-83A9-0158-F190847A0199}"/>
              </a:ext>
            </a:extLst>
          </p:cNvPr>
          <p:cNvSpPr>
            <a:spLocks noGrp="1"/>
          </p:cNvSpPr>
          <p:nvPr>
            <p:ph type="sldNum" sz="quarter" idx="12"/>
          </p:nvPr>
        </p:nvSpPr>
        <p:spPr/>
        <p:txBody>
          <a:bodyPr/>
          <a:lstStyle/>
          <a:p>
            <a:fld id="{A5CD6344-69F2-4F2A-9E84-A8C1A071765E}" type="slidenum">
              <a:rPr lang="ru-RU" smtClean="0"/>
              <a:t>22</a:t>
            </a:fld>
            <a:endParaRPr lang="ru-RU"/>
          </a:p>
        </p:txBody>
      </p:sp>
      <p:sp>
        <p:nvSpPr>
          <p:cNvPr id="7" name="Заголовок 1">
            <a:extLst>
              <a:ext uri="{FF2B5EF4-FFF2-40B4-BE49-F238E27FC236}">
                <a16:creationId xmlns:a16="http://schemas.microsoft.com/office/drawing/2014/main" id="{35A0411A-45C7-07A2-0929-37C756C5A4C6}"/>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12 - ссылка на регистрационный номер </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и дату поступившего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37D46ECC-9B87-06F6-A028-32B2B334BFE0}"/>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0" name="TextBox 9">
            <a:extLst>
              <a:ext uri="{FF2B5EF4-FFF2-40B4-BE49-F238E27FC236}">
                <a16:creationId xmlns:a16="http://schemas.microsoft.com/office/drawing/2014/main" id="{BC429E9A-48E0-6BE2-C8F6-2FE459428C4E}"/>
              </a:ext>
            </a:extLst>
          </p:cNvPr>
          <p:cNvSpPr txBox="1"/>
          <p:nvPr/>
        </p:nvSpPr>
        <p:spPr>
          <a:xfrm>
            <a:off x="188355" y="1486466"/>
            <a:ext cx="11767172" cy="830997"/>
          </a:xfrm>
          <a:prstGeom prst="rect">
            <a:avLst/>
          </a:prstGeom>
          <a:noFill/>
        </p:spPr>
        <p:txBody>
          <a:bodyPr wrap="square">
            <a:spAutoFit/>
          </a:bodyPr>
          <a:lstStyle/>
          <a:p>
            <a:pPr algn="just"/>
            <a:r>
              <a:rPr lang="ru-RU" sz="2400" dirty="0"/>
              <a:t>этот реквизит используется </a:t>
            </a:r>
            <a:r>
              <a:rPr lang="ru-RU" sz="2400" b="1" dirty="0"/>
              <a:t>для ответных писем </a:t>
            </a:r>
            <a:r>
              <a:rPr lang="ru-RU" sz="2400" dirty="0"/>
              <a:t>и указывается, чтобы связать ответ с ранее полученным исходящим письмом.</a:t>
            </a:r>
            <a:endParaRPr lang="ru-RU" sz="2400" b="1" dirty="0"/>
          </a:p>
        </p:txBody>
      </p:sp>
      <p:sp>
        <p:nvSpPr>
          <p:cNvPr id="14" name="Прямоугольник 13">
            <a:extLst>
              <a:ext uri="{FF2B5EF4-FFF2-40B4-BE49-F238E27FC236}">
                <a16:creationId xmlns:a16="http://schemas.microsoft.com/office/drawing/2014/main" id="{6EAABA10-F97F-CECD-9449-C1E012C6AC77}"/>
              </a:ext>
            </a:extLst>
          </p:cNvPr>
          <p:cNvSpPr/>
          <p:nvPr/>
        </p:nvSpPr>
        <p:spPr>
          <a:xfrm>
            <a:off x="2932043" y="6356350"/>
            <a:ext cx="3230498" cy="319423"/>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Стрелка: вниз 10">
            <a:extLst>
              <a:ext uri="{FF2B5EF4-FFF2-40B4-BE49-F238E27FC236}">
                <a16:creationId xmlns:a16="http://schemas.microsoft.com/office/drawing/2014/main" id="{B812C5FC-2818-3E75-4027-76ABDBBAB44C}"/>
              </a:ext>
            </a:extLst>
          </p:cNvPr>
          <p:cNvSpPr/>
          <p:nvPr/>
        </p:nvSpPr>
        <p:spPr>
          <a:xfrm rot="18012408">
            <a:off x="1415642" y="5052925"/>
            <a:ext cx="1041402" cy="18030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830118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00BDB-CDA6-9DAB-F354-8BCE13F3CB8A}"/>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E6FD1BF5-833E-BD53-CF7A-84E582933600}"/>
              </a:ext>
            </a:extLst>
          </p:cNvPr>
          <p:cNvSpPr>
            <a:spLocks noGrp="1"/>
          </p:cNvSpPr>
          <p:nvPr>
            <p:ph type="sldNum" sz="quarter" idx="12"/>
          </p:nvPr>
        </p:nvSpPr>
        <p:spPr/>
        <p:txBody>
          <a:bodyPr/>
          <a:lstStyle/>
          <a:p>
            <a:fld id="{A5CD6344-69F2-4F2A-9E84-A8C1A071765E}" type="slidenum">
              <a:rPr lang="ru-RU" smtClean="0"/>
              <a:t>23</a:t>
            </a:fld>
            <a:endParaRPr lang="ru-RU"/>
          </a:p>
        </p:txBody>
      </p:sp>
      <p:sp>
        <p:nvSpPr>
          <p:cNvPr id="7" name="Заголовок 1">
            <a:extLst>
              <a:ext uri="{FF2B5EF4-FFF2-40B4-BE49-F238E27FC236}">
                <a16:creationId xmlns:a16="http://schemas.microsoft.com/office/drawing/2014/main" id="{6FC96FAB-4D18-F847-0A69-DC044578739C}"/>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13 - место составления (издания)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790F56D8-710E-CA2E-D66C-A395D4A826FB}"/>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0" name="TextBox 9">
            <a:extLst>
              <a:ext uri="{FF2B5EF4-FFF2-40B4-BE49-F238E27FC236}">
                <a16:creationId xmlns:a16="http://schemas.microsoft.com/office/drawing/2014/main" id="{BBD6D0BA-6FBC-5656-9D3B-32C706449D80}"/>
              </a:ext>
            </a:extLst>
          </p:cNvPr>
          <p:cNvSpPr txBox="1"/>
          <p:nvPr/>
        </p:nvSpPr>
        <p:spPr>
          <a:xfrm>
            <a:off x="188355" y="1486466"/>
            <a:ext cx="11767172" cy="830997"/>
          </a:xfrm>
          <a:prstGeom prst="rect">
            <a:avLst/>
          </a:prstGeom>
          <a:noFill/>
        </p:spPr>
        <p:txBody>
          <a:bodyPr wrap="square">
            <a:spAutoFit/>
          </a:bodyPr>
          <a:lstStyle/>
          <a:p>
            <a:pPr algn="just"/>
            <a:r>
              <a:rPr lang="ru-RU" sz="2400" dirty="0"/>
              <a:t>как правило, </a:t>
            </a:r>
            <a:r>
              <a:rPr lang="ru-RU" sz="2400" b="1" dirty="0"/>
              <a:t>указывается город </a:t>
            </a:r>
            <a:r>
              <a:rPr lang="ru-RU" sz="2400" dirty="0"/>
              <a:t>(например, «г. Москва»), иногда с уточнением организации.</a:t>
            </a:r>
            <a:endParaRPr lang="ru-RU" sz="2400" b="1" dirty="0"/>
          </a:p>
        </p:txBody>
      </p:sp>
      <p:pic>
        <p:nvPicPr>
          <p:cNvPr id="2" name="Рисунок 1">
            <a:extLst>
              <a:ext uri="{FF2B5EF4-FFF2-40B4-BE49-F238E27FC236}">
                <a16:creationId xmlns:a16="http://schemas.microsoft.com/office/drawing/2014/main" id="{FEE578B5-A1D2-CD29-6441-E35E76D49053}"/>
              </a:ext>
            </a:extLst>
          </p:cNvPr>
          <p:cNvPicPr>
            <a:picLocks noChangeAspect="1"/>
          </p:cNvPicPr>
          <p:nvPr/>
        </p:nvPicPr>
        <p:blipFill>
          <a:blip r:embed="rId4"/>
          <a:stretch>
            <a:fillRect/>
          </a:stretch>
        </p:blipFill>
        <p:spPr>
          <a:xfrm>
            <a:off x="322659" y="2525433"/>
            <a:ext cx="5839882" cy="3429000"/>
          </a:xfrm>
          <a:prstGeom prst="rect">
            <a:avLst/>
          </a:prstGeom>
          <a:effectLst>
            <a:outerShdw blurRad="50800" dist="38100" dir="2700000" algn="tl" rotWithShape="0">
              <a:prstClr val="black">
                <a:alpha val="40000"/>
              </a:prstClr>
            </a:outerShdw>
          </a:effectLst>
        </p:spPr>
      </p:pic>
      <p:pic>
        <p:nvPicPr>
          <p:cNvPr id="3" name="Picture 4" descr="Picture background">
            <a:extLst>
              <a:ext uri="{FF2B5EF4-FFF2-40B4-BE49-F238E27FC236}">
                <a16:creationId xmlns:a16="http://schemas.microsoft.com/office/drawing/2014/main" id="{53CE9B62-5A48-6304-DD41-6B91840B0C0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879" b="61786"/>
          <a:stretch>
            <a:fillRect/>
          </a:stretch>
        </p:blipFill>
        <p:spPr bwMode="auto">
          <a:xfrm>
            <a:off x="6236772" y="2525433"/>
            <a:ext cx="5718755" cy="34290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4" name="Прямоугольник 13">
            <a:extLst>
              <a:ext uri="{FF2B5EF4-FFF2-40B4-BE49-F238E27FC236}">
                <a16:creationId xmlns:a16="http://schemas.microsoft.com/office/drawing/2014/main" id="{F9C70522-E2DB-2AFA-C060-A2915ABCC9CE}"/>
              </a:ext>
            </a:extLst>
          </p:cNvPr>
          <p:cNvSpPr/>
          <p:nvPr/>
        </p:nvSpPr>
        <p:spPr>
          <a:xfrm>
            <a:off x="2601843" y="4402668"/>
            <a:ext cx="1504491" cy="441756"/>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4">
            <a:extLst>
              <a:ext uri="{FF2B5EF4-FFF2-40B4-BE49-F238E27FC236}">
                <a16:creationId xmlns:a16="http://schemas.microsoft.com/office/drawing/2014/main" id="{BD5405B3-E65E-4477-4881-C59D8BCA03F9}"/>
              </a:ext>
            </a:extLst>
          </p:cNvPr>
          <p:cNvSpPr/>
          <p:nvPr/>
        </p:nvSpPr>
        <p:spPr>
          <a:xfrm>
            <a:off x="8266043" y="4239933"/>
            <a:ext cx="1504491" cy="441756"/>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945754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ED5C5-1340-92CD-5914-0209797F1A32}"/>
            </a:ext>
          </a:extLst>
        </p:cNvPr>
        <p:cNvGrpSpPr/>
        <p:nvPr/>
      </p:nvGrpSpPr>
      <p:grpSpPr>
        <a:xfrm>
          <a:off x="0" y="0"/>
          <a:ext cx="0" cy="0"/>
          <a:chOff x="0" y="0"/>
          <a:chExt cx="0" cy="0"/>
        </a:xfrm>
      </p:grpSpPr>
      <p:pic>
        <p:nvPicPr>
          <p:cNvPr id="9" name="Рисунок 8" descr="Изображение выглядит как текст, бумага, письмо, меню&#10;&#10;Содержимое, созданное искусственным интеллектом, может быть неверным.">
            <a:extLst>
              <a:ext uri="{FF2B5EF4-FFF2-40B4-BE49-F238E27FC236}">
                <a16:creationId xmlns:a16="http://schemas.microsoft.com/office/drawing/2014/main" id="{7752CBAE-9B00-CF4F-1E04-172D88C76E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50" y="3183799"/>
            <a:ext cx="6214075" cy="3252033"/>
          </a:xfrm>
          <a:prstGeom prst="rect">
            <a:avLst/>
          </a:prstGeom>
        </p:spPr>
      </p:pic>
      <p:sp>
        <p:nvSpPr>
          <p:cNvPr id="14" name="Прямоугольник 13">
            <a:extLst>
              <a:ext uri="{FF2B5EF4-FFF2-40B4-BE49-F238E27FC236}">
                <a16:creationId xmlns:a16="http://schemas.microsoft.com/office/drawing/2014/main" id="{2F28F82F-3D11-B309-1576-326DE5C2A8B9}"/>
              </a:ext>
            </a:extLst>
          </p:cNvPr>
          <p:cNvSpPr/>
          <p:nvPr/>
        </p:nvSpPr>
        <p:spPr>
          <a:xfrm>
            <a:off x="3609377" y="3615269"/>
            <a:ext cx="2486623" cy="550333"/>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2" name="Рисунок 11" descr="Изображение выглядит как текст, снимок экрана, Шрифт&#10;&#10;Содержимое, созданное искусственным интеллектом, может быть неверным.">
            <a:extLst>
              <a:ext uri="{FF2B5EF4-FFF2-40B4-BE49-F238E27FC236}">
                <a16:creationId xmlns:a16="http://schemas.microsoft.com/office/drawing/2014/main" id="{B56DBAC3-9D5B-4F30-646D-8E2A197F11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0081" y="2586633"/>
            <a:ext cx="5017852" cy="3849199"/>
          </a:xfrm>
          <a:prstGeom prst="rect">
            <a:avLst/>
          </a:prstGeom>
        </p:spPr>
      </p:pic>
      <p:sp>
        <p:nvSpPr>
          <p:cNvPr id="4" name="Номер слайда 3">
            <a:extLst>
              <a:ext uri="{FF2B5EF4-FFF2-40B4-BE49-F238E27FC236}">
                <a16:creationId xmlns:a16="http://schemas.microsoft.com/office/drawing/2014/main" id="{411CE73C-8250-C678-5F49-AEF62D2B6D75}"/>
              </a:ext>
            </a:extLst>
          </p:cNvPr>
          <p:cNvSpPr>
            <a:spLocks noGrp="1"/>
          </p:cNvSpPr>
          <p:nvPr>
            <p:ph type="sldNum" sz="quarter" idx="12"/>
          </p:nvPr>
        </p:nvSpPr>
        <p:spPr/>
        <p:txBody>
          <a:bodyPr/>
          <a:lstStyle/>
          <a:p>
            <a:fld id="{A5CD6344-69F2-4F2A-9E84-A8C1A071765E}" type="slidenum">
              <a:rPr lang="ru-RU" smtClean="0"/>
              <a:t>24</a:t>
            </a:fld>
            <a:endParaRPr lang="ru-RU"/>
          </a:p>
        </p:txBody>
      </p:sp>
      <p:sp>
        <p:nvSpPr>
          <p:cNvPr id="7" name="Заголовок 1">
            <a:extLst>
              <a:ext uri="{FF2B5EF4-FFF2-40B4-BE49-F238E27FC236}">
                <a16:creationId xmlns:a16="http://schemas.microsoft.com/office/drawing/2014/main" id="{27A51E83-9B6B-0BC9-CF47-AD13B5C712E4}"/>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14 - гриф (пометка) об ограничении </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доступа к документу;</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7B0D0A98-A318-734F-D61B-F4EA59EFA200}"/>
              </a:ext>
            </a:extLst>
          </p:cNvPr>
          <p:cNvPicPr>
            <a:picLocks noChangeAspect="1"/>
          </p:cNvPicPr>
          <p:nvPr/>
        </p:nvPicPr>
        <p:blipFill rotWithShape="1">
          <a:blip r:embed="rId5">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0" name="TextBox 9">
            <a:extLst>
              <a:ext uri="{FF2B5EF4-FFF2-40B4-BE49-F238E27FC236}">
                <a16:creationId xmlns:a16="http://schemas.microsoft.com/office/drawing/2014/main" id="{6E52D4F1-2417-3840-BD71-A4CF62001AC1}"/>
              </a:ext>
            </a:extLst>
          </p:cNvPr>
          <p:cNvSpPr txBox="1"/>
          <p:nvPr/>
        </p:nvSpPr>
        <p:spPr>
          <a:xfrm>
            <a:off x="188355" y="1486466"/>
            <a:ext cx="11767172" cy="1200329"/>
          </a:xfrm>
          <a:prstGeom prst="rect">
            <a:avLst/>
          </a:prstGeom>
          <a:noFill/>
        </p:spPr>
        <p:txBody>
          <a:bodyPr wrap="square">
            <a:spAutoFit/>
          </a:bodyPr>
          <a:lstStyle/>
          <a:p>
            <a:pPr algn="just"/>
            <a:r>
              <a:rPr lang="ru-RU" sz="2400" dirty="0"/>
              <a:t>пометка «Для служебного пользования» или гриф секретности («Секретно», «Совершенно секретно»), если </a:t>
            </a:r>
            <a:r>
              <a:rPr lang="ru-RU" sz="2400" b="1" dirty="0"/>
              <a:t>документ содержит сведения ограниченного доступа. </a:t>
            </a:r>
          </a:p>
        </p:txBody>
      </p:sp>
      <p:sp>
        <p:nvSpPr>
          <p:cNvPr id="5" name="Прямоугольник 4">
            <a:extLst>
              <a:ext uri="{FF2B5EF4-FFF2-40B4-BE49-F238E27FC236}">
                <a16:creationId xmlns:a16="http://schemas.microsoft.com/office/drawing/2014/main" id="{D044DFE9-B03C-6227-40D7-EE4017E428B5}"/>
              </a:ext>
            </a:extLst>
          </p:cNvPr>
          <p:cNvSpPr/>
          <p:nvPr/>
        </p:nvSpPr>
        <p:spPr>
          <a:xfrm>
            <a:off x="9593949" y="2758325"/>
            <a:ext cx="2233984" cy="958542"/>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728501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B3B45-3452-1052-B8E8-50B7B92E1BF3}"/>
            </a:ext>
          </a:extLst>
        </p:cNvPr>
        <p:cNvGrpSpPr/>
        <p:nvPr/>
      </p:nvGrpSpPr>
      <p:grpSpPr>
        <a:xfrm>
          <a:off x="0" y="0"/>
          <a:ext cx="0" cy="0"/>
          <a:chOff x="0" y="0"/>
          <a:chExt cx="0" cy="0"/>
        </a:xfrm>
      </p:grpSpPr>
      <p:pic>
        <p:nvPicPr>
          <p:cNvPr id="2" name="Рисунок 1" descr="Изображение выглядит как текст, письмо, Шрифт, снимок экрана&#10;&#10;Содержимое, созданное искусственным интеллектом, может быть неверным.">
            <a:extLst>
              <a:ext uri="{FF2B5EF4-FFF2-40B4-BE49-F238E27FC236}">
                <a16:creationId xmlns:a16="http://schemas.microsoft.com/office/drawing/2014/main" id="{14F6DC2A-DEA3-04B6-AD21-A4ACC4BAD485}"/>
              </a:ext>
            </a:extLst>
          </p:cNvPr>
          <p:cNvPicPr>
            <a:picLocks noChangeAspect="1"/>
          </p:cNvPicPr>
          <p:nvPr/>
        </p:nvPicPr>
        <p:blipFill>
          <a:blip r:embed="rId3">
            <a:extLst>
              <a:ext uri="{28A0092B-C50C-407E-A947-70E740481C1C}">
                <a14:useLocalDpi xmlns:a14="http://schemas.microsoft.com/office/drawing/2010/main" val="0"/>
              </a:ext>
            </a:extLst>
          </a:blip>
          <a:srcRect l="4894" t="5447" b="24696"/>
          <a:stretch>
            <a:fillRect/>
          </a:stretch>
        </p:blipFill>
        <p:spPr>
          <a:xfrm>
            <a:off x="6951133" y="1486467"/>
            <a:ext cx="5004394" cy="5199481"/>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EA987BF3-8497-9D25-ACE8-810E2D7563C2}"/>
              </a:ext>
            </a:extLst>
          </p:cNvPr>
          <p:cNvSpPr txBox="1"/>
          <p:nvPr/>
        </p:nvSpPr>
        <p:spPr>
          <a:xfrm>
            <a:off x="188355" y="1486466"/>
            <a:ext cx="6254778" cy="5262979"/>
          </a:xfrm>
          <a:prstGeom prst="rect">
            <a:avLst/>
          </a:prstGeom>
          <a:noFill/>
        </p:spPr>
        <p:txBody>
          <a:bodyPr wrap="square">
            <a:spAutoFit/>
          </a:bodyPr>
          <a:lstStyle/>
          <a:p>
            <a:pPr algn="just"/>
            <a:r>
              <a:rPr lang="ru-RU" sz="2400" dirty="0"/>
              <a:t>получатель документа. В официальных письмах адресат указывается в правой верхней части; формулировка включает </a:t>
            </a:r>
            <a:r>
              <a:rPr lang="ru-RU" sz="2400" b="1" dirty="0"/>
              <a:t>должность, организацию и фамилию лица (для персональных писем) либо только организацию</a:t>
            </a:r>
            <a:r>
              <a:rPr lang="ru-RU" sz="2400" dirty="0"/>
              <a:t>. При направлении письма в конкретное подразделение сначала пишется название организации, затем – подразделение. Если письмо имеет несколько адресатов, вместо перечисления всех адресов в тексте ставят один обобщенный адресат, а ниже или на отдельном листе приводится список рассылки («по списку»).</a:t>
            </a:r>
            <a:endParaRPr lang="ru-RU" sz="2400" b="1" dirty="0"/>
          </a:p>
        </p:txBody>
      </p:sp>
      <p:sp>
        <p:nvSpPr>
          <p:cNvPr id="4" name="Номер слайда 3">
            <a:extLst>
              <a:ext uri="{FF2B5EF4-FFF2-40B4-BE49-F238E27FC236}">
                <a16:creationId xmlns:a16="http://schemas.microsoft.com/office/drawing/2014/main" id="{1312B29E-24C0-10B3-99CE-9215023A50D5}"/>
              </a:ext>
            </a:extLst>
          </p:cNvPr>
          <p:cNvSpPr>
            <a:spLocks noGrp="1"/>
          </p:cNvSpPr>
          <p:nvPr>
            <p:ph type="sldNum" sz="quarter" idx="12"/>
          </p:nvPr>
        </p:nvSpPr>
        <p:spPr/>
        <p:txBody>
          <a:bodyPr/>
          <a:lstStyle/>
          <a:p>
            <a:fld id="{A5CD6344-69F2-4F2A-9E84-A8C1A071765E}" type="slidenum">
              <a:rPr lang="ru-RU" smtClean="0"/>
              <a:t>25</a:t>
            </a:fld>
            <a:endParaRPr lang="ru-RU"/>
          </a:p>
        </p:txBody>
      </p:sp>
      <p:sp>
        <p:nvSpPr>
          <p:cNvPr id="7" name="Заголовок 1">
            <a:extLst>
              <a:ext uri="{FF2B5EF4-FFF2-40B4-BE49-F238E27FC236}">
                <a16:creationId xmlns:a16="http://schemas.microsoft.com/office/drawing/2014/main" id="{AE43EF79-A5C7-7795-31EA-A51D9906DA10}"/>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15 - адресат;</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70CBC466-4E0E-F2A9-8F9F-95B5EDE66A4C}"/>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Прямоугольник 4">
            <a:extLst>
              <a:ext uri="{FF2B5EF4-FFF2-40B4-BE49-F238E27FC236}">
                <a16:creationId xmlns:a16="http://schemas.microsoft.com/office/drawing/2014/main" id="{E0CD7861-7A87-1424-1631-8895CA829597}"/>
              </a:ext>
            </a:extLst>
          </p:cNvPr>
          <p:cNvSpPr/>
          <p:nvPr/>
        </p:nvSpPr>
        <p:spPr>
          <a:xfrm>
            <a:off x="9314549" y="1978825"/>
            <a:ext cx="2039251" cy="1230042"/>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083033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4B9EE-81E6-1D17-1317-82C765BB0327}"/>
            </a:ext>
          </a:extLst>
        </p:cNvPr>
        <p:cNvGrpSpPr/>
        <p:nvPr/>
      </p:nvGrpSpPr>
      <p:grpSpPr>
        <a:xfrm>
          <a:off x="0" y="0"/>
          <a:ext cx="0" cy="0"/>
          <a:chOff x="0" y="0"/>
          <a:chExt cx="0" cy="0"/>
        </a:xfrm>
      </p:grpSpPr>
      <p:pic>
        <p:nvPicPr>
          <p:cNvPr id="12" name="Рисунок 11" descr="Изображение выглядит как текст, снимок экрана, Шрифт, алгебра&#10;&#10;Содержимое, созданное искусственным интеллектом, может быть неверным.">
            <a:extLst>
              <a:ext uri="{FF2B5EF4-FFF2-40B4-BE49-F238E27FC236}">
                <a16:creationId xmlns:a16="http://schemas.microsoft.com/office/drawing/2014/main" id="{9DCDD157-5306-1CF1-17ED-A2CCED2BC820}"/>
              </a:ext>
            </a:extLst>
          </p:cNvPr>
          <p:cNvPicPr>
            <a:picLocks noChangeAspect="1"/>
          </p:cNvPicPr>
          <p:nvPr/>
        </p:nvPicPr>
        <p:blipFill>
          <a:blip r:embed="rId3">
            <a:extLst>
              <a:ext uri="{28A0092B-C50C-407E-A947-70E740481C1C}">
                <a14:useLocalDpi xmlns:a14="http://schemas.microsoft.com/office/drawing/2010/main" val="0"/>
              </a:ext>
            </a:extLst>
          </a:blip>
          <a:srcRect t="-828" b="62178"/>
          <a:stretch>
            <a:fillRect/>
          </a:stretch>
        </p:blipFill>
        <p:spPr>
          <a:xfrm>
            <a:off x="6183556" y="5318975"/>
            <a:ext cx="5771971" cy="940157"/>
          </a:xfrm>
          <a:prstGeom prst="rect">
            <a:avLst/>
          </a:prstGeom>
          <a:effectLst>
            <a:outerShdw blurRad="50800" dist="38100" dir="2700000" algn="tl" rotWithShape="0">
              <a:prstClr val="black">
                <a:alpha val="40000"/>
              </a:prstClr>
            </a:outerShdw>
          </a:effectLst>
        </p:spPr>
      </p:pic>
      <p:pic>
        <p:nvPicPr>
          <p:cNvPr id="3" name="Рисунок 2">
            <a:extLst>
              <a:ext uri="{FF2B5EF4-FFF2-40B4-BE49-F238E27FC236}">
                <a16:creationId xmlns:a16="http://schemas.microsoft.com/office/drawing/2014/main" id="{9583FC91-24DF-D153-C0E9-1CC7B0D28289}"/>
              </a:ext>
            </a:extLst>
          </p:cNvPr>
          <p:cNvPicPr>
            <a:picLocks noChangeAspect="1"/>
          </p:cNvPicPr>
          <p:nvPr/>
        </p:nvPicPr>
        <p:blipFill>
          <a:blip r:embed="rId4"/>
          <a:srcRect b="59425"/>
          <a:stretch>
            <a:fillRect/>
          </a:stretch>
        </p:blipFill>
        <p:spPr>
          <a:xfrm>
            <a:off x="67733" y="2847697"/>
            <a:ext cx="6028267" cy="3411435"/>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249F5864-467E-FB21-DFE8-BE1EE915E0BE}"/>
              </a:ext>
            </a:extLst>
          </p:cNvPr>
          <p:cNvSpPr txBox="1"/>
          <p:nvPr/>
        </p:nvSpPr>
        <p:spPr>
          <a:xfrm>
            <a:off x="188355" y="1486466"/>
            <a:ext cx="11767172" cy="1200329"/>
          </a:xfrm>
          <a:prstGeom prst="rect">
            <a:avLst/>
          </a:prstGeom>
          <a:noFill/>
        </p:spPr>
        <p:txBody>
          <a:bodyPr wrap="square">
            <a:spAutoFit/>
          </a:bodyPr>
          <a:lstStyle/>
          <a:p>
            <a:pPr algn="just"/>
            <a:r>
              <a:rPr lang="ru-RU" sz="2400" dirty="0"/>
              <a:t>используется, если документ приобретает юридическую силу после утверждения. Состоит из слова </a:t>
            </a:r>
            <a:r>
              <a:rPr lang="ru-RU" sz="2400" b="1" dirty="0"/>
              <a:t>«УТВЕРЖДАЮ» </a:t>
            </a:r>
            <a:r>
              <a:rPr lang="ru-RU" sz="2400" dirty="0"/>
              <a:t>(или «УТВ.»)</a:t>
            </a:r>
            <a:r>
              <a:rPr lang="ru-RU" sz="2400" b="1" dirty="0"/>
              <a:t>, должности и фамилии лица, </a:t>
            </a:r>
            <a:r>
              <a:rPr lang="ru-RU" sz="2400" dirty="0"/>
              <a:t>утвердившего документ</a:t>
            </a:r>
            <a:r>
              <a:rPr lang="ru-RU" sz="2400" b="1" dirty="0"/>
              <a:t>, и даты утверждения</a:t>
            </a:r>
            <a:r>
              <a:rPr lang="ru-RU" sz="2400" dirty="0"/>
              <a:t>. </a:t>
            </a:r>
          </a:p>
        </p:txBody>
      </p:sp>
      <p:sp>
        <p:nvSpPr>
          <p:cNvPr id="4" name="Номер слайда 3">
            <a:extLst>
              <a:ext uri="{FF2B5EF4-FFF2-40B4-BE49-F238E27FC236}">
                <a16:creationId xmlns:a16="http://schemas.microsoft.com/office/drawing/2014/main" id="{B634EA5E-D4D9-5619-DC69-F22A5F83FE2B}"/>
              </a:ext>
            </a:extLst>
          </p:cNvPr>
          <p:cNvSpPr>
            <a:spLocks noGrp="1"/>
          </p:cNvSpPr>
          <p:nvPr>
            <p:ph type="sldNum" sz="quarter" idx="12"/>
          </p:nvPr>
        </p:nvSpPr>
        <p:spPr/>
        <p:txBody>
          <a:bodyPr/>
          <a:lstStyle/>
          <a:p>
            <a:fld id="{A5CD6344-69F2-4F2A-9E84-A8C1A071765E}" type="slidenum">
              <a:rPr lang="ru-RU" smtClean="0"/>
              <a:t>26</a:t>
            </a:fld>
            <a:endParaRPr lang="ru-RU"/>
          </a:p>
        </p:txBody>
      </p:sp>
      <p:sp>
        <p:nvSpPr>
          <p:cNvPr id="7" name="Заголовок 1">
            <a:extLst>
              <a:ext uri="{FF2B5EF4-FFF2-40B4-BE49-F238E27FC236}">
                <a16:creationId xmlns:a16="http://schemas.microsoft.com/office/drawing/2014/main" id="{376E817B-DAA3-A014-5CF5-AF1FD4A78A3D}"/>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16 - гриф утверждения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88E9B74E-6713-76BC-B37D-C8EE81D10656}"/>
              </a:ext>
            </a:extLst>
          </p:cNvPr>
          <p:cNvPicPr>
            <a:picLocks noChangeAspect="1"/>
          </p:cNvPicPr>
          <p:nvPr/>
        </p:nvPicPr>
        <p:blipFill rotWithShape="1">
          <a:blip r:embed="rId5">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Прямоугольник 4">
            <a:extLst>
              <a:ext uri="{FF2B5EF4-FFF2-40B4-BE49-F238E27FC236}">
                <a16:creationId xmlns:a16="http://schemas.microsoft.com/office/drawing/2014/main" id="{45E16C77-3D43-1AEC-DE04-4922DE99A1DB}"/>
              </a:ext>
            </a:extLst>
          </p:cNvPr>
          <p:cNvSpPr/>
          <p:nvPr/>
        </p:nvSpPr>
        <p:spPr>
          <a:xfrm>
            <a:off x="3235721" y="2978887"/>
            <a:ext cx="2707879" cy="1807602"/>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Picture 5" descr="aFaBb">
            <a:extLst>
              <a:ext uri="{FF2B5EF4-FFF2-40B4-BE49-F238E27FC236}">
                <a16:creationId xmlns:a16="http://schemas.microsoft.com/office/drawing/2014/main" id="{D7157DDF-DE6C-CE42-8B45-5ABF766A4CC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22580"/>
          <a:stretch>
            <a:fillRect/>
          </a:stretch>
        </p:blipFill>
        <p:spPr bwMode="auto">
          <a:xfrm>
            <a:off x="6177164" y="2789141"/>
            <a:ext cx="5865117" cy="227037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Прямоугольник 8">
            <a:extLst>
              <a:ext uri="{FF2B5EF4-FFF2-40B4-BE49-F238E27FC236}">
                <a16:creationId xmlns:a16="http://schemas.microsoft.com/office/drawing/2014/main" id="{8DD761A6-5DD0-8DB7-3FF9-5556F0AB51C8}"/>
              </a:ext>
            </a:extLst>
          </p:cNvPr>
          <p:cNvSpPr/>
          <p:nvPr/>
        </p:nvSpPr>
        <p:spPr>
          <a:xfrm>
            <a:off x="9109722" y="2978887"/>
            <a:ext cx="2392347" cy="1490082"/>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62843A48-B028-183A-A412-986292454A32}"/>
              </a:ext>
            </a:extLst>
          </p:cNvPr>
          <p:cNvSpPr/>
          <p:nvPr/>
        </p:nvSpPr>
        <p:spPr>
          <a:xfrm>
            <a:off x="9270428" y="5388522"/>
            <a:ext cx="2623212" cy="801061"/>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312388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A75E9-6470-4363-FD22-9104F8AFEAB0}"/>
            </a:ext>
          </a:extLst>
        </p:cNvPr>
        <p:cNvGrpSpPr/>
        <p:nvPr/>
      </p:nvGrpSpPr>
      <p:grpSpPr>
        <a:xfrm>
          <a:off x="0" y="0"/>
          <a:ext cx="0" cy="0"/>
          <a:chOff x="0" y="0"/>
          <a:chExt cx="0" cy="0"/>
        </a:xfrm>
      </p:grpSpPr>
      <p:pic>
        <p:nvPicPr>
          <p:cNvPr id="14" name="Рисунок 13">
            <a:extLst>
              <a:ext uri="{FF2B5EF4-FFF2-40B4-BE49-F238E27FC236}">
                <a16:creationId xmlns:a16="http://schemas.microsoft.com/office/drawing/2014/main" id="{41D33290-AFF1-ACAA-0C33-AEFDECA2C587}"/>
              </a:ext>
            </a:extLst>
          </p:cNvPr>
          <p:cNvPicPr>
            <a:picLocks noChangeAspect="1"/>
          </p:cNvPicPr>
          <p:nvPr/>
        </p:nvPicPr>
        <p:blipFill>
          <a:blip r:embed="rId3"/>
          <a:srcRect b="44085"/>
          <a:stretch>
            <a:fillRect/>
          </a:stretch>
        </p:blipFill>
        <p:spPr>
          <a:xfrm>
            <a:off x="6959002" y="3212944"/>
            <a:ext cx="4394797" cy="3427268"/>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61005E52-64C3-ED84-3AD9-3C03A4D4CE06}"/>
              </a:ext>
            </a:extLst>
          </p:cNvPr>
          <p:cNvSpPr txBox="1"/>
          <p:nvPr/>
        </p:nvSpPr>
        <p:spPr>
          <a:xfrm>
            <a:off x="188355" y="1486466"/>
            <a:ext cx="11767172" cy="1569660"/>
          </a:xfrm>
          <a:prstGeom prst="rect">
            <a:avLst/>
          </a:prstGeom>
          <a:noFill/>
        </p:spPr>
        <p:txBody>
          <a:bodyPr wrap="square">
            <a:spAutoFit/>
          </a:bodyPr>
          <a:lstStyle/>
          <a:p>
            <a:pPr algn="just"/>
            <a:r>
              <a:rPr lang="ru-RU" sz="2400" b="1" dirty="0"/>
              <a:t>сжатое содержание документа</a:t>
            </a:r>
            <a:r>
              <a:rPr lang="ru-RU" sz="2400" dirty="0"/>
              <a:t>, позволяющее понять, о чем документ, без чтения всего текста. Заголовок формулируется </a:t>
            </a:r>
            <a:r>
              <a:rPr lang="ru-RU" sz="2400" b="1" dirty="0"/>
              <a:t>в именительном падеже</a:t>
            </a:r>
            <a:r>
              <a:rPr lang="ru-RU" sz="2400" dirty="0"/>
              <a:t>, например: «</a:t>
            </a:r>
            <a:r>
              <a:rPr lang="ru-RU" sz="2400" i="1" dirty="0"/>
              <a:t>О введении нового порядка делопроизводства</a:t>
            </a:r>
            <a:r>
              <a:rPr lang="ru-RU" sz="2400" dirty="0"/>
              <a:t>». Согласно ГОСТ, заголовок располагается </a:t>
            </a:r>
            <a:r>
              <a:rPr lang="ru-RU" sz="2400" b="1" dirty="0"/>
              <a:t>под реквизитами бланка, перед основным текстом</a:t>
            </a:r>
            <a:r>
              <a:rPr lang="ru-RU" sz="2400" dirty="0"/>
              <a:t>.</a:t>
            </a:r>
          </a:p>
        </p:txBody>
      </p:sp>
      <p:sp>
        <p:nvSpPr>
          <p:cNvPr id="4" name="Номер слайда 3">
            <a:extLst>
              <a:ext uri="{FF2B5EF4-FFF2-40B4-BE49-F238E27FC236}">
                <a16:creationId xmlns:a16="http://schemas.microsoft.com/office/drawing/2014/main" id="{A30ABF20-87DD-67A6-4AF5-7F264708BC70}"/>
              </a:ext>
            </a:extLst>
          </p:cNvPr>
          <p:cNvSpPr>
            <a:spLocks noGrp="1"/>
          </p:cNvSpPr>
          <p:nvPr>
            <p:ph type="sldNum" sz="quarter" idx="12"/>
          </p:nvPr>
        </p:nvSpPr>
        <p:spPr/>
        <p:txBody>
          <a:bodyPr/>
          <a:lstStyle/>
          <a:p>
            <a:fld id="{A5CD6344-69F2-4F2A-9E84-A8C1A071765E}" type="slidenum">
              <a:rPr lang="ru-RU" smtClean="0"/>
              <a:t>27</a:t>
            </a:fld>
            <a:endParaRPr lang="ru-RU"/>
          </a:p>
        </p:txBody>
      </p:sp>
      <p:sp>
        <p:nvSpPr>
          <p:cNvPr id="7" name="Заголовок 1">
            <a:extLst>
              <a:ext uri="{FF2B5EF4-FFF2-40B4-BE49-F238E27FC236}">
                <a16:creationId xmlns:a16="http://schemas.microsoft.com/office/drawing/2014/main" id="{C7A3E2C9-408B-8E85-57C5-52A3F0D50225}"/>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17 - заголовок к тексту;</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300BA18B-D9A3-CE78-9FEB-09F59B977A3F}"/>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9" name="Прямоугольник 8">
            <a:extLst>
              <a:ext uri="{FF2B5EF4-FFF2-40B4-BE49-F238E27FC236}">
                <a16:creationId xmlns:a16="http://schemas.microsoft.com/office/drawing/2014/main" id="{80A606D6-FCB3-BE66-00F7-1B9C34335E29}"/>
              </a:ext>
            </a:extLst>
          </p:cNvPr>
          <p:cNvSpPr/>
          <p:nvPr/>
        </p:nvSpPr>
        <p:spPr>
          <a:xfrm>
            <a:off x="7280922" y="5222383"/>
            <a:ext cx="3865743" cy="1372274"/>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a:extLst>
              <a:ext uri="{FF2B5EF4-FFF2-40B4-BE49-F238E27FC236}">
                <a16:creationId xmlns:a16="http://schemas.microsoft.com/office/drawing/2014/main" id="{AD1A055D-9FF5-DC91-A4A3-1C80B807DF34}"/>
              </a:ext>
            </a:extLst>
          </p:cNvPr>
          <p:cNvPicPr>
            <a:picLocks noChangeAspect="1"/>
          </p:cNvPicPr>
          <p:nvPr/>
        </p:nvPicPr>
        <p:blipFill>
          <a:blip r:embed="rId5">
            <a:extLst>
              <a:ext uri="{28A0092B-C50C-407E-A947-70E740481C1C}">
                <a14:useLocalDpi xmlns:a14="http://schemas.microsoft.com/office/drawing/2010/main" val="0"/>
              </a:ext>
            </a:extLst>
          </a:blip>
          <a:srcRect r="51004" b="63704"/>
          <a:stretch>
            <a:fillRect/>
          </a:stretch>
        </p:blipFill>
        <p:spPr>
          <a:xfrm>
            <a:off x="236473" y="3428999"/>
            <a:ext cx="6408907" cy="3217799"/>
          </a:xfrm>
          <a:prstGeom prst="rect">
            <a:avLst/>
          </a:prstGeom>
          <a:effectLst>
            <a:outerShdw blurRad="50800" dist="38100" dir="2700000" algn="tl" rotWithShape="0">
              <a:prstClr val="black">
                <a:alpha val="40000"/>
              </a:prstClr>
            </a:outerShdw>
          </a:effectLst>
        </p:spPr>
      </p:pic>
      <p:sp>
        <p:nvSpPr>
          <p:cNvPr id="11" name="Прямоугольник 10">
            <a:extLst>
              <a:ext uri="{FF2B5EF4-FFF2-40B4-BE49-F238E27FC236}">
                <a16:creationId xmlns:a16="http://schemas.microsoft.com/office/drawing/2014/main" id="{C8966C91-95B9-494F-7DE9-48473ACE596E}"/>
              </a:ext>
            </a:extLst>
          </p:cNvPr>
          <p:cNvSpPr/>
          <p:nvPr/>
        </p:nvSpPr>
        <p:spPr>
          <a:xfrm>
            <a:off x="937000" y="6175420"/>
            <a:ext cx="2646004" cy="419238"/>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Tree>
    <p:extLst>
      <p:ext uri="{BB962C8B-B14F-4D97-AF65-F5344CB8AC3E}">
        <p14:creationId xmlns:p14="http://schemas.microsoft.com/office/powerpoint/2010/main" val="3578006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AACE8-C48D-F93C-9674-45EACF13F421}"/>
            </a:ext>
          </a:extLst>
        </p:cNvPr>
        <p:cNvGrpSpPr/>
        <p:nvPr/>
      </p:nvGrpSpPr>
      <p:grpSpPr>
        <a:xfrm>
          <a:off x="0" y="0"/>
          <a:ext cx="0" cy="0"/>
          <a:chOff x="0" y="0"/>
          <a:chExt cx="0" cy="0"/>
        </a:xfrm>
      </p:grpSpPr>
      <p:pic>
        <p:nvPicPr>
          <p:cNvPr id="3" name="Рисунок 2" descr="Изображение выглядит как текст, письмо, Шрифт, снимок экрана&#10;&#10;Содержимое, созданное искусственным интеллектом, может быть неверным.">
            <a:extLst>
              <a:ext uri="{FF2B5EF4-FFF2-40B4-BE49-F238E27FC236}">
                <a16:creationId xmlns:a16="http://schemas.microsoft.com/office/drawing/2014/main" id="{08DFF78E-4ECF-22BD-D576-F5A63ED3E7C6}"/>
              </a:ext>
            </a:extLst>
          </p:cNvPr>
          <p:cNvPicPr>
            <a:picLocks noChangeAspect="1"/>
          </p:cNvPicPr>
          <p:nvPr/>
        </p:nvPicPr>
        <p:blipFill>
          <a:blip r:embed="rId3">
            <a:extLst>
              <a:ext uri="{28A0092B-C50C-407E-A947-70E740481C1C}">
                <a14:useLocalDpi xmlns:a14="http://schemas.microsoft.com/office/drawing/2010/main" val="0"/>
              </a:ext>
            </a:extLst>
          </a:blip>
          <a:srcRect l="89" t="5447" r="-1" b="1665"/>
          <a:stretch>
            <a:fillRect/>
          </a:stretch>
        </p:blipFill>
        <p:spPr>
          <a:xfrm>
            <a:off x="8990656" y="2774124"/>
            <a:ext cx="3012989" cy="3962312"/>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33F796AB-11E4-35ED-C0FA-4B38B5532996}"/>
              </a:ext>
            </a:extLst>
          </p:cNvPr>
          <p:cNvSpPr txBox="1"/>
          <p:nvPr/>
        </p:nvSpPr>
        <p:spPr>
          <a:xfrm>
            <a:off x="188354" y="1486466"/>
            <a:ext cx="11767173" cy="1200329"/>
          </a:xfrm>
          <a:prstGeom prst="rect">
            <a:avLst/>
          </a:prstGeom>
          <a:noFill/>
        </p:spPr>
        <p:txBody>
          <a:bodyPr wrap="square">
            <a:spAutoFit/>
          </a:bodyPr>
          <a:lstStyle/>
          <a:p>
            <a:pPr algn="just"/>
            <a:r>
              <a:rPr lang="ru-RU" sz="2400" b="1" dirty="0"/>
              <a:t>основная содержательная часть</a:t>
            </a:r>
            <a:r>
              <a:rPr lang="ru-RU" sz="2400" dirty="0"/>
              <a:t>, ради которой документ составлен. К тексту предъявляются требования логичности, ясности и соответствия языковым нормам (</a:t>
            </a:r>
            <a:r>
              <a:rPr lang="ru-RU" sz="2400" b="1" dirty="0"/>
              <a:t>деловой стиль</a:t>
            </a:r>
            <a:r>
              <a:rPr lang="ru-RU" sz="2400" dirty="0"/>
              <a:t>).</a:t>
            </a:r>
          </a:p>
        </p:txBody>
      </p:sp>
      <p:sp>
        <p:nvSpPr>
          <p:cNvPr id="4" name="Номер слайда 3">
            <a:extLst>
              <a:ext uri="{FF2B5EF4-FFF2-40B4-BE49-F238E27FC236}">
                <a16:creationId xmlns:a16="http://schemas.microsoft.com/office/drawing/2014/main" id="{D8626CA9-3AD5-2DF1-B2AC-88DDF3FF8541}"/>
              </a:ext>
            </a:extLst>
          </p:cNvPr>
          <p:cNvSpPr>
            <a:spLocks noGrp="1"/>
          </p:cNvSpPr>
          <p:nvPr>
            <p:ph type="sldNum" sz="quarter" idx="12"/>
          </p:nvPr>
        </p:nvSpPr>
        <p:spPr/>
        <p:txBody>
          <a:bodyPr/>
          <a:lstStyle/>
          <a:p>
            <a:fld id="{A5CD6344-69F2-4F2A-9E84-A8C1A071765E}" type="slidenum">
              <a:rPr lang="ru-RU" smtClean="0"/>
              <a:t>28</a:t>
            </a:fld>
            <a:endParaRPr lang="ru-RU"/>
          </a:p>
        </p:txBody>
      </p:sp>
      <p:sp>
        <p:nvSpPr>
          <p:cNvPr id="7" name="Заголовок 1">
            <a:extLst>
              <a:ext uri="{FF2B5EF4-FFF2-40B4-BE49-F238E27FC236}">
                <a16:creationId xmlns:a16="http://schemas.microsoft.com/office/drawing/2014/main" id="{C13F4F34-1F5A-1524-247E-0B038BC31D80}"/>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18 - текст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C147EF4A-DB1A-F845-520E-DC50C5B03E4C}"/>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9" name="Прямоугольник 8">
            <a:extLst>
              <a:ext uri="{FF2B5EF4-FFF2-40B4-BE49-F238E27FC236}">
                <a16:creationId xmlns:a16="http://schemas.microsoft.com/office/drawing/2014/main" id="{A9C384D3-E5B1-F971-439E-25E55514ABA7}"/>
              </a:ext>
            </a:extLst>
          </p:cNvPr>
          <p:cNvSpPr/>
          <p:nvPr/>
        </p:nvSpPr>
        <p:spPr>
          <a:xfrm>
            <a:off x="9156878" y="4501165"/>
            <a:ext cx="2743200" cy="1767855"/>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 name="Picture 6" descr="Picture background">
            <a:extLst>
              <a:ext uri="{FF2B5EF4-FFF2-40B4-BE49-F238E27FC236}">
                <a16:creationId xmlns:a16="http://schemas.microsoft.com/office/drawing/2014/main" id="{09BE305D-C6AC-F294-7E11-044A51AFF5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354" y="2710789"/>
            <a:ext cx="2861294" cy="404741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Прямоугольник 10">
            <a:extLst>
              <a:ext uri="{FF2B5EF4-FFF2-40B4-BE49-F238E27FC236}">
                <a16:creationId xmlns:a16="http://schemas.microsoft.com/office/drawing/2014/main" id="{DAD61361-C88D-4CD2-1FFB-8C91A4B75631}"/>
              </a:ext>
            </a:extLst>
          </p:cNvPr>
          <p:cNvSpPr/>
          <p:nvPr/>
        </p:nvSpPr>
        <p:spPr>
          <a:xfrm>
            <a:off x="585557" y="3721994"/>
            <a:ext cx="2286431" cy="1020223"/>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6" name="Picture 2" descr="Picture background">
            <a:extLst>
              <a:ext uri="{FF2B5EF4-FFF2-40B4-BE49-F238E27FC236}">
                <a16:creationId xmlns:a16="http://schemas.microsoft.com/office/drawing/2014/main" id="{EC3A9C2C-0642-F4DC-D3F8-D27980983D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711" y="2735039"/>
            <a:ext cx="2862231" cy="404741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2" name="Прямоугольник 11">
            <a:extLst>
              <a:ext uri="{FF2B5EF4-FFF2-40B4-BE49-F238E27FC236}">
                <a16:creationId xmlns:a16="http://schemas.microsoft.com/office/drawing/2014/main" id="{A2C5A0EA-D5EC-86F2-1459-138726437A6C}"/>
              </a:ext>
            </a:extLst>
          </p:cNvPr>
          <p:cNvSpPr/>
          <p:nvPr/>
        </p:nvSpPr>
        <p:spPr>
          <a:xfrm>
            <a:off x="3346344" y="4401754"/>
            <a:ext cx="2320841" cy="327559"/>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13" name="Picture 2" descr="Picture background">
            <a:extLst>
              <a:ext uri="{FF2B5EF4-FFF2-40B4-BE49-F238E27FC236}">
                <a16:creationId xmlns:a16="http://schemas.microsoft.com/office/drawing/2014/main" id="{14469142-813F-EC88-67CF-6E372B46CF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63882" y="2735039"/>
            <a:ext cx="2967164" cy="404741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Прямоугольник 14">
            <a:extLst>
              <a:ext uri="{FF2B5EF4-FFF2-40B4-BE49-F238E27FC236}">
                <a16:creationId xmlns:a16="http://schemas.microsoft.com/office/drawing/2014/main" id="{7717FD82-50E9-AFE2-2FCA-8D627EA65DCD}"/>
              </a:ext>
            </a:extLst>
          </p:cNvPr>
          <p:cNvSpPr/>
          <p:nvPr/>
        </p:nvSpPr>
        <p:spPr>
          <a:xfrm>
            <a:off x="6096000" y="4905997"/>
            <a:ext cx="2743200" cy="1596352"/>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562885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EDB79-0DA2-869B-CF01-327BB2C0FFF2}"/>
            </a:ext>
          </a:extLst>
        </p:cNvPr>
        <p:cNvGrpSpPr/>
        <p:nvPr/>
      </p:nvGrpSpPr>
      <p:grpSpPr>
        <a:xfrm>
          <a:off x="0" y="0"/>
          <a:ext cx="0" cy="0"/>
          <a:chOff x="0" y="0"/>
          <a:chExt cx="0" cy="0"/>
        </a:xfrm>
      </p:grpSpPr>
      <p:pic>
        <p:nvPicPr>
          <p:cNvPr id="6" name="Рисунок 5">
            <a:extLst>
              <a:ext uri="{FF2B5EF4-FFF2-40B4-BE49-F238E27FC236}">
                <a16:creationId xmlns:a16="http://schemas.microsoft.com/office/drawing/2014/main" id="{0642C34D-BD52-0DD2-D598-2F0968362FF8}"/>
              </a:ext>
            </a:extLst>
          </p:cNvPr>
          <p:cNvPicPr>
            <a:picLocks noChangeAspect="1"/>
          </p:cNvPicPr>
          <p:nvPr/>
        </p:nvPicPr>
        <p:blipFill>
          <a:blip r:embed="rId3"/>
          <a:srcRect l="4872" t="70067" b="-1"/>
          <a:stretch>
            <a:fillRect/>
          </a:stretch>
        </p:blipFill>
        <p:spPr>
          <a:xfrm>
            <a:off x="3066970" y="2847699"/>
            <a:ext cx="8842234" cy="3838250"/>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109F02B3-7E3D-05F7-6F24-F62580E2758F}"/>
              </a:ext>
            </a:extLst>
          </p:cNvPr>
          <p:cNvSpPr txBox="1"/>
          <p:nvPr/>
        </p:nvSpPr>
        <p:spPr>
          <a:xfrm>
            <a:off x="188355" y="1486466"/>
            <a:ext cx="11767172" cy="1200329"/>
          </a:xfrm>
          <a:prstGeom prst="rect">
            <a:avLst/>
          </a:prstGeom>
          <a:noFill/>
        </p:spPr>
        <p:txBody>
          <a:bodyPr wrap="square">
            <a:spAutoFit/>
          </a:bodyPr>
          <a:lstStyle/>
          <a:p>
            <a:pPr algn="just"/>
            <a:r>
              <a:rPr lang="ru-RU" sz="2400" dirty="0"/>
              <a:t>указывается, </a:t>
            </a:r>
            <a:r>
              <a:rPr lang="ru-RU" sz="2400" b="1" dirty="0"/>
              <a:t>если к основному документу прилагаются другие документы</a:t>
            </a:r>
            <a:r>
              <a:rPr lang="ru-RU" sz="2400" dirty="0"/>
              <a:t>. Например: «Приложение: на 5 л. в 1 экз.» – что означает наличие приложения объемом 5 страниц в одном экземпляре.</a:t>
            </a:r>
          </a:p>
        </p:txBody>
      </p:sp>
      <p:sp>
        <p:nvSpPr>
          <p:cNvPr id="4" name="Номер слайда 3">
            <a:extLst>
              <a:ext uri="{FF2B5EF4-FFF2-40B4-BE49-F238E27FC236}">
                <a16:creationId xmlns:a16="http://schemas.microsoft.com/office/drawing/2014/main" id="{1073F5A7-11B9-A846-9B62-2137AB390150}"/>
              </a:ext>
            </a:extLst>
          </p:cNvPr>
          <p:cNvSpPr>
            <a:spLocks noGrp="1"/>
          </p:cNvSpPr>
          <p:nvPr>
            <p:ph type="sldNum" sz="quarter" idx="12"/>
          </p:nvPr>
        </p:nvSpPr>
        <p:spPr/>
        <p:txBody>
          <a:bodyPr/>
          <a:lstStyle/>
          <a:p>
            <a:fld id="{A5CD6344-69F2-4F2A-9E84-A8C1A071765E}" type="slidenum">
              <a:rPr lang="ru-RU" smtClean="0"/>
              <a:t>29</a:t>
            </a:fld>
            <a:endParaRPr lang="ru-RU"/>
          </a:p>
        </p:txBody>
      </p:sp>
      <p:sp>
        <p:nvSpPr>
          <p:cNvPr id="7" name="Заголовок 1">
            <a:extLst>
              <a:ext uri="{FF2B5EF4-FFF2-40B4-BE49-F238E27FC236}">
                <a16:creationId xmlns:a16="http://schemas.microsoft.com/office/drawing/2014/main" id="{82F42879-690E-DE77-71A6-07DC67AE3E3E}"/>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19 - отметка о приложении;</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CD645B0C-98C2-3989-5F4E-3F43AD35DA2D}"/>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9" name="Прямоугольник 8">
            <a:extLst>
              <a:ext uri="{FF2B5EF4-FFF2-40B4-BE49-F238E27FC236}">
                <a16:creationId xmlns:a16="http://schemas.microsoft.com/office/drawing/2014/main" id="{D1F725A4-363D-882F-EA41-5250BC8D8602}"/>
              </a:ext>
            </a:extLst>
          </p:cNvPr>
          <p:cNvSpPr/>
          <p:nvPr/>
        </p:nvSpPr>
        <p:spPr>
          <a:xfrm>
            <a:off x="4215164" y="3008269"/>
            <a:ext cx="3761672" cy="420731"/>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 name="Рисунок 4">
            <a:extLst>
              <a:ext uri="{FF2B5EF4-FFF2-40B4-BE49-F238E27FC236}">
                <a16:creationId xmlns:a16="http://schemas.microsoft.com/office/drawing/2014/main" id="{C4FDF0EE-B923-76AD-2FEC-1844C874EB9F}"/>
              </a:ext>
            </a:extLst>
          </p:cNvPr>
          <p:cNvPicPr>
            <a:picLocks noChangeAspect="1"/>
          </p:cNvPicPr>
          <p:nvPr/>
        </p:nvPicPr>
        <p:blipFill>
          <a:blip r:embed="rId3"/>
          <a:stretch>
            <a:fillRect/>
          </a:stretch>
        </p:blipFill>
        <p:spPr>
          <a:xfrm>
            <a:off x="236473" y="2847698"/>
            <a:ext cx="2808226" cy="3873777"/>
          </a:xfrm>
          <a:prstGeom prst="rect">
            <a:avLst/>
          </a:prstGeom>
          <a:effectLst>
            <a:outerShdw blurRad="50800" dist="38100" dir="2700000" algn="tl" rotWithShape="0">
              <a:prstClr val="black">
                <a:alpha val="40000"/>
              </a:prstClr>
            </a:outerShdw>
          </a:effectLst>
        </p:spPr>
      </p:pic>
      <p:sp>
        <p:nvSpPr>
          <p:cNvPr id="11" name="Прямоугольник 10">
            <a:extLst>
              <a:ext uri="{FF2B5EF4-FFF2-40B4-BE49-F238E27FC236}">
                <a16:creationId xmlns:a16="http://schemas.microsoft.com/office/drawing/2014/main" id="{E6EC9B1E-A874-1730-13E5-B9D2D1E7D1C6}"/>
              </a:ext>
            </a:extLst>
          </p:cNvPr>
          <p:cNvSpPr/>
          <p:nvPr/>
        </p:nvSpPr>
        <p:spPr>
          <a:xfrm>
            <a:off x="582725" y="5560068"/>
            <a:ext cx="1458860" cy="242633"/>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Tree>
    <p:extLst>
      <p:ext uri="{BB962C8B-B14F-4D97-AF65-F5344CB8AC3E}">
        <p14:creationId xmlns:p14="http://schemas.microsoft.com/office/powerpoint/2010/main" val="4122062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C1AD2-1FAC-B685-A75C-B91D393B0B73}"/>
            </a:ext>
          </a:extLst>
        </p:cNvPr>
        <p:cNvGrpSpPr/>
        <p:nvPr/>
      </p:nvGrpSpPr>
      <p:grpSpPr>
        <a:xfrm>
          <a:off x="0" y="0"/>
          <a:ext cx="0" cy="0"/>
          <a:chOff x="0" y="0"/>
          <a:chExt cx="0" cy="0"/>
        </a:xfrm>
      </p:grpSpPr>
      <p:pic>
        <p:nvPicPr>
          <p:cNvPr id="3" name="Рисунок 2">
            <a:extLst>
              <a:ext uri="{FF2B5EF4-FFF2-40B4-BE49-F238E27FC236}">
                <a16:creationId xmlns:a16="http://schemas.microsoft.com/office/drawing/2014/main" id="{ECB5A7A1-98AF-029A-8B05-C0852D612CD5}"/>
              </a:ext>
            </a:extLst>
          </p:cNvPr>
          <p:cNvPicPr>
            <a:picLocks noChangeAspect="1"/>
          </p:cNvPicPr>
          <p:nvPr/>
        </p:nvPicPr>
        <p:blipFill>
          <a:blip r:embed="rId3"/>
          <a:srcRect b="59425"/>
          <a:stretch>
            <a:fillRect/>
          </a:stretch>
        </p:blipFill>
        <p:spPr>
          <a:xfrm>
            <a:off x="67733" y="2847697"/>
            <a:ext cx="6028267" cy="3411435"/>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F528075D-841B-67FA-6412-8EECE9028CFC}"/>
              </a:ext>
            </a:extLst>
          </p:cNvPr>
          <p:cNvSpPr txBox="1"/>
          <p:nvPr/>
        </p:nvSpPr>
        <p:spPr>
          <a:xfrm>
            <a:off x="188355" y="1486466"/>
            <a:ext cx="11767172" cy="1200329"/>
          </a:xfrm>
          <a:prstGeom prst="rect">
            <a:avLst/>
          </a:prstGeom>
          <a:noFill/>
        </p:spPr>
        <p:txBody>
          <a:bodyPr wrap="square">
            <a:spAutoFit/>
          </a:bodyPr>
          <a:lstStyle/>
          <a:p>
            <a:pPr algn="just"/>
            <a:r>
              <a:rPr lang="ru-RU" sz="2400" dirty="0"/>
              <a:t>реквизит, фиксирующий согласование проекта </a:t>
            </a:r>
            <a:r>
              <a:rPr lang="ru-RU" sz="2400" b="1" dirty="0"/>
              <a:t>документа с другими органами или должностными лицами</a:t>
            </a:r>
            <a:r>
              <a:rPr lang="ru-RU" sz="2400" dirty="0"/>
              <a:t>. Грифы согласования проставляются на проекте документа или </a:t>
            </a:r>
            <a:r>
              <a:rPr lang="ru-RU" sz="2400" b="1" dirty="0"/>
              <a:t>листе согласования</a:t>
            </a:r>
            <a:r>
              <a:rPr lang="ru-RU" sz="2400" dirty="0"/>
              <a:t>.</a:t>
            </a:r>
          </a:p>
        </p:txBody>
      </p:sp>
      <p:sp>
        <p:nvSpPr>
          <p:cNvPr id="4" name="Номер слайда 3">
            <a:extLst>
              <a:ext uri="{FF2B5EF4-FFF2-40B4-BE49-F238E27FC236}">
                <a16:creationId xmlns:a16="http://schemas.microsoft.com/office/drawing/2014/main" id="{02B73A55-584A-EB9A-D773-159C26ECDC6E}"/>
              </a:ext>
            </a:extLst>
          </p:cNvPr>
          <p:cNvSpPr>
            <a:spLocks noGrp="1"/>
          </p:cNvSpPr>
          <p:nvPr>
            <p:ph type="sldNum" sz="quarter" idx="12"/>
          </p:nvPr>
        </p:nvSpPr>
        <p:spPr/>
        <p:txBody>
          <a:bodyPr/>
          <a:lstStyle/>
          <a:p>
            <a:fld id="{A5CD6344-69F2-4F2A-9E84-A8C1A071765E}" type="slidenum">
              <a:rPr lang="ru-RU" smtClean="0"/>
              <a:t>30</a:t>
            </a:fld>
            <a:endParaRPr lang="ru-RU"/>
          </a:p>
        </p:txBody>
      </p:sp>
      <p:sp>
        <p:nvSpPr>
          <p:cNvPr id="7" name="Заголовок 1">
            <a:extLst>
              <a:ext uri="{FF2B5EF4-FFF2-40B4-BE49-F238E27FC236}">
                <a16:creationId xmlns:a16="http://schemas.microsoft.com/office/drawing/2014/main" id="{C0370CE2-9DA0-B1E4-2122-8193A1E5BE0B}"/>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20 - гриф согласования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CCB00171-6ACF-A220-0B18-92DC4EF7F443}"/>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Прямоугольник 4">
            <a:extLst>
              <a:ext uri="{FF2B5EF4-FFF2-40B4-BE49-F238E27FC236}">
                <a16:creationId xmlns:a16="http://schemas.microsoft.com/office/drawing/2014/main" id="{CA021ECA-E0A8-40F5-9AE1-EE3AC00158C1}"/>
              </a:ext>
            </a:extLst>
          </p:cNvPr>
          <p:cNvSpPr/>
          <p:nvPr/>
        </p:nvSpPr>
        <p:spPr>
          <a:xfrm>
            <a:off x="585990" y="2978887"/>
            <a:ext cx="2633728" cy="1902206"/>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1" name="Рисунок 10" descr="Изображение выглядит как текст, снимок экрана, Шрифт, число&#10;&#10;Содержимое, созданное искусственным интеллектом, может быть неверным.">
            <a:extLst>
              <a:ext uri="{FF2B5EF4-FFF2-40B4-BE49-F238E27FC236}">
                <a16:creationId xmlns:a16="http://schemas.microsoft.com/office/drawing/2014/main" id="{90005B69-F77C-251C-0433-96BC0D1AB9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0765" y="3084318"/>
            <a:ext cx="5704762" cy="270476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940609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26D2A-0F54-5585-62F4-46A6196FB1A4}"/>
            </a:ext>
          </a:extLst>
        </p:cNvPr>
        <p:cNvGrpSpPr/>
        <p:nvPr/>
      </p:nvGrpSpPr>
      <p:grpSpPr>
        <a:xfrm>
          <a:off x="0" y="0"/>
          <a:ext cx="0" cy="0"/>
          <a:chOff x="0" y="0"/>
          <a:chExt cx="0" cy="0"/>
        </a:xfrm>
      </p:grpSpPr>
      <p:pic>
        <p:nvPicPr>
          <p:cNvPr id="6" name="Рисунок 5" descr="Изображение выглядит как текст, письмо, Шрифт, рукописный текст&#10;&#10;Содержимое, созданное искусственным интеллектом, может быть неверным.">
            <a:extLst>
              <a:ext uri="{FF2B5EF4-FFF2-40B4-BE49-F238E27FC236}">
                <a16:creationId xmlns:a16="http://schemas.microsoft.com/office/drawing/2014/main" id="{5FBB54B3-D503-D19A-AD33-14B726C8E31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00000"/>
                    </a14:imgEffect>
                    <a14:imgEffect>
                      <a14:brightnessContrast contrast="100000"/>
                    </a14:imgEffect>
                  </a14:imgLayer>
                </a14:imgProps>
              </a:ext>
              <a:ext uri="{28A0092B-C50C-407E-A947-70E740481C1C}">
                <a14:useLocalDpi xmlns:a14="http://schemas.microsoft.com/office/drawing/2010/main" val="0"/>
              </a:ext>
            </a:extLst>
          </a:blip>
          <a:stretch>
            <a:fillRect/>
          </a:stretch>
        </p:blipFill>
        <p:spPr>
          <a:xfrm>
            <a:off x="585990" y="3056126"/>
            <a:ext cx="5134909" cy="3666646"/>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01A45C3F-2E1E-9101-DC2B-EE6D9B5AB935}"/>
              </a:ext>
            </a:extLst>
          </p:cNvPr>
          <p:cNvSpPr txBox="1"/>
          <p:nvPr/>
        </p:nvSpPr>
        <p:spPr>
          <a:xfrm>
            <a:off x="188355" y="1486466"/>
            <a:ext cx="11767172" cy="1569660"/>
          </a:xfrm>
          <a:prstGeom prst="rect">
            <a:avLst/>
          </a:prstGeom>
          <a:noFill/>
        </p:spPr>
        <p:txBody>
          <a:bodyPr wrap="square">
            <a:spAutoFit/>
          </a:bodyPr>
          <a:lstStyle/>
          <a:p>
            <a:pPr algn="just"/>
            <a:r>
              <a:rPr lang="ru-RU" sz="2400" b="1" dirty="0"/>
              <a:t>внутренняя виза согласования </a:t>
            </a:r>
            <a:r>
              <a:rPr lang="ru-RU" sz="2400" dirty="0"/>
              <a:t>документа, проставляемая должностными лицами организации, согласующими проект. Виза обычно включает </a:t>
            </a:r>
            <a:r>
              <a:rPr lang="ru-RU" sz="2400" b="1" dirty="0"/>
              <a:t>подпись согласующего и дату</a:t>
            </a:r>
            <a:r>
              <a:rPr lang="ru-RU" sz="2400" dirty="0"/>
              <a:t>, часто указывается должность и фамилия. Визы ставятся на обороте последнего листа проекта или на отдельном листе согласования</a:t>
            </a:r>
          </a:p>
        </p:txBody>
      </p:sp>
      <p:sp>
        <p:nvSpPr>
          <p:cNvPr id="4" name="Номер слайда 3">
            <a:extLst>
              <a:ext uri="{FF2B5EF4-FFF2-40B4-BE49-F238E27FC236}">
                <a16:creationId xmlns:a16="http://schemas.microsoft.com/office/drawing/2014/main" id="{3827D16E-5F14-8B06-38AA-D624F316432A}"/>
              </a:ext>
            </a:extLst>
          </p:cNvPr>
          <p:cNvSpPr>
            <a:spLocks noGrp="1"/>
          </p:cNvSpPr>
          <p:nvPr>
            <p:ph type="sldNum" sz="quarter" idx="12"/>
          </p:nvPr>
        </p:nvSpPr>
        <p:spPr/>
        <p:txBody>
          <a:bodyPr/>
          <a:lstStyle/>
          <a:p>
            <a:fld id="{A5CD6344-69F2-4F2A-9E84-A8C1A071765E}" type="slidenum">
              <a:rPr lang="ru-RU" smtClean="0"/>
              <a:t>31</a:t>
            </a:fld>
            <a:endParaRPr lang="ru-RU"/>
          </a:p>
        </p:txBody>
      </p:sp>
      <p:sp>
        <p:nvSpPr>
          <p:cNvPr id="7" name="Заголовок 1">
            <a:extLst>
              <a:ext uri="{FF2B5EF4-FFF2-40B4-BE49-F238E27FC236}">
                <a16:creationId xmlns:a16="http://schemas.microsoft.com/office/drawing/2014/main" id="{209A721A-5FE9-5985-A9D6-856F14106CD4}"/>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21 - виза;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CCD4D59D-1639-2775-2C3A-98C94D147046}"/>
              </a:ext>
            </a:extLst>
          </p:cNvPr>
          <p:cNvPicPr>
            <a:picLocks noChangeAspect="1"/>
          </p:cNvPicPr>
          <p:nvPr/>
        </p:nvPicPr>
        <p:blipFill rotWithShape="1">
          <a:blip r:embed="rId5">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Прямоугольник 4">
            <a:extLst>
              <a:ext uri="{FF2B5EF4-FFF2-40B4-BE49-F238E27FC236}">
                <a16:creationId xmlns:a16="http://schemas.microsoft.com/office/drawing/2014/main" id="{12D27D83-45F6-48E7-90A0-48CE9FBE4F34}"/>
              </a:ext>
            </a:extLst>
          </p:cNvPr>
          <p:cNvSpPr/>
          <p:nvPr/>
        </p:nvSpPr>
        <p:spPr>
          <a:xfrm>
            <a:off x="1351472" y="3605841"/>
            <a:ext cx="1868246" cy="1513393"/>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2" name="Рисунок 11" descr="Изображение выглядит как текст, рукописный текст, письмо, каллиграфия&#10;&#10;Содержимое, созданное искусственным интеллектом, может быть неверным.">
            <a:extLst>
              <a:ext uri="{FF2B5EF4-FFF2-40B4-BE49-F238E27FC236}">
                <a16:creationId xmlns:a16="http://schemas.microsoft.com/office/drawing/2014/main" id="{F5288DDF-687A-9ACB-765C-D4769A73F5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71941" y="3056126"/>
            <a:ext cx="4889707" cy="3666646"/>
          </a:xfrm>
          <a:prstGeom prst="rect">
            <a:avLst/>
          </a:prstGeom>
          <a:effectLst>
            <a:outerShdw blurRad="50800" dist="38100" dir="2700000" algn="tl" rotWithShape="0">
              <a:prstClr val="black">
                <a:alpha val="40000"/>
              </a:prstClr>
            </a:outerShdw>
          </a:effectLst>
        </p:spPr>
      </p:pic>
      <p:sp>
        <p:nvSpPr>
          <p:cNvPr id="13" name="Прямоугольник 12">
            <a:extLst>
              <a:ext uri="{FF2B5EF4-FFF2-40B4-BE49-F238E27FC236}">
                <a16:creationId xmlns:a16="http://schemas.microsoft.com/office/drawing/2014/main" id="{EF3415CD-B099-4EC0-6F40-755BA00A82F0}"/>
              </a:ext>
            </a:extLst>
          </p:cNvPr>
          <p:cNvSpPr/>
          <p:nvPr/>
        </p:nvSpPr>
        <p:spPr>
          <a:xfrm>
            <a:off x="5966604" y="2953110"/>
            <a:ext cx="3625970" cy="1147314"/>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680043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1928-ECB7-A52A-F052-131EA0440E61}"/>
            </a:ext>
          </a:extLst>
        </p:cNvPr>
        <p:cNvGrpSpPr/>
        <p:nvPr/>
      </p:nvGrpSpPr>
      <p:grpSpPr>
        <a:xfrm>
          <a:off x="0" y="0"/>
          <a:ext cx="0" cy="0"/>
          <a:chOff x="0" y="0"/>
          <a:chExt cx="0" cy="0"/>
        </a:xfrm>
      </p:grpSpPr>
      <p:graphicFrame>
        <p:nvGraphicFramePr>
          <p:cNvPr id="2" name="Схема 1">
            <a:extLst>
              <a:ext uri="{FF2B5EF4-FFF2-40B4-BE49-F238E27FC236}">
                <a16:creationId xmlns:a16="http://schemas.microsoft.com/office/drawing/2014/main" id="{B4002F9B-64A7-9176-94DD-D47291100FB9}"/>
              </a:ext>
            </a:extLst>
          </p:cNvPr>
          <p:cNvGraphicFramePr/>
          <p:nvPr>
            <p:extLst>
              <p:ext uri="{D42A27DB-BD31-4B8C-83A1-F6EECF244321}">
                <p14:modId xmlns:p14="http://schemas.microsoft.com/office/powerpoint/2010/main" val="1627370896"/>
              </p:ext>
            </p:extLst>
          </p:nvPr>
        </p:nvGraphicFramePr>
        <p:xfrm>
          <a:off x="188355" y="1325562"/>
          <a:ext cx="11767172" cy="2855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Номер слайда 3">
            <a:extLst>
              <a:ext uri="{FF2B5EF4-FFF2-40B4-BE49-F238E27FC236}">
                <a16:creationId xmlns:a16="http://schemas.microsoft.com/office/drawing/2014/main" id="{9439D9A3-F078-2D79-536D-631F64417B6F}"/>
              </a:ext>
            </a:extLst>
          </p:cNvPr>
          <p:cNvSpPr>
            <a:spLocks noGrp="1"/>
          </p:cNvSpPr>
          <p:nvPr>
            <p:ph type="sldNum" sz="quarter" idx="12"/>
          </p:nvPr>
        </p:nvSpPr>
        <p:spPr/>
        <p:txBody>
          <a:bodyPr/>
          <a:lstStyle/>
          <a:p>
            <a:fld id="{A5CD6344-69F2-4F2A-9E84-A8C1A071765E}" type="slidenum">
              <a:rPr lang="ru-RU" smtClean="0"/>
              <a:t>32</a:t>
            </a:fld>
            <a:endParaRPr lang="ru-RU"/>
          </a:p>
        </p:txBody>
      </p:sp>
      <p:sp>
        <p:nvSpPr>
          <p:cNvPr id="7" name="Заголовок 1">
            <a:extLst>
              <a:ext uri="{FF2B5EF4-FFF2-40B4-BE49-F238E27FC236}">
                <a16:creationId xmlns:a16="http://schemas.microsoft.com/office/drawing/2014/main" id="{81791677-1C3C-C080-F955-5EA0DB388110}"/>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22 - подпись;</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23 - отметка об электронной подписи;</a:t>
            </a:r>
            <a:br>
              <a:rPr lang="ru-RU" sz="3700" dirty="0">
                <a:solidFill>
                  <a:schemeClr val="bg1"/>
                </a:solidFill>
                <a:latin typeface="Times New Roman" panose="02020603050405020304" pitchFamily="18" charset="0"/>
                <a:cs typeface="Times New Roman" panose="02020603050405020304" pitchFamily="18" charset="0"/>
              </a:rPr>
            </a:br>
            <a:r>
              <a:rPr lang="ru-RU" sz="3700" dirty="0">
                <a:solidFill>
                  <a:schemeClr val="bg1"/>
                </a:solidFill>
                <a:latin typeface="Times New Roman" panose="02020603050405020304" pitchFamily="18" charset="0"/>
                <a:cs typeface="Times New Roman" panose="02020603050405020304" pitchFamily="18" charset="0"/>
              </a:rPr>
              <a:t>24 - печать;</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A23D1812-B880-101A-BB9F-450D08336D21}"/>
              </a:ext>
            </a:extLst>
          </p:cNvPr>
          <p:cNvPicPr>
            <a:picLocks noChangeAspect="1"/>
          </p:cNvPicPr>
          <p:nvPr/>
        </p:nvPicPr>
        <p:blipFill rotWithShape="1">
          <a:blip r:embed="rId8">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pic>
        <p:nvPicPr>
          <p:cNvPr id="11" name="Picture 4" descr="Picture background">
            <a:extLst>
              <a:ext uri="{FF2B5EF4-FFF2-40B4-BE49-F238E27FC236}">
                <a16:creationId xmlns:a16="http://schemas.microsoft.com/office/drawing/2014/main" id="{EBEA555E-1F3C-FDA4-E8C7-AD45D19C826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62535" b="1"/>
          <a:stretch>
            <a:fillRect/>
          </a:stretch>
        </p:blipFill>
        <p:spPr bwMode="auto">
          <a:xfrm>
            <a:off x="8207337" y="4313207"/>
            <a:ext cx="3736125" cy="184185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5" name="Рисунок 14">
            <a:extLst>
              <a:ext uri="{FF2B5EF4-FFF2-40B4-BE49-F238E27FC236}">
                <a16:creationId xmlns:a16="http://schemas.microsoft.com/office/drawing/2014/main" id="{1E323CF0-0297-8785-0F63-CED809B2985C}"/>
              </a:ext>
            </a:extLst>
          </p:cNvPr>
          <p:cNvPicPr>
            <a:picLocks noChangeAspect="1"/>
          </p:cNvPicPr>
          <p:nvPr/>
        </p:nvPicPr>
        <p:blipFill>
          <a:blip r:embed="rId10"/>
          <a:srcRect r="2344"/>
          <a:stretch>
            <a:fillRect/>
          </a:stretch>
        </p:blipFill>
        <p:spPr>
          <a:xfrm>
            <a:off x="158849" y="4416853"/>
            <a:ext cx="3736125" cy="1325564"/>
          </a:xfrm>
          <a:prstGeom prst="rect">
            <a:avLst/>
          </a:prstGeom>
          <a:effectLst>
            <a:outerShdw blurRad="50800" dist="38100" dir="2700000" algn="tl" rotWithShape="0">
              <a:prstClr val="black">
                <a:alpha val="40000"/>
              </a:prstClr>
            </a:outerShdw>
          </a:effectLst>
        </p:spPr>
      </p:pic>
      <p:pic>
        <p:nvPicPr>
          <p:cNvPr id="17" name="Рисунок 16">
            <a:extLst>
              <a:ext uri="{FF2B5EF4-FFF2-40B4-BE49-F238E27FC236}">
                <a16:creationId xmlns:a16="http://schemas.microsoft.com/office/drawing/2014/main" id="{851DD874-D14A-382C-3122-02D3B4BCD7C0}"/>
              </a:ext>
            </a:extLst>
          </p:cNvPr>
          <p:cNvPicPr>
            <a:picLocks noChangeAspect="1"/>
          </p:cNvPicPr>
          <p:nvPr/>
        </p:nvPicPr>
        <p:blipFill>
          <a:blip r:embed="rId11"/>
          <a:srcRect l="1329" t="7211" r="1"/>
          <a:stretch>
            <a:fillRect/>
          </a:stretch>
        </p:blipFill>
        <p:spPr>
          <a:xfrm>
            <a:off x="4231256" y="4244834"/>
            <a:ext cx="3736125" cy="213298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3555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74192-0080-C2E7-7255-6F7654926234}"/>
            </a:ext>
          </a:extLst>
        </p:cNvPr>
        <p:cNvGrpSpPr/>
        <p:nvPr/>
      </p:nvGrpSpPr>
      <p:grpSpPr>
        <a:xfrm>
          <a:off x="0" y="0"/>
          <a:ext cx="0" cy="0"/>
          <a:chOff x="0" y="0"/>
          <a:chExt cx="0" cy="0"/>
        </a:xfrm>
      </p:grpSpPr>
      <p:pic>
        <p:nvPicPr>
          <p:cNvPr id="6" name="Рисунок 5">
            <a:extLst>
              <a:ext uri="{FF2B5EF4-FFF2-40B4-BE49-F238E27FC236}">
                <a16:creationId xmlns:a16="http://schemas.microsoft.com/office/drawing/2014/main" id="{63F53DB2-A1D8-3628-ABBB-9D25A300A936}"/>
              </a:ext>
            </a:extLst>
          </p:cNvPr>
          <p:cNvPicPr>
            <a:picLocks noChangeAspect="1"/>
          </p:cNvPicPr>
          <p:nvPr/>
        </p:nvPicPr>
        <p:blipFill>
          <a:blip r:embed="rId3"/>
          <a:srcRect l="4872" t="70067" b="-1"/>
          <a:stretch>
            <a:fillRect/>
          </a:stretch>
        </p:blipFill>
        <p:spPr>
          <a:xfrm>
            <a:off x="3066970" y="3229211"/>
            <a:ext cx="7963339" cy="3456738"/>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0C2AAAC7-B7D9-67E7-8B0F-4DC52DBEE4A2}"/>
              </a:ext>
            </a:extLst>
          </p:cNvPr>
          <p:cNvSpPr txBox="1"/>
          <p:nvPr/>
        </p:nvSpPr>
        <p:spPr>
          <a:xfrm>
            <a:off x="188355" y="1486466"/>
            <a:ext cx="11767172" cy="1569660"/>
          </a:xfrm>
          <a:prstGeom prst="rect">
            <a:avLst/>
          </a:prstGeom>
          <a:noFill/>
        </p:spPr>
        <p:txBody>
          <a:bodyPr wrap="square">
            <a:spAutoFit/>
          </a:bodyPr>
          <a:lstStyle/>
          <a:p>
            <a:pPr algn="just"/>
            <a:r>
              <a:rPr lang="ru-RU" sz="2400" dirty="0"/>
              <a:t>фамилия </a:t>
            </a:r>
            <a:r>
              <a:rPr lang="ru-RU" sz="2400" b="1" dirty="0"/>
              <a:t>исполнителя (составителя) документа и номер его телефона</a:t>
            </a:r>
            <a:r>
              <a:rPr lang="ru-RU" sz="2400" dirty="0"/>
              <a:t>. Обычно проставляется на последнем листе (в нижнем левом углу) исходящего письма или распоряжения, чтобы можно было быстро связаться с ответственным работником по вопросам документа</a:t>
            </a:r>
          </a:p>
        </p:txBody>
      </p:sp>
      <p:sp>
        <p:nvSpPr>
          <p:cNvPr id="4" name="Номер слайда 3">
            <a:extLst>
              <a:ext uri="{FF2B5EF4-FFF2-40B4-BE49-F238E27FC236}">
                <a16:creationId xmlns:a16="http://schemas.microsoft.com/office/drawing/2014/main" id="{A6052B0F-A1AA-1285-EF46-BF28BF35F263}"/>
              </a:ext>
            </a:extLst>
          </p:cNvPr>
          <p:cNvSpPr>
            <a:spLocks noGrp="1"/>
          </p:cNvSpPr>
          <p:nvPr>
            <p:ph type="sldNum" sz="quarter" idx="12"/>
          </p:nvPr>
        </p:nvSpPr>
        <p:spPr/>
        <p:txBody>
          <a:bodyPr/>
          <a:lstStyle/>
          <a:p>
            <a:fld id="{A5CD6344-69F2-4F2A-9E84-A8C1A071765E}" type="slidenum">
              <a:rPr lang="ru-RU" smtClean="0"/>
              <a:t>33</a:t>
            </a:fld>
            <a:endParaRPr lang="ru-RU"/>
          </a:p>
        </p:txBody>
      </p:sp>
      <p:sp>
        <p:nvSpPr>
          <p:cNvPr id="7" name="Заголовок 1">
            <a:extLst>
              <a:ext uri="{FF2B5EF4-FFF2-40B4-BE49-F238E27FC236}">
                <a16:creationId xmlns:a16="http://schemas.microsoft.com/office/drawing/2014/main" id="{A00DB4FF-AA2A-1B81-641C-A845466DE05A}"/>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25 - отметка об исполнителе;</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B099547F-7882-6781-09CF-125D39BBE67C}"/>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9" name="Прямоугольник 8">
            <a:extLst>
              <a:ext uri="{FF2B5EF4-FFF2-40B4-BE49-F238E27FC236}">
                <a16:creationId xmlns:a16="http://schemas.microsoft.com/office/drawing/2014/main" id="{0F8C430C-87AF-A506-8935-2BF76C17BC08}"/>
              </a:ext>
            </a:extLst>
          </p:cNvPr>
          <p:cNvSpPr/>
          <p:nvPr/>
        </p:nvSpPr>
        <p:spPr>
          <a:xfrm>
            <a:off x="3542303" y="5722715"/>
            <a:ext cx="2317908" cy="718342"/>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 name="Рисунок 4">
            <a:extLst>
              <a:ext uri="{FF2B5EF4-FFF2-40B4-BE49-F238E27FC236}">
                <a16:creationId xmlns:a16="http://schemas.microsoft.com/office/drawing/2014/main" id="{525E6627-61F7-3EBA-421E-3CEAF37A50FF}"/>
              </a:ext>
            </a:extLst>
          </p:cNvPr>
          <p:cNvPicPr>
            <a:picLocks noChangeAspect="1"/>
          </p:cNvPicPr>
          <p:nvPr/>
        </p:nvPicPr>
        <p:blipFill>
          <a:blip r:embed="rId3"/>
          <a:stretch>
            <a:fillRect/>
          </a:stretch>
        </p:blipFill>
        <p:spPr>
          <a:xfrm>
            <a:off x="236473" y="3208065"/>
            <a:ext cx="2546984" cy="3513410"/>
          </a:xfrm>
          <a:prstGeom prst="rect">
            <a:avLst/>
          </a:prstGeom>
          <a:effectLst>
            <a:outerShdw blurRad="50800" dist="38100" dir="2700000" algn="tl" rotWithShape="0">
              <a:prstClr val="black">
                <a:alpha val="40000"/>
              </a:prstClr>
            </a:outerShdw>
          </a:effectLst>
        </p:spPr>
      </p:pic>
      <p:sp>
        <p:nvSpPr>
          <p:cNvPr id="11" name="Прямоугольник 10">
            <a:extLst>
              <a:ext uri="{FF2B5EF4-FFF2-40B4-BE49-F238E27FC236}">
                <a16:creationId xmlns:a16="http://schemas.microsoft.com/office/drawing/2014/main" id="{D0E0D86A-40FD-9DA2-5895-DDF400585C11}"/>
              </a:ext>
            </a:extLst>
          </p:cNvPr>
          <p:cNvSpPr/>
          <p:nvPr/>
        </p:nvSpPr>
        <p:spPr>
          <a:xfrm>
            <a:off x="443763" y="6396606"/>
            <a:ext cx="832947" cy="257236"/>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Tree>
    <p:extLst>
      <p:ext uri="{BB962C8B-B14F-4D97-AF65-F5344CB8AC3E}">
        <p14:creationId xmlns:p14="http://schemas.microsoft.com/office/powerpoint/2010/main" val="2717105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93466-B931-38A3-EC14-C35075BBDAC7}"/>
            </a:ext>
          </a:extLst>
        </p:cNvPr>
        <p:cNvGrpSpPr/>
        <p:nvPr/>
      </p:nvGrpSpPr>
      <p:grpSpPr>
        <a:xfrm>
          <a:off x="0" y="0"/>
          <a:ext cx="0" cy="0"/>
          <a:chOff x="0" y="0"/>
          <a:chExt cx="0" cy="0"/>
        </a:xfrm>
      </p:grpSpPr>
      <p:graphicFrame>
        <p:nvGraphicFramePr>
          <p:cNvPr id="2" name="Схема 1">
            <a:extLst>
              <a:ext uri="{FF2B5EF4-FFF2-40B4-BE49-F238E27FC236}">
                <a16:creationId xmlns:a16="http://schemas.microsoft.com/office/drawing/2014/main" id="{DFBFBFE7-869A-72D8-ECB0-15416C431CD9}"/>
              </a:ext>
            </a:extLst>
          </p:cNvPr>
          <p:cNvGraphicFramePr/>
          <p:nvPr>
            <p:extLst>
              <p:ext uri="{D42A27DB-BD31-4B8C-83A1-F6EECF244321}">
                <p14:modId xmlns:p14="http://schemas.microsoft.com/office/powerpoint/2010/main" val="1794989470"/>
              </p:ext>
            </p:extLst>
          </p:nvPr>
        </p:nvGraphicFramePr>
        <p:xfrm>
          <a:off x="188355" y="1497614"/>
          <a:ext cx="11767172" cy="18091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Номер слайда 3">
            <a:extLst>
              <a:ext uri="{FF2B5EF4-FFF2-40B4-BE49-F238E27FC236}">
                <a16:creationId xmlns:a16="http://schemas.microsoft.com/office/drawing/2014/main" id="{D5FE7752-6F0B-13AD-1EFE-35D2FDB7F4F2}"/>
              </a:ext>
            </a:extLst>
          </p:cNvPr>
          <p:cNvSpPr>
            <a:spLocks noGrp="1"/>
          </p:cNvSpPr>
          <p:nvPr>
            <p:ph type="sldNum" sz="quarter" idx="12"/>
          </p:nvPr>
        </p:nvSpPr>
        <p:spPr/>
        <p:txBody>
          <a:bodyPr/>
          <a:lstStyle/>
          <a:p>
            <a:fld id="{A5CD6344-69F2-4F2A-9E84-A8C1A071765E}" type="slidenum">
              <a:rPr lang="ru-RU" smtClean="0"/>
              <a:t>34</a:t>
            </a:fld>
            <a:endParaRPr lang="ru-RU"/>
          </a:p>
        </p:txBody>
      </p:sp>
      <p:sp>
        <p:nvSpPr>
          <p:cNvPr id="7" name="Заголовок 1">
            <a:extLst>
              <a:ext uri="{FF2B5EF4-FFF2-40B4-BE49-F238E27FC236}">
                <a16:creationId xmlns:a16="http://schemas.microsoft.com/office/drawing/2014/main" id="{C18B0941-B784-CC5E-6EC5-88DABBC5011D}"/>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26 - отметка о заверении копии;</a:t>
            </a:r>
          </a:p>
          <a:p>
            <a:pPr marL="180975" algn="l"/>
            <a:r>
              <a:rPr lang="ru-RU" sz="3700" dirty="0">
                <a:solidFill>
                  <a:schemeClr val="bg1"/>
                </a:solidFill>
                <a:latin typeface="Times New Roman" panose="02020603050405020304" pitchFamily="18" charset="0"/>
                <a:cs typeface="Times New Roman" panose="02020603050405020304" pitchFamily="18" charset="0"/>
              </a:rPr>
              <a:t>27 - отметка о поступлении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3409EC8D-8467-FFEF-D038-96BB4B49DD48}"/>
              </a:ext>
            </a:extLst>
          </p:cNvPr>
          <p:cNvPicPr>
            <a:picLocks noChangeAspect="1"/>
          </p:cNvPicPr>
          <p:nvPr/>
        </p:nvPicPr>
        <p:blipFill rotWithShape="1">
          <a:blip r:embed="rId8">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pic>
        <p:nvPicPr>
          <p:cNvPr id="5" name="Рисунок 4" descr="Изображение выглядит как текст, письмо, рукописный текст, канцтовары&#10;&#10;Содержимое, созданное искусственным интеллектом, может быть неверным.">
            <a:extLst>
              <a:ext uri="{FF2B5EF4-FFF2-40B4-BE49-F238E27FC236}">
                <a16:creationId xmlns:a16="http://schemas.microsoft.com/office/drawing/2014/main" id="{90B0888F-1E04-CACA-A854-074675BA193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97644" y="3429000"/>
            <a:ext cx="5225828" cy="3135497"/>
          </a:xfrm>
          <a:prstGeom prst="rect">
            <a:avLst/>
          </a:prstGeom>
        </p:spPr>
      </p:pic>
      <p:pic>
        <p:nvPicPr>
          <p:cNvPr id="6" name="Picture 8">
            <a:extLst>
              <a:ext uri="{FF2B5EF4-FFF2-40B4-BE49-F238E27FC236}">
                <a16:creationId xmlns:a16="http://schemas.microsoft.com/office/drawing/2014/main" id="{3C83A395-D19F-1D2A-3707-3BFC3A92694F}"/>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13903"/>
          <a:stretch>
            <a:fillRect/>
          </a:stretch>
        </p:blipFill>
        <p:spPr bwMode="auto">
          <a:xfrm>
            <a:off x="6190947" y="3429000"/>
            <a:ext cx="5425959" cy="321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Стрелка: вниз 8">
            <a:extLst>
              <a:ext uri="{FF2B5EF4-FFF2-40B4-BE49-F238E27FC236}">
                <a16:creationId xmlns:a16="http://schemas.microsoft.com/office/drawing/2014/main" id="{B0C08443-7CAB-3A20-1ECF-5A508FA40CD5}"/>
              </a:ext>
            </a:extLst>
          </p:cNvPr>
          <p:cNvSpPr/>
          <p:nvPr/>
        </p:nvSpPr>
        <p:spPr>
          <a:xfrm rot="18012408">
            <a:off x="8656080" y="4472856"/>
            <a:ext cx="1041402" cy="18030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658908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A2E6C-286C-11D2-074D-030734A42E6C}"/>
            </a:ext>
          </a:extLst>
        </p:cNvPr>
        <p:cNvGrpSpPr/>
        <p:nvPr/>
      </p:nvGrpSpPr>
      <p:grpSpPr>
        <a:xfrm>
          <a:off x="0" y="0"/>
          <a:ext cx="0" cy="0"/>
          <a:chOff x="0" y="0"/>
          <a:chExt cx="0" cy="0"/>
        </a:xfrm>
      </p:grpSpPr>
      <p:pic>
        <p:nvPicPr>
          <p:cNvPr id="17" name="Рисунок 16" descr="Изображение выглядит как текст, снимок экрана, Шрифт&#10;&#10;Содержимое, созданное искусственным интеллектом, может быть неверным.">
            <a:extLst>
              <a:ext uri="{FF2B5EF4-FFF2-40B4-BE49-F238E27FC236}">
                <a16:creationId xmlns:a16="http://schemas.microsoft.com/office/drawing/2014/main" id="{DADFDD58-80FF-108F-FF1B-E1C423874BA7}"/>
              </a:ext>
            </a:extLst>
          </p:cNvPr>
          <p:cNvPicPr>
            <a:picLocks noChangeAspect="1"/>
          </p:cNvPicPr>
          <p:nvPr/>
        </p:nvPicPr>
        <p:blipFill>
          <a:blip r:embed="rId3">
            <a:extLst>
              <a:ext uri="{28A0092B-C50C-407E-A947-70E740481C1C}">
                <a14:useLocalDpi xmlns:a14="http://schemas.microsoft.com/office/drawing/2010/main" val="0"/>
              </a:ext>
            </a:extLst>
          </a:blip>
          <a:srcRect l="5502" t="11274" r="53593" b="58631"/>
          <a:stretch>
            <a:fillRect/>
          </a:stretch>
        </p:blipFill>
        <p:spPr>
          <a:xfrm>
            <a:off x="6234024" y="3501176"/>
            <a:ext cx="5174277" cy="2855174"/>
          </a:xfrm>
          <a:prstGeom prst="rect">
            <a:avLst/>
          </a:prstGeom>
          <a:effectLst>
            <a:outerShdw blurRad="50800" dist="38100" dir="2700000" algn="tl" rotWithShape="0">
              <a:prstClr val="black">
                <a:alpha val="40000"/>
              </a:prstClr>
            </a:outerShdw>
          </a:effectLst>
        </p:spPr>
      </p:pic>
      <p:pic>
        <p:nvPicPr>
          <p:cNvPr id="12" name="Рисунок 11" descr="Изображение выглядит как текст, письмо, Шрифт, чернила&#10;&#10;Содержимое, созданное искусственным интеллектом, может быть неверным.">
            <a:extLst>
              <a:ext uri="{FF2B5EF4-FFF2-40B4-BE49-F238E27FC236}">
                <a16:creationId xmlns:a16="http://schemas.microsoft.com/office/drawing/2014/main" id="{56B96253-2150-775B-C88B-DD4C9B335249}"/>
              </a:ext>
            </a:extLst>
          </p:cNvPr>
          <p:cNvPicPr>
            <a:picLocks noChangeAspect="1"/>
          </p:cNvPicPr>
          <p:nvPr/>
        </p:nvPicPr>
        <p:blipFill>
          <a:blip r:embed="rId4">
            <a:extLst>
              <a:ext uri="{28A0092B-C50C-407E-A947-70E740481C1C}">
                <a14:useLocalDpi xmlns:a14="http://schemas.microsoft.com/office/drawing/2010/main" val="0"/>
              </a:ext>
            </a:extLst>
          </a:blip>
          <a:srcRect l="10211" t="47848" r="10671"/>
          <a:stretch>
            <a:fillRect/>
          </a:stretch>
        </p:blipFill>
        <p:spPr>
          <a:xfrm>
            <a:off x="575096" y="3478843"/>
            <a:ext cx="5296618" cy="2618512"/>
          </a:xfrm>
          <a:prstGeom prst="rect">
            <a:avLst/>
          </a:prstGeom>
        </p:spPr>
      </p:pic>
      <p:graphicFrame>
        <p:nvGraphicFramePr>
          <p:cNvPr id="2" name="Схема 1">
            <a:extLst>
              <a:ext uri="{FF2B5EF4-FFF2-40B4-BE49-F238E27FC236}">
                <a16:creationId xmlns:a16="http://schemas.microsoft.com/office/drawing/2014/main" id="{1C6534F2-7BB6-F6D8-4B4B-BEBA85E9D200}"/>
              </a:ext>
            </a:extLst>
          </p:cNvPr>
          <p:cNvGraphicFramePr/>
          <p:nvPr>
            <p:extLst>
              <p:ext uri="{D42A27DB-BD31-4B8C-83A1-F6EECF244321}">
                <p14:modId xmlns:p14="http://schemas.microsoft.com/office/powerpoint/2010/main" val="1909960421"/>
              </p:ext>
            </p:extLst>
          </p:nvPr>
        </p:nvGraphicFramePr>
        <p:xfrm>
          <a:off x="188355" y="1497614"/>
          <a:ext cx="11767172" cy="180917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Номер слайда 3">
            <a:extLst>
              <a:ext uri="{FF2B5EF4-FFF2-40B4-BE49-F238E27FC236}">
                <a16:creationId xmlns:a16="http://schemas.microsoft.com/office/drawing/2014/main" id="{BBEE1CD5-058A-4318-7933-ABB35037FEF0}"/>
              </a:ext>
            </a:extLst>
          </p:cNvPr>
          <p:cNvSpPr>
            <a:spLocks noGrp="1"/>
          </p:cNvSpPr>
          <p:nvPr>
            <p:ph type="sldNum" sz="quarter" idx="12"/>
          </p:nvPr>
        </p:nvSpPr>
        <p:spPr/>
        <p:txBody>
          <a:bodyPr/>
          <a:lstStyle/>
          <a:p>
            <a:fld id="{A5CD6344-69F2-4F2A-9E84-A8C1A071765E}" type="slidenum">
              <a:rPr lang="ru-RU" smtClean="0"/>
              <a:t>35</a:t>
            </a:fld>
            <a:endParaRPr lang="ru-RU"/>
          </a:p>
        </p:txBody>
      </p:sp>
      <p:sp>
        <p:nvSpPr>
          <p:cNvPr id="7" name="Заголовок 1">
            <a:extLst>
              <a:ext uri="{FF2B5EF4-FFF2-40B4-BE49-F238E27FC236}">
                <a16:creationId xmlns:a16="http://schemas.microsoft.com/office/drawing/2014/main" id="{A8BD465D-DDFD-C8E1-059D-86A447F99BE1}"/>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28 - резолюция;</a:t>
            </a:r>
          </a:p>
          <a:p>
            <a:pPr marL="180975" algn="l"/>
            <a:r>
              <a:rPr lang="ru-RU" sz="3700" dirty="0">
                <a:solidFill>
                  <a:schemeClr val="bg1"/>
                </a:solidFill>
                <a:latin typeface="Times New Roman" panose="02020603050405020304" pitchFamily="18" charset="0"/>
                <a:cs typeface="Times New Roman" panose="02020603050405020304" pitchFamily="18" charset="0"/>
              </a:rPr>
              <a:t>29 - отметка о контроле;</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B5CDF1F4-F3D6-32B2-B031-15C0F600398D}"/>
              </a:ext>
            </a:extLst>
          </p:cNvPr>
          <p:cNvPicPr>
            <a:picLocks noChangeAspect="1"/>
          </p:cNvPicPr>
          <p:nvPr/>
        </p:nvPicPr>
        <p:blipFill rotWithShape="1">
          <a:blip r:embed="rId10">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9" name="Стрелка: вниз 8">
            <a:extLst>
              <a:ext uri="{FF2B5EF4-FFF2-40B4-BE49-F238E27FC236}">
                <a16:creationId xmlns:a16="http://schemas.microsoft.com/office/drawing/2014/main" id="{B5988CFB-5192-5075-BB83-CEA9C8464380}"/>
              </a:ext>
            </a:extLst>
          </p:cNvPr>
          <p:cNvSpPr/>
          <p:nvPr/>
        </p:nvSpPr>
        <p:spPr>
          <a:xfrm rot="8842009">
            <a:off x="10887600" y="3886590"/>
            <a:ext cx="1041402" cy="18030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A4D6BE7C-992E-EFC3-8CC4-32FB28FBE9C9}"/>
              </a:ext>
            </a:extLst>
          </p:cNvPr>
          <p:cNvSpPr/>
          <p:nvPr/>
        </p:nvSpPr>
        <p:spPr>
          <a:xfrm>
            <a:off x="3456039" y="4531743"/>
            <a:ext cx="2317908" cy="1621767"/>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5" name="Рисунок 14" descr="Изображение выглядит как текст, снимок экрана, Шрифт, дисплей&#10;&#10;Содержимое, созданное искусственным интеллектом, может быть неверным.">
            <a:extLst>
              <a:ext uri="{FF2B5EF4-FFF2-40B4-BE49-F238E27FC236}">
                <a16:creationId xmlns:a16="http://schemas.microsoft.com/office/drawing/2014/main" id="{0480F6CB-DC69-2536-33E6-E36A11A2FAE7}"/>
              </a:ext>
            </a:extLst>
          </p:cNvPr>
          <p:cNvPicPr>
            <a:picLocks noChangeAspect="1"/>
          </p:cNvPicPr>
          <p:nvPr/>
        </p:nvPicPr>
        <p:blipFill>
          <a:blip r:embed="rId11">
            <a:extLst>
              <a:ext uri="{28A0092B-C50C-407E-A947-70E740481C1C}">
                <a14:useLocalDpi xmlns:a14="http://schemas.microsoft.com/office/drawing/2010/main" val="0"/>
              </a:ext>
            </a:extLst>
          </a:blip>
          <a:srcRect l="6261" r="43783"/>
          <a:stretch>
            <a:fillRect/>
          </a:stretch>
        </p:blipFill>
        <p:spPr>
          <a:xfrm>
            <a:off x="529086" y="5481327"/>
            <a:ext cx="2197785" cy="1161728"/>
          </a:xfrm>
          <a:prstGeom prst="rect">
            <a:avLst/>
          </a:prstGeom>
          <a:ln w="38100">
            <a:solidFill>
              <a:srgbClr val="002060"/>
            </a:solidFill>
            <a:prstDash val="dash"/>
          </a:ln>
        </p:spPr>
      </p:pic>
    </p:spTree>
    <p:extLst>
      <p:ext uri="{BB962C8B-B14F-4D97-AF65-F5344CB8AC3E}">
        <p14:creationId xmlns:p14="http://schemas.microsoft.com/office/powerpoint/2010/main" val="3762932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00715-38EB-A7DC-43C3-DD4C6241A1B3}"/>
            </a:ext>
          </a:extLst>
        </p:cNvPr>
        <p:cNvGrpSpPr/>
        <p:nvPr/>
      </p:nvGrpSpPr>
      <p:grpSpPr>
        <a:xfrm>
          <a:off x="0" y="0"/>
          <a:ext cx="0" cy="0"/>
          <a:chOff x="0" y="0"/>
          <a:chExt cx="0" cy="0"/>
        </a:xfrm>
      </p:grpSpPr>
      <p:pic>
        <p:nvPicPr>
          <p:cNvPr id="3" name="Picture 3">
            <a:extLst>
              <a:ext uri="{FF2B5EF4-FFF2-40B4-BE49-F238E27FC236}">
                <a16:creationId xmlns:a16="http://schemas.microsoft.com/office/drawing/2014/main" id="{50FB6047-7158-F965-1613-B0AC54D409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37"/>
          <a:stretch>
            <a:fillRect/>
          </a:stretch>
        </p:blipFill>
        <p:spPr bwMode="auto">
          <a:xfrm>
            <a:off x="582413" y="3501176"/>
            <a:ext cx="5375564" cy="2842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Схема 1">
            <a:extLst>
              <a:ext uri="{FF2B5EF4-FFF2-40B4-BE49-F238E27FC236}">
                <a16:creationId xmlns:a16="http://schemas.microsoft.com/office/drawing/2014/main" id="{5C8EF8AD-EADB-096D-6B9B-2EFE2D63C96D}"/>
              </a:ext>
            </a:extLst>
          </p:cNvPr>
          <p:cNvGraphicFramePr/>
          <p:nvPr>
            <p:extLst>
              <p:ext uri="{D42A27DB-BD31-4B8C-83A1-F6EECF244321}">
                <p14:modId xmlns:p14="http://schemas.microsoft.com/office/powerpoint/2010/main" val="3847426621"/>
              </p:ext>
            </p:extLst>
          </p:nvPr>
        </p:nvGraphicFramePr>
        <p:xfrm>
          <a:off x="188355" y="1497614"/>
          <a:ext cx="11767172" cy="18091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Номер слайда 3">
            <a:extLst>
              <a:ext uri="{FF2B5EF4-FFF2-40B4-BE49-F238E27FC236}">
                <a16:creationId xmlns:a16="http://schemas.microsoft.com/office/drawing/2014/main" id="{D9F2EE9A-286C-6B46-57A8-2444C61BE61A}"/>
              </a:ext>
            </a:extLst>
          </p:cNvPr>
          <p:cNvSpPr>
            <a:spLocks noGrp="1"/>
          </p:cNvSpPr>
          <p:nvPr>
            <p:ph type="sldNum" sz="quarter" idx="12"/>
          </p:nvPr>
        </p:nvSpPr>
        <p:spPr/>
        <p:txBody>
          <a:bodyPr/>
          <a:lstStyle/>
          <a:p>
            <a:fld id="{A5CD6344-69F2-4F2A-9E84-A8C1A071765E}" type="slidenum">
              <a:rPr lang="ru-RU" smtClean="0"/>
              <a:t>36</a:t>
            </a:fld>
            <a:endParaRPr lang="ru-RU"/>
          </a:p>
        </p:txBody>
      </p:sp>
      <p:sp>
        <p:nvSpPr>
          <p:cNvPr id="7" name="Заголовок 1">
            <a:extLst>
              <a:ext uri="{FF2B5EF4-FFF2-40B4-BE49-F238E27FC236}">
                <a16:creationId xmlns:a16="http://schemas.microsoft.com/office/drawing/2014/main" id="{5071155A-AE0A-AB03-99A1-3C968EFFF052}"/>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80975" algn="l"/>
            <a:r>
              <a:rPr lang="ru-RU" sz="3700" dirty="0">
                <a:solidFill>
                  <a:schemeClr val="bg1"/>
                </a:solidFill>
                <a:latin typeface="Times New Roman" panose="02020603050405020304" pitchFamily="18" charset="0"/>
                <a:cs typeface="Times New Roman" panose="02020603050405020304" pitchFamily="18" charset="0"/>
              </a:rPr>
              <a:t>30 - отметка о направлении документа в дело;</a:t>
            </a:r>
          </a:p>
          <a:p>
            <a:pPr marL="180975" algn="l"/>
            <a:r>
              <a:rPr lang="ru-RU" sz="3700" dirty="0">
                <a:solidFill>
                  <a:schemeClr val="bg1"/>
                </a:solidFill>
                <a:latin typeface="Times New Roman" panose="02020603050405020304" pitchFamily="18" charset="0"/>
                <a:cs typeface="Times New Roman" panose="02020603050405020304" pitchFamily="18" charset="0"/>
              </a:rPr>
              <a:t>31 - штрих-код (</a:t>
            </a:r>
            <a:r>
              <a:rPr lang="fr-FR" sz="3700" dirty="0">
                <a:solidFill>
                  <a:schemeClr val="bg1"/>
                </a:solidFill>
                <a:latin typeface="Times New Roman" panose="02020603050405020304" pitchFamily="18" charset="0"/>
                <a:cs typeface="Times New Roman" panose="02020603050405020304" pitchFamily="18" charset="0"/>
              </a:rPr>
              <a:t>QR-</a:t>
            </a:r>
            <a:r>
              <a:rPr lang="ru-RU" sz="3700" dirty="0">
                <a:solidFill>
                  <a:schemeClr val="bg1"/>
                </a:solidFill>
                <a:latin typeface="Times New Roman" panose="02020603050405020304" pitchFamily="18" charset="0"/>
                <a:cs typeface="Times New Roman" panose="02020603050405020304" pitchFamily="18" charset="0"/>
              </a:rPr>
              <a:t>код) документа.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3AD806F1-BB40-EA16-9A71-BF1768715C44}"/>
              </a:ext>
            </a:extLst>
          </p:cNvPr>
          <p:cNvPicPr>
            <a:picLocks noChangeAspect="1"/>
          </p:cNvPicPr>
          <p:nvPr/>
        </p:nvPicPr>
        <p:blipFill rotWithShape="1">
          <a:blip r:embed="rId9">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13" name="Прямоугольник 12">
            <a:extLst>
              <a:ext uri="{FF2B5EF4-FFF2-40B4-BE49-F238E27FC236}">
                <a16:creationId xmlns:a16="http://schemas.microsoft.com/office/drawing/2014/main" id="{497A8229-DD26-69AF-D5E5-4A1C924E1C5D}"/>
              </a:ext>
            </a:extLst>
          </p:cNvPr>
          <p:cNvSpPr/>
          <p:nvPr/>
        </p:nvSpPr>
        <p:spPr>
          <a:xfrm>
            <a:off x="952287" y="5170098"/>
            <a:ext cx="2317908" cy="592348"/>
          </a:xfrm>
          <a:prstGeom prst="rect">
            <a:avLst/>
          </a:prstGeom>
          <a:noFill/>
          <a:ln w="38100">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 name="Рисунок 4">
            <a:extLst>
              <a:ext uri="{FF2B5EF4-FFF2-40B4-BE49-F238E27FC236}">
                <a16:creationId xmlns:a16="http://schemas.microsoft.com/office/drawing/2014/main" id="{7A51618C-1008-17BA-E3FD-E1DE06067782}"/>
              </a:ext>
            </a:extLst>
          </p:cNvPr>
          <p:cNvPicPr>
            <a:picLocks noChangeAspect="1"/>
          </p:cNvPicPr>
          <p:nvPr/>
        </p:nvPicPr>
        <p:blipFill>
          <a:blip r:embed="rId10"/>
          <a:srcRect l="1329" t="7211" r="1"/>
          <a:stretch>
            <a:fillRect/>
          </a:stretch>
        </p:blipFill>
        <p:spPr>
          <a:xfrm>
            <a:off x="6246075" y="3478842"/>
            <a:ext cx="5296618" cy="3023889"/>
          </a:xfrm>
          <a:prstGeom prst="rect">
            <a:avLst/>
          </a:prstGeom>
          <a:effectLst>
            <a:outerShdw blurRad="50800" dist="38100" dir="2700000" algn="tl" rotWithShape="0">
              <a:prstClr val="black">
                <a:alpha val="40000"/>
              </a:prstClr>
            </a:outerShdw>
          </a:effectLst>
        </p:spPr>
      </p:pic>
      <p:sp>
        <p:nvSpPr>
          <p:cNvPr id="6" name="Стрелка: вниз 5">
            <a:extLst>
              <a:ext uri="{FF2B5EF4-FFF2-40B4-BE49-F238E27FC236}">
                <a16:creationId xmlns:a16="http://schemas.microsoft.com/office/drawing/2014/main" id="{97B16917-E7FF-C9B8-703C-18B3184F9F02}"/>
              </a:ext>
            </a:extLst>
          </p:cNvPr>
          <p:cNvSpPr/>
          <p:nvPr/>
        </p:nvSpPr>
        <p:spPr>
          <a:xfrm rot="1304717">
            <a:off x="10853660" y="4165580"/>
            <a:ext cx="1041402" cy="18030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077486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7D297-F1EC-E222-CEC6-99D155659C9C}"/>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E86AE7E5-9507-0CEF-8426-F765DC4EA83B}"/>
              </a:ext>
            </a:extLst>
          </p:cNvPr>
          <p:cNvSpPr>
            <a:spLocks noGrp="1"/>
          </p:cNvSpPr>
          <p:nvPr>
            <p:ph type="sldNum" sz="quarter" idx="12"/>
          </p:nvPr>
        </p:nvSpPr>
        <p:spPr/>
        <p:txBody>
          <a:bodyPr/>
          <a:lstStyle/>
          <a:p>
            <a:fld id="{A5CD6344-69F2-4F2A-9E84-A8C1A071765E}" type="slidenum">
              <a:rPr lang="ru-RU" smtClean="0"/>
              <a:t>37</a:t>
            </a:fld>
            <a:endParaRPr lang="ru-RU"/>
          </a:p>
        </p:txBody>
      </p:sp>
      <p:sp>
        <p:nvSpPr>
          <p:cNvPr id="7" name="Заголовок 1">
            <a:extLst>
              <a:ext uri="{FF2B5EF4-FFF2-40B4-BE49-F238E27FC236}">
                <a16:creationId xmlns:a16="http://schemas.microsoft.com/office/drawing/2014/main" id="{36E9722E-78AF-6B37-E96F-BB1BF2C04595}"/>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Сроки хранения документов</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38CB30F3-0E40-6ED2-3C76-DD4ECD8CE52D}"/>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graphicFrame>
        <p:nvGraphicFramePr>
          <p:cNvPr id="11" name="Схема 10">
            <a:extLst>
              <a:ext uri="{FF2B5EF4-FFF2-40B4-BE49-F238E27FC236}">
                <a16:creationId xmlns:a16="http://schemas.microsoft.com/office/drawing/2014/main" id="{CC1D7FD0-EFF3-F888-6843-39C24BF3FBB4}"/>
              </a:ext>
            </a:extLst>
          </p:cNvPr>
          <p:cNvGraphicFramePr/>
          <p:nvPr>
            <p:extLst>
              <p:ext uri="{D42A27DB-BD31-4B8C-83A1-F6EECF244321}">
                <p14:modId xmlns:p14="http://schemas.microsoft.com/office/powerpoint/2010/main" val="3212040622"/>
              </p:ext>
            </p:extLst>
          </p:nvPr>
        </p:nvGraphicFramePr>
        <p:xfrm>
          <a:off x="237067" y="1642961"/>
          <a:ext cx="11718459" cy="50783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89950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A746-5DF1-923A-F837-D7891114E683}"/>
            </a:ext>
          </a:extLst>
        </p:cNvPr>
        <p:cNvGrpSpPr/>
        <p:nvPr/>
      </p:nvGrpSpPr>
      <p:grpSpPr>
        <a:xfrm>
          <a:off x="0" y="0"/>
          <a:ext cx="0" cy="0"/>
          <a:chOff x="0" y="0"/>
          <a:chExt cx="0" cy="0"/>
        </a:xfrm>
      </p:grpSpPr>
      <p:graphicFrame>
        <p:nvGraphicFramePr>
          <p:cNvPr id="5" name="Схема 4">
            <a:extLst>
              <a:ext uri="{FF2B5EF4-FFF2-40B4-BE49-F238E27FC236}">
                <a16:creationId xmlns:a16="http://schemas.microsoft.com/office/drawing/2014/main" id="{08442C92-DFE2-3298-732B-08AFA15042B1}"/>
              </a:ext>
            </a:extLst>
          </p:cNvPr>
          <p:cNvGraphicFramePr/>
          <p:nvPr>
            <p:extLst>
              <p:ext uri="{D42A27DB-BD31-4B8C-83A1-F6EECF244321}">
                <p14:modId xmlns:p14="http://schemas.microsoft.com/office/powerpoint/2010/main" val="376893301"/>
              </p:ext>
            </p:extLst>
          </p:nvPr>
        </p:nvGraphicFramePr>
        <p:xfrm>
          <a:off x="200377" y="1513091"/>
          <a:ext cx="11850511" cy="52083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Номер слайда 3">
            <a:extLst>
              <a:ext uri="{FF2B5EF4-FFF2-40B4-BE49-F238E27FC236}">
                <a16:creationId xmlns:a16="http://schemas.microsoft.com/office/drawing/2014/main" id="{AFF04652-FBDB-FF5A-7902-87F00B0C4C70}"/>
              </a:ext>
            </a:extLst>
          </p:cNvPr>
          <p:cNvSpPr>
            <a:spLocks noGrp="1"/>
          </p:cNvSpPr>
          <p:nvPr>
            <p:ph type="sldNum" sz="quarter" idx="12"/>
          </p:nvPr>
        </p:nvSpPr>
        <p:spPr/>
        <p:txBody>
          <a:bodyPr/>
          <a:lstStyle/>
          <a:p>
            <a:fld id="{A5CD6344-69F2-4F2A-9E84-A8C1A071765E}" type="slidenum">
              <a:rPr lang="ru-RU" smtClean="0"/>
              <a:t>38</a:t>
            </a:fld>
            <a:endParaRPr lang="ru-RU"/>
          </a:p>
        </p:txBody>
      </p:sp>
      <p:sp>
        <p:nvSpPr>
          <p:cNvPr id="7" name="Заголовок 1">
            <a:extLst>
              <a:ext uri="{FF2B5EF4-FFF2-40B4-BE49-F238E27FC236}">
                <a16:creationId xmlns:a16="http://schemas.microsoft.com/office/drawing/2014/main" id="{F2B9D016-DEB6-2AB0-9C4D-FFBE73325171}"/>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Архивирование</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F0ABDD41-DC24-15F5-C466-08E243BA0F3F}"/>
              </a:ext>
            </a:extLst>
          </p:cNvPr>
          <p:cNvPicPr>
            <a:picLocks noChangeAspect="1"/>
          </p:cNvPicPr>
          <p:nvPr/>
        </p:nvPicPr>
        <p:blipFill rotWithShape="1">
          <a:blip r:embed="rId8">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Tree>
    <p:extLst>
      <p:ext uri="{BB962C8B-B14F-4D97-AF65-F5344CB8AC3E}">
        <p14:creationId xmlns:p14="http://schemas.microsoft.com/office/powerpoint/2010/main" val="2330489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BAE01-969D-85F8-3A65-8D503C807BC2}"/>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A0B5CBCF-35B9-85F6-E05D-1A4CBB7C2E97}"/>
              </a:ext>
            </a:extLst>
          </p:cNvPr>
          <p:cNvSpPr>
            <a:spLocks noGrp="1"/>
          </p:cNvSpPr>
          <p:nvPr>
            <p:ph type="sldNum" sz="quarter" idx="12"/>
          </p:nvPr>
        </p:nvSpPr>
        <p:spPr/>
        <p:txBody>
          <a:bodyPr/>
          <a:lstStyle/>
          <a:p>
            <a:fld id="{A5CD6344-69F2-4F2A-9E84-A8C1A071765E}" type="slidenum">
              <a:rPr lang="ru-RU" smtClean="0"/>
              <a:t>39</a:t>
            </a:fld>
            <a:endParaRPr lang="ru-RU"/>
          </a:p>
        </p:txBody>
      </p:sp>
      <p:sp>
        <p:nvSpPr>
          <p:cNvPr id="7" name="Заголовок 1">
            <a:extLst>
              <a:ext uri="{FF2B5EF4-FFF2-40B4-BE49-F238E27FC236}">
                <a16:creationId xmlns:a16="http://schemas.microsoft.com/office/drawing/2014/main" id="{D360DC68-D958-796D-B5CE-AC2655F1301B}"/>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Обработка обращений граждан</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761FD425-A312-8679-88F8-476495F260ED}"/>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Объект 4">
            <a:extLst>
              <a:ext uri="{FF2B5EF4-FFF2-40B4-BE49-F238E27FC236}">
                <a16:creationId xmlns:a16="http://schemas.microsoft.com/office/drawing/2014/main" id="{C14E3123-5E77-85A0-2AFE-8D1FFD9584AC}"/>
              </a:ext>
            </a:extLst>
          </p:cNvPr>
          <p:cNvSpPr>
            <a:spLocks noGrp="1"/>
          </p:cNvSpPr>
          <p:nvPr>
            <p:ph idx="1"/>
          </p:nvPr>
        </p:nvSpPr>
        <p:spPr>
          <a:xfrm>
            <a:off x="149577" y="3070578"/>
            <a:ext cx="11805949" cy="3499554"/>
          </a:xfrm>
        </p:spPr>
        <p:txBody>
          <a:bodyPr>
            <a:normAutofit fontScale="85000" lnSpcReduction="20000"/>
          </a:bodyPr>
          <a:lstStyle/>
          <a:p>
            <a:pPr algn="just"/>
            <a:r>
              <a:rPr lang="ru-RU" dirty="0"/>
              <a:t>Обращение </a:t>
            </a:r>
            <a:r>
              <a:rPr lang="ru-RU" b="1" dirty="0"/>
              <a:t>регистрируется</a:t>
            </a:r>
            <a:r>
              <a:rPr lang="ru-RU" dirty="0"/>
              <a:t> в течение </a:t>
            </a:r>
            <a:r>
              <a:rPr lang="ru-RU" b="1" dirty="0"/>
              <a:t>3 дней</a:t>
            </a:r>
            <a:r>
              <a:rPr lang="ru-RU" dirty="0"/>
              <a:t> с момента поступления в организацию </a:t>
            </a:r>
          </a:p>
          <a:p>
            <a:pPr algn="just"/>
            <a:r>
              <a:rPr lang="ru-RU" dirty="0"/>
              <a:t>Письменное обращение гражданина </a:t>
            </a:r>
            <a:r>
              <a:rPr lang="ru-RU" b="1" dirty="0"/>
              <a:t>рассматривается в течение 30 дней </a:t>
            </a:r>
            <a:r>
              <a:rPr lang="ru-RU" dirty="0"/>
              <a:t>со дня регистрации в органе власти</a:t>
            </a:r>
          </a:p>
          <a:p>
            <a:pPr algn="just"/>
            <a:r>
              <a:rPr lang="ru-RU" dirty="0"/>
              <a:t>Закон допускает </a:t>
            </a:r>
            <a:r>
              <a:rPr lang="ru-RU" b="1" dirty="0"/>
              <a:t>продление срока рассмотрения</a:t>
            </a:r>
            <a:r>
              <a:rPr lang="ru-RU" dirty="0"/>
              <a:t>, но не более чем </a:t>
            </a:r>
            <a:r>
              <a:rPr lang="ru-RU" b="1" dirty="0"/>
              <a:t>еще на 30 дней</a:t>
            </a:r>
            <a:r>
              <a:rPr lang="ru-RU" dirty="0"/>
              <a:t>, и при условии обязательного уведомления гражданина о причинах продления</a:t>
            </a:r>
          </a:p>
          <a:p>
            <a:pPr algn="just"/>
            <a:r>
              <a:rPr lang="ru-RU" dirty="0"/>
              <a:t>Если обращение содержит вопросы, не входящие в компетенцию данного органа, </a:t>
            </a:r>
            <a:r>
              <a:rPr lang="ru-RU" b="1" dirty="0"/>
              <a:t>в течение 7 дней со дня регистрации</a:t>
            </a:r>
            <a:r>
              <a:rPr lang="ru-RU" dirty="0"/>
              <a:t> оно должно быть переадресовано в соответствующий уполномоченный орган, о чем уведомляется обратившийся гражданин</a:t>
            </a:r>
          </a:p>
        </p:txBody>
      </p:sp>
      <p:graphicFrame>
        <p:nvGraphicFramePr>
          <p:cNvPr id="11" name="Схема 10">
            <a:extLst>
              <a:ext uri="{FF2B5EF4-FFF2-40B4-BE49-F238E27FC236}">
                <a16:creationId xmlns:a16="http://schemas.microsoft.com/office/drawing/2014/main" id="{5732189E-926B-84FF-191F-A6FAE54CAB1D}"/>
              </a:ext>
            </a:extLst>
          </p:cNvPr>
          <p:cNvGraphicFramePr/>
          <p:nvPr>
            <p:extLst>
              <p:ext uri="{D42A27DB-BD31-4B8C-83A1-F6EECF244321}">
                <p14:modId xmlns:p14="http://schemas.microsoft.com/office/powerpoint/2010/main" val="1977015986"/>
              </p:ext>
            </p:extLst>
          </p:nvPr>
        </p:nvGraphicFramePr>
        <p:xfrm>
          <a:off x="236473" y="1468103"/>
          <a:ext cx="11719053" cy="14511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28557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57C6B-4DDB-3B32-F836-43BCFD5CEC79}"/>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94BD658C-674F-0002-D488-97D87FD27766}"/>
              </a:ext>
            </a:extLst>
          </p:cNvPr>
          <p:cNvSpPr>
            <a:spLocks noGrp="1"/>
          </p:cNvSpPr>
          <p:nvPr>
            <p:ph type="sldNum" sz="quarter" idx="12"/>
          </p:nvPr>
        </p:nvSpPr>
        <p:spPr/>
        <p:txBody>
          <a:bodyPr/>
          <a:lstStyle/>
          <a:p>
            <a:fld id="{A5CD6344-69F2-4F2A-9E84-A8C1A071765E}" type="slidenum">
              <a:rPr lang="ru-RU" smtClean="0"/>
              <a:t>40</a:t>
            </a:fld>
            <a:endParaRPr lang="ru-RU"/>
          </a:p>
        </p:txBody>
      </p:sp>
      <p:sp>
        <p:nvSpPr>
          <p:cNvPr id="7" name="Заголовок 1">
            <a:extLst>
              <a:ext uri="{FF2B5EF4-FFF2-40B4-BE49-F238E27FC236}">
                <a16:creationId xmlns:a16="http://schemas.microsoft.com/office/drawing/2014/main" id="{9CA109D2-4C53-F314-18C5-39EE9C0A299B}"/>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Работа с персональными данными</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B3C3DCF0-41FE-CA7D-E864-502E2A0EEF75}"/>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Объект 4">
            <a:extLst>
              <a:ext uri="{FF2B5EF4-FFF2-40B4-BE49-F238E27FC236}">
                <a16:creationId xmlns:a16="http://schemas.microsoft.com/office/drawing/2014/main" id="{4B748389-A6F4-8793-B122-8F4CD9AA8778}"/>
              </a:ext>
            </a:extLst>
          </p:cNvPr>
          <p:cNvSpPr>
            <a:spLocks noGrp="1"/>
          </p:cNvSpPr>
          <p:nvPr>
            <p:ph idx="1"/>
          </p:nvPr>
        </p:nvSpPr>
        <p:spPr>
          <a:xfrm>
            <a:off x="236471" y="1505729"/>
            <a:ext cx="11836995" cy="5180219"/>
          </a:xfrm>
        </p:spPr>
        <p:txBody>
          <a:bodyPr>
            <a:normAutofit fontScale="85000" lnSpcReduction="20000"/>
          </a:bodyPr>
          <a:lstStyle/>
          <a:p>
            <a:pPr marL="0" indent="0" algn="just">
              <a:buNone/>
            </a:pPr>
            <a:endParaRPr lang="ru-RU" dirty="0"/>
          </a:p>
          <a:p>
            <a:pPr marL="0" indent="0" algn="just">
              <a:buNone/>
            </a:pPr>
            <a:endParaRPr lang="ru-RU" dirty="0"/>
          </a:p>
          <a:p>
            <a:pPr marL="0" indent="0" algn="just">
              <a:buNone/>
            </a:pPr>
            <a:endParaRPr lang="ru-RU" dirty="0"/>
          </a:p>
          <a:p>
            <a:pPr marL="0" indent="0" algn="just">
              <a:buNone/>
            </a:pPr>
            <a:endParaRPr lang="ru-RU" dirty="0"/>
          </a:p>
          <a:p>
            <a:pPr marL="0" indent="0" algn="just">
              <a:buNone/>
            </a:pPr>
            <a:r>
              <a:rPr lang="ru-RU" dirty="0"/>
              <a:t>Органы власти выступают операторами персональных данных и должны принимать организационные и технические </a:t>
            </a:r>
            <a:r>
              <a:rPr lang="ru-RU" b="1" dirty="0"/>
              <a:t>меры для их защиты </a:t>
            </a:r>
            <a:r>
              <a:rPr lang="ru-RU" dirty="0"/>
              <a:t>(ст. 18–19 закона). </a:t>
            </a:r>
          </a:p>
          <a:p>
            <a:pPr marL="0" indent="0" algn="just">
              <a:buNone/>
            </a:pPr>
            <a:r>
              <a:rPr lang="ru-RU" b="1" u="sng" dirty="0"/>
              <a:t>Правила работы с персональными данными:</a:t>
            </a:r>
          </a:p>
          <a:p>
            <a:pPr marL="0" indent="0" algn="just">
              <a:buNone/>
            </a:pPr>
            <a:endParaRPr lang="ru-RU" b="1" dirty="0"/>
          </a:p>
          <a:p>
            <a:pPr marL="0" indent="0" algn="just">
              <a:buNone/>
            </a:pPr>
            <a:endParaRPr lang="ru-RU" b="1" dirty="0"/>
          </a:p>
          <a:p>
            <a:pPr marL="0" indent="0" algn="just">
              <a:buNone/>
            </a:pPr>
            <a:endParaRPr lang="ru-RU" dirty="0"/>
          </a:p>
          <a:p>
            <a:pPr marL="0" indent="0" algn="just">
              <a:buNone/>
            </a:pPr>
            <a:r>
              <a:rPr lang="ru-RU" dirty="0"/>
              <a:t>Требования к защите </a:t>
            </a:r>
            <a:r>
              <a:rPr lang="ru-RU" b="1" dirty="0"/>
              <a:t>не распространяются на обезличенные данные</a:t>
            </a:r>
            <a:r>
              <a:rPr lang="ru-RU" dirty="0"/>
              <a:t>, </a:t>
            </a:r>
            <a:r>
              <a:rPr lang="ru-RU" b="1" dirty="0"/>
              <a:t>общедоступные данные </a:t>
            </a:r>
            <a:r>
              <a:rPr lang="ru-RU" dirty="0"/>
              <a:t>(например, биография госслужащего, опубликованная официально) и </a:t>
            </a:r>
            <a:r>
              <a:rPr lang="ru-RU" b="1" dirty="0"/>
              <a:t>данные в архивах</a:t>
            </a:r>
            <a:r>
              <a:rPr lang="ru-RU" dirty="0"/>
              <a:t>, переданных для публичного использования (если сняты ограничения). </a:t>
            </a:r>
          </a:p>
        </p:txBody>
      </p:sp>
      <p:graphicFrame>
        <p:nvGraphicFramePr>
          <p:cNvPr id="6" name="Схема 5">
            <a:extLst>
              <a:ext uri="{FF2B5EF4-FFF2-40B4-BE49-F238E27FC236}">
                <a16:creationId xmlns:a16="http://schemas.microsoft.com/office/drawing/2014/main" id="{1B56D30C-DF07-158F-4D50-D58545157091}"/>
              </a:ext>
            </a:extLst>
          </p:cNvPr>
          <p:cNvGraphicFramePr/>
          <p:nvPr>
            <p:extLst>
              <p:ext uri="{D42A27DB-BD31-4B8C-83A1-F6EECF244321}">
                <p14:modId xmlns:p14="http://schemas.microsoft.com/office/powerpoint/2010/main" val="4076533635"/>
              </p:ext>
            </p:extLst>
          </p:nvPr>
        </p:nvGraphicFramePr>
        <p:xfrm>
          <a:off x="334136" y="3803445"/>
          <a:ext cx="11523728" cy="15850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3" name="Схема 12">
            <a:extLst>
              <a:ext uri="{FF2B5EF4-FFF2-40B4-BE49-F238E27FC236}">
                <a16:creationId xmlns:a16="http://schemas.microsoft.com/office/drawing/2014/main" id="{A00C7766-7166-C8B3-1265-E3F6BF9917C2}"/>
              </a:ext>
            </a:extLst>
          </p:cNvPr>
          <p:cNvGraphicFramePr/>
          <p:nvPr>
            <p:extLst>
              <p:ext uri="{D42A27DB-BD31-4B8C-83A1-F6EECF244321}">
                <p14:modId xmlns:p14="http://schemas.microsoft.com/office/powerpoint/2010/main" val="2035842226"/>
              </p:ext>
            </p:extLst>
          </p:nvPr>
        </p:nvGraphicFramePr>
        <p:xfrm>
          <a:off x="236471" y="1469506"/>
          <a:ext cx="11621393" cy="147732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53324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5B997-7639-6916-4EA7-B0246755BE4B}"/>
            </a:ext>
          </a:extLst>
        </p:cNvPr>
        <p:cNvGrpSpPr/>
        <p:nvPr/>
      </p:nvGrpSpPr>
      <p:grpSpPr>
        <a:xfrm>
          <a:off x="0" y="0"/>
          <a:ext cx="0" cy="0"/>
          <a:chOff x="0" y="0"/>
          <a:chExt cx="0" cy="0"/>
        </a:xfrm>
      </p:grpSpPr>
      <p:graphicFrame>
        <p:nvGraphicFramePr>
          <p:cNvPr id="6" name="Схема 5">
            <a:extLst>
              <a:ext uri="{FF2B5EF4-FFF2-40B4-BE49-F238E27FC236}">
                <a16:creationId xmlns:a16="http://schemas.microsoft.com/office/drawing/2014/main" id="{2BD4F424-5BF6-7C29-9207-4EB3958FB68F}"/>
              </a:ext>
            </a:extLst>
          </p:cNvPr>
          <p:cNvGraphicFramePr/>
          <p:nvPr>
            <p:extLst>
              <p:ext uri="{D42A27DB-BD31-4B8C-83A1-F6EECF244321}">
                <p14:modId xmlns:p14="http://schemas.microsoft.com/office/powerpoint/2010/main" val="1604701810"/>
              </p:ext>
            </p:extLst>
          </p:nvPr>
        </p:nvGraphicFramePr>
        <p:xfrm>
          <a:off x="389467" y="2912533"/>
          <a:ext cx="11413065" cy="38089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Номер слайда 3">
            <a:extLst>
              <a:ext uri="{FF2B5EF4-FFF2-40B4-BE49-F238E27FC236}">
                <a16:creationId xmlns:a16="http://schemas.microsoft.com/office/drawing/2014/main" id="{DD752DCB-CE88-8DA6-2D2B-F9E61BA5D799}"/>
              </a:ext>
            </a:extLst>
          </p:cNvPr>
          <p:cNvSpPr>
            <a:spLocks noGrp="1"/>
          </p:cNvSpPr>
          <p:nvPr>
            <p:ph type="sldNum" sz="quarter" idx="12"/>
          </p:nvPr>
        </p:nvSpPr>
        <p:spPr/>
        <p:txBody>
          <a:bodyPr/>
          <a:lstStyle/>
          <a:p>
            <a:fld id="{A5CD6344-69F2-4F2A-9E84-A8C1A071765E}" type="slidenum">
              <a:rPr lang="ru-RU" smtClean="0"/>
              <a:t>41</a:t>
            </a:fld>
            <a:endParaRPr lang="ru-RU"/>
          </a:p>
        </p:txBody>
      </p:sp>
      <p:sp>
        <p:nvSpPr>
          <p:cNvPr id="7" name="Заголовок 1">
            <a:extLst>
              <a:ext uri="{FF2B5EF4-FFF2-40B4-BE49-F238E27FC236}">
                <a16:creationId xmlns:a16="http://schemas.microsoft.com/office/drawing/2014/main" id="{E84D4F84-E2DE-9359-9293-9289D38011EC}"/>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Государственная тайна и уровни допуска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40E7EC91-2353-6AC6-6BB5-F8BF3E417198}"/>
              </a:ext>
            </a:extLst>
          </p:cNvPr>
          <p:cNvPicPr>
            <a:picLocks noChangeAspect="1"/>
          </p:cNvPicPr>
          <p:nvPr/>
        </p:nvPicPr>
        <p:blipFill rotWithShape="1">
          <a:blip r:embed="rId8">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Объект 4">
            <a:extLst>
              <a:ext uri="{FF2B5EF4-FFF2-40B4-BE49-F238E27FC236}">
                <a16:creationId xmlns:a16="http://schemas.microsoft.com/office/drawing/2014/main" id="{EE49519E-E5DA-22E9-3B2A-CF3E4307B3DF}"/>
              </a:ext>
            </a:extLst>
          </p:cNvPr>
          <p:cNvSpPr>
            <a:spLocks noGrp="1"/>
          </p:cNvSpPr>
          <p:nvPr>
            <p:ph idx="1"/>
          </p:nvPr>
        </p:nvSpPr>
        <p:spPr>
          <a:xfrm>
            <a:off x="189089" y="1430514"/>
            <a:ext cx="11766438" cy="4351338"/>
          </a:xfrm>
        </p:spPr>
        <p:txBody>
          <a:bodyPr/>
          <a:lstStyle/>
          <a:p>
            <a:pPr marL="0" indent="0">
              <a:buNone/>
            </a:pPr>
            <a:r>
              <a:rPr lang="ru-RU" b="1" dirty="0"/>
              <a:t>Государственная тайна</a:t>
            </a:r>
            <a:r>
              <a:rPr lang="ru-RU" dirty="0"/>
              <a:t> – это сведения, охраняемые государством в интересах его безопасности. </a:t>
            </a:r>
          </a:p>
          <a:p>
            <a:pPr marL="0" indent="0">
              <a:buNone/>
            </a:pPr>
            <a:r>
              <a:rPr lang="ru-RU" b="1" dirty="0">
                <a:latin typeface="Aptos" panose="020B0004020202020204" pitchFamily="34" charset="0"/>
                <a:ea typeface="Aptos" panose="020B0004020202020204" pitchFamily="34" charset="0"/>
                <a:cs typeface="Times New Roman" panose="02020603050405020304" pitchFamily="18" charset="0"/>
              </a:rPr>
              <a:t>Категории секретности </a:t>
            </a:r>
            <a:r>
              <a:rPr lang="ru-RU" dirty="0">
                <a:latin typeface="Aptos" panose="020B0004020202020204" pitchFamily="34" charset="0"/>
                <a:ea typeface="Aptos" panose="020B0004020202020204" pitchFamily="34" charset="0"/>
                <a:cs typeface="Times New Roman" panose="02020603050405020304" pitchFamily="18" charset="0"/>
              </a:rPr>
              <a:t>(грифы секретности):</a:t>
            </a:r>
            <a:endParaRPr lang="ru-RU" dirty="0"/>
          </a:p>
        </p:txBody>
      </p:sp>
    </p:spTree>
    <p:extLst>
      <p:ext uri="{BB962C8B-B14F-4D97-AF65-F5344CB8AC3E}">
        <p14:creationId xmlns:p14="http://schemas.microsoft.com/office/powerpoint/2010/main" val="3391335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67408-FE60-54E9-6ABD-33EF593A0396}"/>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FD8A85C6-96CF-706C-F8CB-3E657AEC90A1}"/>
              </a:ext>
            </a:extLst>
          </p:cNvPr>
          <p:cNvSpPr>
            <a:spLocks noGrp="1"/>
          </p:cNvSpPr>
          <p:nvPr>
            <p:ph type="sldNum" sz="quarter" idx="12"/>
          </p:nvPr>
        </p:nvSpPr>
        <p:spPr/>
        <p:txBody>
          <a:bodyPr/>
          <a:lstStyle/>
          <a:p>
            <a:fld id="{A5CD6344-69F2-4F2A-9E84-A8C1A071765E}" type="slidenum">
              <a:rPr lang="ru-RU" smtClean="0"/>
              <a:t>42</a:t>
            </a:fld>
            <a:endParaRPr lang="ru-RU"/>
          </a:p>
        </p:txBody>
      </p:sp>
      <p:sp>
        <p:nvSpPr>
          <p:cNvPr id="7" name="Заголовок 1">
            <a:extLst>
              <a:ext uri="{FF2B5EF4-FFF2-40B4-BE49-F238E27FC236}">
                <a16:creationId xmlns:a16="http://schemas.microsoft.com/office/drawing/2014/main" id="{339928C8-0EC8-4DEC-2249-E6D811709EB4}"/>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Допуск к государственной тайне</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54DEFD48-AA47-029A-05E4-D018853FB998}"/>
              </a:ext>
            </a:extLst>
          </p:cNvPr>
          <p:cNvPicPr>
            <a:picLocks noChangeAspect="1"/>
          </p:cNvPicPr>
          <p:nvPr/>
        </p:nvPicPr>
        <p:blipFill rotWithShape="1">
          <a:blip r:embed="rId2">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Объект 4">
            <a:extLst>
              <a:ext uri="{FF2B5EF4-FFF2-40B4-BE49-F238E27FC236}">
                <a16:creationId xmlns:a16="http://schemas.microsoft.com/office/drawing/2014/main" id="{83CFB04E-37BE-EFB2-7797-0208C8BEB6B3}"/>
              </a:ext>
            </a:extLst>
          </p:cNvPr>
          <p:cNvSpPr>
            <a:spLocks noGrp="1"/>
          </p:cNvSpPr>
          <p:nvPr>
            <p:ph idx="1"/>
          </p:nvPr>
        </p:nvSpPr>
        <p:spPr>
          <a:xfrm>
            <a:off x="189089" y="1430514"/>
            <a:ext cx="11766438" cy="4351338"/>
          </a:xfrm>
        </p:spPr>
        <p:txBody>
          <a:bodyPr/>
          <a:lstStyle/>
          <a:p>
            <a:pPr marL="0" indent="0" algn="just">
              <a:buNone/>
            </a:pPr>
            <a:r>
              <a:rPr lang="ru-RU" dirty="0"/>
              <a:t>Чтобы получить право работать с секретными документами, нужно пройти процедуру оформления </a:t>
            </a:r>
            <a:r>
              <a:rPr lang="ru-RU" b="1" dirty="0"/>
              <a:t>допуска к государственной тайне</a:t>
            </a:r>
            <a:r>
              <a:rPr lang="ru-RU" dirty="0"/>
              <a:t>, которая включает проверочные мероприятия (изучение анкеты, биографии, связей, медицинских противопоказаний и др.) и письменное согласие на допуск (с обязательством не разглашать секреты). </a:t>
            </a:r>
          </a:p>
          <a:p>
            <a:pPr marL="0" indent="0">
              <a:buNone/>
            </a:pPr>
            <a:r>
              <a:rPr lang="ru-RU" b="1" dirty="0"/>
              <a:t>Формы допуска:</a:t>
            </a:r>
          </a:p>
        </p:txBody>
      </p:sp>
      <p:graphicFrame>
        <p:nvGraphicFramePr>
          <p:cNvPr id="9" name="Схема 8">
            <a:extLst>
              <a:ext uri="{FF2B5EF4-FFF2-40B4-BE49-F238E27FC236}">
                <a16:creationId xmlns:a16="http://schemas.microsoft.com/office/drawing/2014/main" id="{EEBBCFEE-95FF-F94C-D05D-ADC6D0B6F423}"/>
              </a:ext>
            </a:extLst>
          </p:cNvPr>
          <p:cNvGraphicFramePr/>
          <p:nvPr>
            <p:extLst>
              <p:ext uri="{D42A27DB-BD31-4B8C-83A1-F6EECF244321}">
                <p14:modId xmlns:p14="http://schemas.microsoft.com/office/powerpoint/2010/main" val="15640053"/>
              </p:ext>
            </p:extLst>
          </p:nvPr>
        </p:nvGraphicFramePr>
        <p:xfrm>
          <a:off x="236472" y="4343738"/>
          <a:ext cx="11766437" cy="23422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60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F7AC5-C7F4-26C5-2127-56ADE08C1D56}"/>
            </a:ext>
          </a:extLst>
        </p:cNvPr>
        <p:cNvGrpSpPr/>
        <p:nvPr/>
      </p:nvGrpSpPr>
      <p:grpSpPr>
        <a:xfrm>
          <a:off x="0" y="0"/>
          <a:ext cx="0" cy="0"/>
          <a:chOff x="0" y="0"/>
          <a:chExt cx="0" cy="0"/>
        </a:xfrm>
      </p:grpSpPr>
      <p:graphicFrame>
        <p:nvGraphicFramePr>
          <p:cNvPr id="2" name="Объект 1">
            <a:extLst>
              <a:ext uri="{FF2B5EF4-FFF2-40B4-BE49-F238E27FC236}">
                <a16:creationId xmlns:a16="http://schemas.microsoft.com/office/drawing/2014/main" id="{5C7DFCE8-ED1A-A1AA-5707-0683621D9D2C}"/>
              </a:ext>
            </a:extLst>
          </p:cNvPr>
          <p:cNvGraphicFramePr>
            <a:graphicFrameLocks noGrp="1"/>
          </p:cNvGraphicFramePr>
          <p:nvPr>
            <p:ph idx="1"/>
            <p:extLst>
              <p:ext uri="{D42A27DB-BD31-4B8C-83A1-F6EECF244321}">
                <p14:modId xmlns:p14="http://schemas.microsoft.com/office/powerpoint/2010/main" val="2760414159"/>
              </p:ext>
            </p:extLst>
          </p:nvPr>
        </p:nvGraphicFramePr>
        <p:xfrm>
          <a:off x="189089" y="1430514"/>
          <a:ext cx="11766438" cy="5196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Номер слайда 3">
            <a:extLst>
              <a:ext uri="{FF2B5EF4-FFF2-40B4-BE49-F238E27FC236}">
                <a16:creationId xmlns:a16="http://schemas.microsoft.com/office/drawing/2014/main" id="{0FB18D73-5680-56A7-A1FB-936956A29B88}"/>
              </a:ext>
            </a:extLst>
          </p:cNvPr>
          <p:cNvSpPr>
            <a:spLocks noGrp="1"/>
          </p:cNvSpPr>
          <p:nvPr>
            <p:ph type="sldNum" sz="quarter" idx="12"/>
          </p:nvPr>
        </p:nvSpPr>
        <p:spPr/>
        <p:txBody>
          <a:bodyPr/>
          <a:lstStyle/>
          <a:p>
            <a:fld id="{A5CD6344-69F2-4F2A-9E84-A8C1A071765E}" type="slidenum">
              <a:rPr lang="ru-RU" smtClean="0"/>
              <a:t>43</a:t>
            </a:fld>
            <a:endParaRPr lang="ru-RU"/>
          </a:p>
        </p:txBody>
      </p:sp>
      <p:sp>
        <p:nvSpPr>
          <p:cNvPr id="7" name="Заголовок 1">
            <a:extLst>
              <a:ext uri="{FF2B5EF4-FFF2-40B4-BE49-F238E27FC236}">
                <a16:creationId xmlns:a16="http://schemas.microsoft.com/office/drawing/2014/main" id="{610CF490-302C-AC36-3ED5-133CE61367FB}"/>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Ограничения для допущенных к гостайне</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E8EA6B6A-809C-36E9-54E8-3B59AACA9CCE}"/>
              </a:ext>
            </a:extLst>
          </p:cNvPr>
          <p:cNvPicPr>
            <a:picLocks noChangeAspect="1"/>
          </p:cNvPicPr>
          <p:nvPr/>
        </p:nvPicPr>
        <p:blipFill rotWithShape="1">
          <a:blip r:embed="rId8">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Tree>
    <p:extLst>
      <p:ext uri="{BB962C8B-B14F-4D97-AF65-F5344CB8AC3E}">
        <p14:creationId xmlns:p14="http://schemas.microsoft.com/office/powerpoint/2010/main" val="287177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0F303-EE9D-55F4-CFEA-E0238FD7880D}"/>
            </a:ext>
          </a:extLst>
        </p:cNvPr>
        <p:cNvGrpSpPr/>
        <p:nvPr/>
      </p:nvGrpSpPr>
      <p:grpSpPr>
        <a:xfrm>
          <a:off x="0" y="0"/>
          <a:ext cx="0" cy="0"/>
          <a:chOff x="0" y="0"/>
          <a:chExt cx="0" cy="0"/>
        </a:xfrm>
      </p:grpSpPr>
      <p:pic>
        <p:nvPicPr>
          <p:cNvPr id="9" name="Рисунок 8" descr="Изображение выглядит как текст, снимок экрана, Шрифт&#10;&#10;Содержимое, созданное искусственным интеллектом, может быть неверным.">
            <a:extLst>
              <a:ext uri="{FF2B5EF4-FFF2-40B4-BE49-F238E27FC236}">
                <a16:creationId xmlns:a16="http://schemas.microsoft.com/office/drawing/2014/main" id="{1547E8DF-C3BB-25AC-EEEB-D07E9B8B6D47}"/>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t="12853" r="78086" b="57095"/>
          <a:stretch>
            <a:fillRect/>
          </a:stretch>
        </p:blipFill>
        <p:spPr>
          <a:xfrm>
            <a:off x="2407460" y="4945396"/>
            <a:ext cx="2262513" cy="1745279"/>
          </a:xfrm>
          <a:prstGeom prst="rect">
            <a:avLst/>
          </a:prstGeom>
        </p:spPr>
      </p:pic>
      <p:sp>
        <p:nvSpPr>
          <p:cNvPr id="4" name="Номер слайда 3">
            <a:extLst>
              <a:ext uri="{FF2B5EF4-FFF2-40B4-BE49-F238E27FC236}">
                <a16:creationId xmlns:a16="http://schemas.microsoft.com/office/drawing/2014/main" id="{494FD2DC-A957-8BEC-909A-E404F630A86F}"/>
              </a:ext>
            </a:extLst>
          </p:cNvPr>
          <p:cNvSpPr>
            <a:spLocks noGrp="1"/>
          </p:cNvSpPr>
          <p:nvPr>
            <p:ph type="sldNum" sz="quarter" idx="12"/>
          </p:nvPr>
        </p:nvSpPr>
        <p:spPr/>
        <p:txBody>
          <a:bodyPr/>
          <a:lstStyle/>
          <a:p>
            <a:fld id="{A5CD6344-69F2-4F2A-9E84-A8C1A071765E}" type="slidenum">
              <a:rPr lang="ru-RU" smtClean="0"/>
              <a:t>44</a:t>
            </a:fld>
            <a:endParaRPr lang="ru-RU"/>
          </a:p>
        </p:txBody>
      </p:sp>
      <p:sp>
        <p:nvSpPr>
          <p:cNvPr id="7" name="Заголовок 1">
            <a:extLst>
              <a:ext uri="{FF2B5EF4-FFF2-40B4-BE49-F238E27FC236}">
                <a16:creationId xmlns:a16="http://schemas.microsoft.com/office/drawing/2014/main" id="{E0A80800-0585-A231-986C-5DA298782EC5}"/>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Системы электронного документооборота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7FC00B99-F20A-5B51-90C6-7E146444015D}"/>
              </a:ext>
            </a:extLst>
          </p:cNvPr>
          <p:cNvPicPr>
            <a:picLocks noChangeAspect="1"/>
          </p:cNvPicPr>
          <p:nvPr/>
        </p:nvPicPr>
        <p:blipFill rotWithShape="1">
          <a:blip r:embed="rId4">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Объект 4">
            <a:extLst>
              <a:ext uri="{FF2B5EF4-FFF2-40B4-BE49-F238E27FC236}">
                <a16:creationId xmlns:a16="http://schemas.microsoft.com/office/drawing/2014/main" id="{AD1A3C51-FBC4-649A-26E7-8D0186DB0C67}"/>
              </a:ext>
            </a:extLst>
          </p:cNvPr>
          <p:cNvSpPr>
            <a:spLocks noGrp="1"/>
          </p:cNvSpPr>
          <p:nvPr>
            <p:ph idx="1"/>
          </p:nvPr>
        </p:nvSpPr>
        <p:spPr>
          <a:xfrm>
            <a:off x="236472" y="1426213"/>
            <a:ext cx="11719055" cy="4351338"/>
          </a:xfrm>
        </p:spPr>
        <p:txBody>
          <a:bodyPr/>
          <a:lstStyle/>
          <a:p>
            <a:pPr marL="0" indent="0" algn="just">
              <a:buNone/>
            </a:pPr>
            <a:r>
              <a:rPr lang="ru-RU" b="1" dirty="0"/>
              <a:t>СЭД</a:t>
            </a:r>
            <a:r>
              <a:rPr lang="ru-RU" dirty="0"/>
              <a:t> – это автоматизированные информационные системы, предназначенные для </a:t>
            </a:r>
            <a:r>
              <a:rPr lang="ru-RU" b="1" dirty="0"/>
              <a:t>создания</a:t>
            </a:r>
            <a:r>
              <a:rPr lang="ru-RU" dirty="0"/>
              <a:t> </a:t>
            </a:r>
            <a:r>
              <a:rPr lang="ru-RU" b="1" dirty="0"/>
              <a:t>электронных документов</a:t>
            </a:r>
            <a:r>
              <a:rPr lang="ru-RU" dirty="0"/>
              <a:t> (и электронных копий бумажных), </a:t>
            </a:r>
            <a:r>
              <a:rPr lang="ru-RU" b="1" dirty="0"/>
              <a:t>управления</a:t>
            </a:r>
            <a:r>
              <a:rPr lang="ru-RU" dirty="0"/>
              <a:t> ими, </a:t>
            </a:r>
            <a:r>
              <a:rPr lang="ru-RU" b="1" dirty="0"/>
              <a:t>хранения</a:t>
            </a:r>
            <a:r>
              <a:rPr lang="ru-RU" dirty="0"/>
              <a:t> и предоставления к ним </a:t>
            </a:r>
            <a:r>
              <a:rPr lang="ru-RU" b="1" dirty="0"/>
              <a:t>доступа</a:t>
            </a:r>
            <a:r>
              <a:rPr lang="ru-RU" dirty="0"/>
              <a:t>, а также для </a:t>
            </a:r>
            <a:r>
              <a:rPr lang="ru-RU" b="1" dirty="0"/>
              <a:t>регистрации</a:t>
            </a:r>
            <a:r>
              <a:rPr lang="ru-RU" dirty="0"/>
              <a:t> документов и </a:t>
            </a:r>
            <a:r>
              <a:rPr lang="ru-RU" b="1" dirty="0"/>
              <a:t>контроля их исполнения</a:t>
            </a:r>
          </a:p>
        </p:txBody>
      </p:sp>
      <p:pic>
        <p:nvPicPr>
          <p:cNvPr id="3" name="Рисунок 2" descr="Изображение выглядит как логотип, Графика, символ, текст&#10;&#10;Содержимое, созданное искусственным интеллектом, может быть неверным.">
            <a:extLst>
              <a:ext uri="{FF2B5EF4-FFF2-40B4-BE49-F238E27FC236}">
                <a16:creationId xmlns:a16="http://schemas.microsoft.com/office/drawing/2014/main" id="{855472CB-0891-A667-2307-76CED8AEA3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378199"/>
            <a:ext cx="2881489" cy="2881489"/>
          </a:xfrm>
          <a:prstGeom prst="rect">
            <a:avLst/>
          </a:prstGeom>
        </p:spPr>
      </p:pic>
      <p:pic>
        <p:nvPicPr>
          <p:cNvPr id="11" name="Рисунок 10" descr="Изображение выглядит как текст, Шрифт, логотип, Графика&#10;&#10;Содержимое, созданное искусственным интеллектом, может быть неверным.">
            <a:extLst>
              <a:ext uri="{FF2B5EF4-FFF2-40B4-BE49-F238E27FC236}">
                <a16:creationId xmlns:a16="http://schemas.microsoft.com/office/drawing/2014/main" id="{F64F4848-8C2F-FCC0-75FB-8DCE4319CD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25486" y="3481864"/>
            <a:ext cx="3284220" cy="1188720"/>
          </a:xfrm>
          <a:prstGeom prst="rect">
            <a:avLst/>
          </a:prstGeom>
        </p:spPr>
      </p:pic>
      <p:pic>
        <p:nvPicPr>
          <p:cNvPr id="13" name="Рисунок 12" descr="Изображение выглядит как Графика, логотип, Шрифт, графический дизайн&#10;&#10;Содержимое, созданное искусственным интеллектом, может быть неверным.">
            <a:extLst>
              <a:ext uri="{FF2B5EF4-FFF2-40B4-BE49-F238E27FC236}">
                <a16:creationId xmlns:a16="http://schemas.microsoft.com/office/drawing/2014/main" id="{D4610459-0E40-E857-5840-F9E461907E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37709" y="4078638"/>
            <a:ext cx="2135541" cy="2135541"/>
          </a:xfrm>
          <a:prstGeom prst="rect">
            <a:avLst/>
          </a:prstGeom>
        </p:spPr>
      </p:pic>
      <p:pic>
        <p:nvPicPr>
          <p:cNvPr id="15" name="Рисунок 14" descr="Изображение выглядит как логотип, символ, Шрифт, текст&#10;&#10;Содержимое, созданное искусственным интеллектом, может быть неверным.">
            <a:extLst>
              <a:ext uri="{FF2B5EF4-FFF2-40B4-BE49-F238E27FC236}">
                <a16:creationId xmlns:a16="http://schemas.microsoft.com/office/drawing/2014/main" id="{8FA23421-7D33-9F16-2D30-98B8CFB3F0A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68248" y="4471696"/>
            <a:ext cx="2372714" cy="2066557"/>
          </a:xfrm>
          <a:prstGeom prst="rect">
            <a:avLst/>
          </a:prstGeom>
        </p:spPr>
      </p:pic>
      <p:pic>
        <p:nvPicPr>
          <p:cNvPr id="17" name="Рисунок 16" descr="Изображение выглядит как текст, Шрифт, логотип, Графика&#10;&#10;Содержимое, созданное искусственным интеллектом, может быть неверным.">
            <a:extLst>
              <a:ext uri="{FF2B5EF4-FFF2-40B4-BE49-F238E27FC236}">
                <a16:creationId xmlns:a16="http://schemas.microsoft.com/office/drawing/2014/main" id="{B6A574B7-4197-65DF-7E6F-C9A1F837810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38330" y="5720045"/>
            <a:ext cx="2587272" cy="825463"/>
          </a:xfrm>
          <a:prstGeom prst="rect">
            <a:avLst/>
          </a:prstGeom>
        </p:spPr>
      </p:pic>
      <p:pic>
        <p:nvPicPr>
          <p:cNvPr id="19" name="Рисунок 18">
            <a:extLst>
              <a:ext uri="{FF2B5EF4-FFF2-40B4-BE49-F238E27FC236}">
                <a16:creationId xmlns:a16="http://schemas.microsoft.com/office/drawing/2014/main" id="{37F79846-37E5-1F72-AB11-CD1B47856399}"/>
              </a:ext>
            </a:extLst>
          </p:cNvPr>
          <p:cNvPicPr>
            <a:picLocks noChangeAspect="1"/>
          </p:cNvPicPr>
          <p:nvPr/>
        </p:nvPicPr>
        <p:blipFill>
          <a:blip r:embed="rId10"/>
          <a:stretch>
            <a:fillRect/>
          </a:stretch>
        </p:blipFill>
        <p:spPr>
          <a:xfrm>
            <a:off x="2679358" y="3683912"/>
            <a:ext cx="3535357" cy="687134"/>
          </a:xfrm>
          <a:prstGeom prst="rect">
            <a:avLst/>
          </a:prstGeom>
        </p:spPr>
      </p:pic>
      <p:pic>
        <p:nvPicPr>
          <p:cNvPr id="21" name="Рисунок 20">
            <a:extLst>
              <a:ext uri="{FF2B5EF4-FFF2-40B4-BE49-F238E27FC236}">
                <a16:creationId xmlns:a16="http://schemas.microsoft.com/office/drawing/2014/main" id="{47B84771-A857-F794-1A19-7CB0C693C2BC}"/>
              </a:ext>
            </a:extLst>
          </p:cNvPr>
          <p:cNvPicPr>
            <a:picLocks noChangeAspect="1"/>
          </p:cNvPicPr>
          <p:nvPr/>
        </p:nvPicPr>
        <p:blipFill>
          <a:blip r:embed="rId11">
            <a:extLst>
              <a:ext uri="{28A0092B-C50C-407E-A947-70E740481C1C}">
                <a14:useLocalDpi xmlns:a14="http://schemas.microsoft.com/office/drawing/2010/main" val="0"/>
              </a:ext>
            </a:extLst>
          </a:blip>
          <a:srcRect l="10153" t="6709" r="10358" b="67592"/>
          <a:stretch>
            <a:fillRect/>
          </a:stretch>
        </p:blipFill>
        <p:spPr>
          <a:xfrm>
            <a:off x="6939064" y="4529222"/>
            <a:ext cx="2672540" cy="975752"/>
          </a:xfrm>
          <a:prstGeom prst="rect">
            <a:avLst/>
          </a:prstGeom>
        </p:spPr>
      </p:pic>
    </p:spTree>
    <p:extLst>
      <p:ext uri="{BB962C8B-B14F-4D97-AF65-F5344CB8AC3E}">
        <p14:creationId xmlns:p14="http://schemas.microsoft.com/office/powerpoint/2010/main" val="2057253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C211D-F675-E5FD-F19B-917C0BF9DDD8}"/>
            </a:ext>
          </a:extLst>
        </p:cNvPr>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5C7A9B44-9CC6-5927-1352-030D541421B3}"/>
              </a:ext>
            </a:extLst>
          </p:cNvPr>
          <p:cNvSpPr>
            <a:spLocks noGrp="1"/>
          </p:cNvSpPr>
          <p:nvPr>
            <p:ph type="sldNum" sz="quarter" idx="12"/>
          </p:nvPr>
        </p:nvSpPr>
        <p:spPr/>
        <p:txBody>
          <a:bodyPr/>
          <a:lstStyle/>
          <a:p>
            <a:fld id="{A5CD6344-69F2-4F2A-9E84-A8C1A071765E}" type="slidenum">
              <a:rPr lang="ru-RU" smtClean="0"/>
              <a:t>45</a:t>
            </a:fld>
            <a:endParaRPr lang="ru-RU"/>
          </a:p>
        </p:txBody>
      </p:sp>
      <p:sp>
        <p:nvSpPr>
          <p:cNvPr id="7" name="Заголовок 1">
            <a:extLst>
              <a:ext uri="{FF2B5EF4-FFF2-40B4-BE49-F238E27FC236}">
                <a16:creationId xmlns:a16="http://schemas.microsoft.com/office/drawing/2014/main" id="{0B7FCD19-9742-B599-9A51-93825F969E03}"/>
              </a:ext>
            </a:extLst>
          </p:cNvPr>
          <p:cNvSpPr txBox="1">
            <a:spLocks/>
          </p:cNvSpPr>
          <p:nvPr/>
        </p:nvSpPr>
        <p:spPr bwMode="auto">
          <a:xfrm>
            <a:off x="0" y="0"/>
            <a:ext cx="12192000" cy="1325563"/>
          </a:xfrm>
          <a:prstGeom prst="rect">
            <a:avLst/>
          </a:prstGeom>
          <a:solidFill>
            <a:srgbClr val="002060"/>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indent="179388" algn="l"/>
            <a:r>
              <a:rPr lang="ru-RU" sz="3700" dirty="0">
                <a:solidFill>
                  <a:schemeClr val="bg1"/>
                </a:solidFill>
                <a:latin typeface="Times New Roman" panose="02020603050405020304" pitchFamily="18" charset="0"/>
                <a:cs typeface="Times New Roman" panose="02020603050405020304" pitchFamily="18" charset="0"/>
              </a:rPr>
              <a:t>Системы электронного документооборота</a:t>
            </a:r>
          </a:p>
        </p:txBody>
      </p:sp>
      <p:pic>
        <p:nvPicPr>
          <p:cNvPr id="8" name="Рисунок 7" descr="Изображение выглядит как Шрифт, символ, Графика, графическая вставка&#10;&#10;Автоматически созданное описание">
            <a:extLst>
              <a:ext uri="{FF2B5EF4-FFF2-40B4-BE49-F238E27FC236}">
                <a16:creationId xmlns:a16="http://schemas.microsoft.com/office/drawing/2014/main" id="{3AFCDB62-AB42-0BB4-59F3-8C03D1BA4B17}"/>
              </a:ext>
            </a:extLst>
          </p:cNvPr>
          <p:cNvPicPr>
            <a:picLocks noChangeAspect="1"/>
          </p:cNvPicPr>
          <p:nvPr/>
        </p:nvPicPr>
        <p:blipFill rotWithShape="1">
          <a:blip r:embed="rId3">
            <a:extLst>
              <a:ext uri="{28A0092B-C50C-407E-A947-70E740481C1C}">
                <a14:useLocalDpi xmlns:a14="http://schemas.microsoft.com/office/drawing/2010/main" val="0"/>
              </a:ext>
            </a:extLst>
          </a:blip>
          <a:srcRect r="59421"/>
          <a:stretch/>
        </p:blipFill>
        <p:spPr bwMode="auto">
          <a:xfrm>
            <a:off x="10752072" y="172052"/>
            <a:ext cx="1203455" cy="981458"/>
          </a:xfrm>
          <a:prstGeom prst="rect">
            <a:avLst/>
          </a:prstGeom>
        </p:spPr>
      </p:pic>
      <p:sp>
        <p:nvSpPr>
          <p:cNvPr id="5" name="Объект 4">
            <a:extLst>
              <a:ext uri="{FF2B5EF4-FFF2-40B4-BE49-F238E27FC236}">
                <a16:creationId xmlns:a16="http://schemas.microsoft.com/office/drawing/2014/main" id="{6E82F919-1A1B-DA02-D78F-246F88B4E453}"/>
              </a:ext>
            </a:extLst>
          </p:cNvPr>
          <p:cNvSpPr>
            <a:spLocks noGrp="1"/>
          </p:cNvSpPr>
          <p:nvPr>
            <p:ph idx="1"/>
          </p:nvPr>
        </p:nvSpPr>
        <p:spPr>
          <a:xfrm>
            <a:off x="236472" y="1426213"/>
            <a:ext cx="11719055" cy="4351338"/>
          </a:xfrm>
        </p:spPr>
        <p:txBody>
          <a:bodyPr/>
          <a:lstStyle/>
          <a:p>
            <a:pPr marL="0" indent="0" algn="just">
              <a:buNone/>
            </a:pPr>
            <a:r>
              <a:rPr lang="ru-RU" dirty="0"/>
              <a:t>Электронным документам применимы общие требования, плюс особые, связанные с </a:t>
            </a:r>
            <a:r>
              <a:rPr lang="ru-RU" b="1" dirty="0"/>
              <a:t>электронными подписями</a:t>
            </a:r>
            <a:r>
              <a:rPr lang="ru-RU" dirty="0"/>
              <a:t>. </a:t>
            </a:r>
          </a:p>
          <a:p>
            <a:pPr marL="0" indent="0" algn="just">
              <a:buNone/>
            </a:pPr>
            <a:r>
              <a:rPr lang="ru-RU" b="1" dirty="0"/>
              <a:t>Функции СЭД:</a:t>
            </a:r>
          </a:p>
        </p:txBody>
      </p:sp>
      <p:graphicFrame>
        <p:nvGraphicFramePr>
          <p:cNvPr id="10" name="Схема 9">
            <a:extLst>
              <a:ext uri="{FF2B5EF4-FFF2-40B4-BE49-F238E27FC236}">
                <a16:creationId xmlns:a16="http://schemas.microsoft.com/office/drawing/2014/main" id="{EA47B7BE-87D3-353A-5E01-DB3A0F870CC9}"/>
              </a:ext>
            </a:extLst>
          </p:cNvPr>
          <p:cNvGraphicFramePr/>
          <p:nvPr>
            <p:extLst>
              <p:ext uri="{D42A27DB-BD31-4B8C-83A1-F6EECF244321}">
                <p14:modId xmlns:p14="http://schemas.microsoft.com/office/powerpoint/2010/main" val="3164720940"/>
              </p:ext>
            </p:extLst>
          </p:nvPr>
        </p:nvGraphicFramePr>
        <p:xfrm>
          <a:off x="361243" y="2884311"/>
          <a:ext cx="11458223" cy="38371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23283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Тема Office">
  <a:themeElements>
    <a:clrScheme name="Другая 4">
      <a:dk1>
        <a:sysClr val="windowText" lastClr="000000"/>
      </a:dk1>
      <a:lt1>
        <a:sysClr val="window" lastClr="FFFFFF"/>
      </a:lt1>
      <a:dk2>
        <a:srgbClr val="242852"/>
      </a:dk2>
      <a:lt2>
        <a:srgbClr val="ACCBF9"/>
      </a:lt2>
      <a:accent1>
        <a:srgbClr val="002060"/>
      </a:accent1>
      <a:accent2>
        <a:srgbClr val="629DD1"/>
      </a:accent2>
      <a:accent3>
        <a:srgbClr val="0D7E04"/>
      </a:accent3>
      <a:accent4>
        <a:srgbClr val="7F8FA9"/>
      </a:accent4>
      <a:accent5>
        <a:srgbClr val="00B050"/>
      </a:accent5>
      <a:accent6>
        <a:srgbClr val="9D90A0"/>
      </a:accent6>
      <a:hlink>
        <a:srgbClr val="9454C3"/>
      </a:hlink>
      <a:folHlink>
        <a:srgbClr val="3EBBF0"/>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4535</TotalTime>
  <Words>9737</Words>
  <Application>Microsoft Office PowerPoint</Application>
  <PresentationFormat>Широкоэкранный</PresentationFormat>
  <Paragraphs>380</Paragraphs>
  <Slides>45</Slides>
  <Notes>41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45</vt:i4>
      </vt:variant>
    </vt:vector>
  </HeadingPairs>
  <TitlesOfParts>
    <vt:vector size="51" baseType="lpstr">
      <vt:lpstr>Aptos</vt:lpstr>
      <vt:lpstr>Aptos Display</vt:lpstr>
      <vt:lpstr>Arial</vt:lpstr>
      <vt:lpstr>Times New Roman</vt:lpstr>
      <vt:lpstr>Wingdings</vt:lpstr>
      <vt:lpstr>Тема Office</vt:lpstr>
      <vt:lpstr>Презентация PowerPoint</vt:lpstr>
      <vt:lpstr>Презентация PowerPoint</vt:lpstr>
      <vt:lpstr>Презентация PowerPoint</vt:lpstr>
      <vt:lpstr>Язык документооборота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Арсений Ситковский</dc:creator>
  <cp:lastModifiedBy>Арсений Ситковский</cp:lastModifiedBy>
  <cp:revision>151</cp:revision>
  <dcterms:created xsi:type="dcterms:W3CDTF">2024-05-16T08:01:39Z</dcterms:created>
  <dcterms:modified xsi:type="dcterms:W3CDTF">2025-11-06T18:07:41Z</dcterms:modified>
</cp:coreProperties>
</file>