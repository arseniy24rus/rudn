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3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sldIdLst>
    <p:sldId id="325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38" r:id="rId10"/>
    <p:sldId id="336" r:id="rId11"/>
    <p:sldId id="337" r:id="rId12"/>
    <p:sldId id="339" r:id="rId13"/>
    <p:sldId id="341" r:id="rId14"/>
    <p:sldId id="340" r:id="rId15"/>
    <p:sldId id="364" r:id="rId16"/>
    <p:sldId id="365" r:id="rId17"/>
    <p:sldId id="366" r:id="rId18"/>
    <p:sldId id="367" r:id="rId19"/>
    <p:sldId id="368" r:id="rId20"/>
    <p:sldId id="369" r:id="rId21"/>
    <p:sldId id="370" r:id="rId22"/>
    <p:sldId id="342" r:id="rId23"/>
    <p:sldId id="359" r:id="rId24"/>
    <p:sldId id="360" r:id="rId25"/>
    <p:sldId id="343" r:id="rId26"/>
    <p:sldId id="344" r:id="rId27"/>
    <p:sldId id="345" r:id="rId28"/>
    <p:sldId id="346" r:id="rId29"/>
    <p:sldId id="347" r:id="rId30"/>
    <p:sldId id="348" r:id="rId31"/>
    <p:sldId id="349" r:id="rId32"/>
    <p:sldId id="350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Лекция 2" id="{A22D87FD-4384-4090-BFEA-2262B3AE8275}">
          <p14:sldIdLst>
            <p14:sldId id="325"/>
            <p14:sldId id="329"/>
            <p14:sldId id="330"/>
            <p14:sldId id="331"/>
            <p14:sldId id="332"/>
            <p14:sldId id="333"/>
            <p14:sldId id="334"/>
            <p14:sldId id="335"/>
            <p14:sldId id="338"/>
            <p14:sldId id="336"/>
            <p14:sldId id="337"/>
            <p14:sldId id="339"/>
            <p14:sldId id="341"/>
            <p14:sldId id="340"/>
            <p14:sldId id="364"/>
            <p14:sldId id="365"/>
            <p14:sldId id="366"/>
            <p14:sldId id="367"/>
            <p14:sldId id="368"/>
            <p14:sldId id="369"/>
            <p14:sldId id="370"/>
            <p14:sldId id="342"/>
            <p14:sldId id="359"/>
            <p14:sldId id="360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3092"/>
    <a:srgbClr val="002060"/>
    <a:srgbClr val="FFFFFF"/>
    <a:srgbClr val="B3FF80"/>
    <a:srgbClr val="FFD280"/>
    <a:srgbClr val="78F9FF"/>
    <a:srgbClr val="FF8481"/>
    <a:srgbClr val="B1F940"/>
    <a:srgbClr val="EE2C45"/>
    <a:srgbClr val="E100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768" y="35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1AB7F9-DC8F-4141-AC2A-574E3EF0FD64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20DF2A82-4230-4090-9B2F-86B85362BD1E}">
      <dgm:prSet/>
      <dgm:spPr/>
      <dgm:t>
        <a:bodyPr/>
        <a:lstStyle/>
        <a:p>
          <a:r>
            <a:rPr lang="ru-RU" b="0" dirty="0"/>
            <a:t>– это способ </a:t>
          </a:r>
          <a:r>
            <a:rPr lang="ru-RU" b="1" dirty="0"/>
            <a:t>административной и территориальной организации </a:t>
          </a:r>
          <a:r>
            <a:rPr lang="ru-RU" b="0" dirty="0"/>
            <a:t>(строения, устройства) государства или государств, образующих союз (федерацию).</a:t>
          </a:r>
          <a:endParaRPr lang="ru-RU" dirty="0"/>
        </a:p>
      </dgm:t>
    </dgm:pt>
    <dgm:pt modelId="{11E6B310-1991-4C31-8090-B01303CC1418}" type="parTrans" cxnId="{DB7404F6-2229-45DF-9183-D8029AD2FBB1}">
      <dgm:prSet/>
      <dgm:spPr/>
      <dgm:t>
        <a:bodyPr/>
        <a:lstStyle/>
        <a:p>
          <a:endParaRPr lang="ru-RU"/>
        </a:p>
      </dgm:t>
    </dgm:pt>
    <dgm:pt modelId="{06C280AB-4E77-4354-8EE7-C99E88A857FA}" type="sibTrans" cxnId="{DB7404F6-2229-45DF-9183-D8029AD2FBB1}">
      <dgm:prSet/>
      <dgm:spPr/>
      <dgm:t>
        <a:bodyPr/>
        <a:lstStyle/>
        <a:p>
          <a:endParaRPr lang="ru-RU"/>
        </a:p>
      </dgm:t>
    </dgm:pt>
    <dgm:pt modelId="{A0C31AFC-96FA-4627-BE22-D1C6F9D11C04}">
      <dgm:prSet/>
      <dgm:spPr/>
      <dgm:t>
        <a:bodyPr/>
        <a:lstStyle/>
        <a:p>
          <a:r>
            <a:rPr lang="ru-RU" b="0" dirty="0"/>
            <a:t>– это административно территориальная и национально-государственная организация государственной власти, </a:t>
          </a:r>
          <a:r>
            <a:rPr lang="ru-RU" b="1" dirty="0"/>
            <a:t>раскрывающая взаимоотношения между отдельными частями государства</a:t>
          </a:r>
          <a:r>
            <a:rPr lang="ru-RU" b="0" dirty="0"/>
            <a:t>, в частности между центральными и местными органами управления. </a:t>
          </a:r>
          <a:endParaRPr lang="ru-RU" dirty="0"/>
        </a:p>
      </dgm:t>
    </dgm:pt>
    <dgm:pt modelId="{372ABE55-D4E9-4E60-8643-65044B514BF9}" type="parTrans" cxnId="{F98B32AC-F658-4FDA-A6BE-5EB420F43326}">
      <dgm:prSet/>
      <dgm:spPr/>
      <dgm:t>
        <a:bodyPr/>
        <a:lstStyle/>
        <a:p>
          <a:endParaRPr lang="ru-RU"/>
        </a:p>
      </dgm:t>
    </dgm:pt>
    <dgm:pt modelId="{45F6E843-3D47-4EC5-86D7-FE4D954ABE45}" type="sibTrans" cxnId="{F98B32AC-F658-4FDA-A6BE-5EB420F43326}">
      <dgm:prSet/>
      <dgm:spPr/>
      <dgm:t>
        <a:bodyPr/>
        <a:lstStyle/>
        <a:p>
          <a:endParaRPr lang="ru-RU"/>
        </a:p>
      </dgm:t>
    </dgm:pt>
    <dgm:pt modelId="{A23704C1-CC0B-456F-834D-3EAF24165AB8}" type="pres">
      <dgm:prSet presAssocID="{881AB7F9-DC8F-4141-AC2A-574E3EF0FD64}" presName="linear" presStyleCnt="0">
        <dgm:presLayoutVars>
          <dgm:animLvl val="lvl"/>
          <dgm:resizeHandles val="exact"/>
        </dgm:presLayoutVars>
      </dgm:prSet>
      <dgm:spPr/>
    </dgm:pt>
    <dgm:pt modelId="{6167A46B-FFD0-4E64-A8E5-80186212397D}" type="pres">
      <dgm:prSet presAssocID="{20DF2A82-4230-4090-9B2F-86B85362BD1E}" presName="parentText" presStyleLbl="node1" presStyleIdx="0" presStyleCnt="2" custScaleY="75132">
        <dgm:presLayoutVars>
          <dgm:chMax val="0"/>
          <dgm:bulletEnabled val="1"/>
        </dgm:presLayoutVars>
      </dgm:prSet>
      <dgm:spPr/>
    </dgm:pt>
    <dgm:pt modelId="{505601FA-C8C2-46BE-A501-D16DE857BCAE}" type="pres">
      <dgm:prSet presAssocID="{06C280AB-4E77-4354-8EE7-C99E88A857FA}" presName="spacer" presStyleCnt="0"/>
      <dgm:spPr/>
    </dgm:pt>
    <dgm:pt modelId="{D7FEAC02-561E-4ACF-B0A4-DFDEF4C1A2D9}" type="pres">
      <dgm:prSet presAssocID="{A0C31AFC-96FA-4627-BE22-D1C6F9D11C0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2D27F12-2194-4A69-A225-F6D08FB0D4A9}" type="presOf" srcId="{881AB7F9-DC8F-4141-AC2A-574E3EF0FD64}" destId="{A23704C1-CC0B-456F-834D-3EAF24165AB8}" srcOrd="0" destOrd="0" presId="urn:microsoft.com/office/officeart/2005/8/layout/vList2"/>
    <dgm:cxn modelId="{12D3EB16-DB75-4A37-9AA3-61CE700A50A8}" type="presOf" srcId="{20DF2A82-4230-4090-9B2F-86B85362BD1E}" destId="{6167A46B-FFD0-4E64-A8E5-80186212397D}" srcOrd="0" destOrd="0" presId="urn:microsoft.com/office/officeart/2005/8/layout/vList2"/>
    <dgm:cxn modelId="{F98B32AC-F658-4FDA-A6BE-5EB420F43326}" srcId="{881AB7F9-DC8F-4141-AC2A-574E3EF0FD64}" destId="{A0C31AFC-96FA-4627-BE22-D1C6F9D11C04}" srcOrd="1" destOrd="0" parTransId="{372ABE55-D4E9-4E60-8643-65044B514BF9}" sibTransId="{45F6E843-3D47-4EC5-86D7-FE4D954ABE45}"/>
    <dgm:cxn modelId="{81EAD2B0-2B66-410A-8164-65E944641076}" type="presOf" srcId="{A0C31AFC-96FA-4627-BE22-D1C6F9D11C04}" destId="{D7FEAC02-561E-4ACF-B0A4-DFDEF4C1A2D9}" srcOrd="0" destOrd="0" presId="urn:microsoft.com/office/officeart/2005/8/layout/vList2"/>
    <dgm:cxn modelId="{DB7404F6-2229-45DF-9183-D8029AD2FBB1}" srcId="{881AB7F9-DC8F-4141-AC2A-574E3EF0FD64}" destId="{20DF2A82-4230-4090-9B2F-86B85362BD1E}" srcOrd="0" destOrd="0" parTransId="{11E6B310-1991-4C31-8090-B01303CC1418}" sibTransId="{06C280AB-4E77-4354-8EE7-C99E88A857FA}"/>
    <dgm:cxn modelId="{97EA63D5-EB6C-4F20-A8BD-E7BD41B88353}" type="presParOf" srcId="{A23704C1-CC0B-456F-834D-3EAF24165AB8}" destId="{6167A46B-FFD0-4E64-A8E5-80186212397D}" srcOrd="0" destOrd="0" presId="urn:microsoft.com/office/officeart/2005/8/layout/vList2"/>
    <dgm:cxn modelId="{A5DAB1C6-A559-44D5-8B9C-8217D433DB65}" type="presParOf" srcId="{A23704C1-CC0B-456F-834D-3EAF24165AB8}" destId="{505601FA-C8C2-46BE-A501-D16DE857BCAE}" srcOrd="1" destOrd="0" presId="urn:microsoft.com/office/officeart/2005/8/layout/vList2"/>
    <dgm:cxn modelId="{5AD0A5F9-B622-4CDE-86AB-5E8B84132952}" type="presParOf" srcId="{A23704C1-CC0B-456F-834D-3EAF24165AB8}" destId="{D7FEAC02-561E-4ACF-B0A4-DFDEF4C1A2D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Унитарное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Федерация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7036EF2D-2EC0-41FC-925A-EAA232B0FDF2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Конфедерация</a:t>
          </a:r>
          <a:endParaRPr lang="en-US" dirty="0"/>
        </a:p>
      </dgm:t>
    </dgm:pt>
    <dgm:pt modelId="{14DE4EDC-E9C9-497F-8E86-92664F784C5A}" type="parTrans" cxnId="{61E0AC91-D7D0-49BA-A364-14AA3DBFA1FB}">
      <dgm:prSet/>
      <dgm:spPr/>
      <dgm:t>
        <a:bodyPr/>
        <a:lstStyle/>
        <a:p>
          <a:endParaRPr lang="en-US"/>
        </a:p>
      </dgm:t>
    </dgm:pt>
    <dgm:pt modelId="{03365AD4-C3D0-4FCE-AB2D-D3F253539F61}" type="sibTrans" cxnId="{61E0AC91-D7D0-49BA-A364-14AA3DBFA1F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3" custScaleX="55601" custScaleY="90910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3" custScaleX="55601" custScaleY="90910">
        <dgm:presLayoutVars>
          <dgm:bulletEnabled val="1"/>
        </dgm:presLayoutVars>
      </dgm:prSet>
      <dgm:spPr>
        <a:prstGeom prst="roundRect">
          <a:avLst/>
        </a:prstGeom>
      </dgm:spPr>
    </dgm:pt>
    <dgm:pt modelId="{A1997958-1F79-4480-B6A1-70D10ADE0508}" type="pres">
      <dgm:prSet presAssocID="{3359C79E-243E-4420-B07A-AFB2D832CFD5}" presName="sibTrans" presStyleCnt="0"/>
      <dgm:spPr/>
    </dgm:pt>
    <dgm:pt modelId="{14065A0C-677E-478D-B402-557D0932B4C7}" type="pres">
      <dgm:prSet presAssocID="{7036EF2D-2EC0-41FC-925A-EAA232B0FDF2}" presName="node" presStyleLbl="node1" presStyleIdx="2" presStyleCnt="3" custScaleX="55601" custScaleY="90910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61E0AC91-D7D0-49BA-A364-14AA3DBFA1FB}" srcId="{96BF08AB-EE53-4BD9-B5E5-E858FA7A7969}" destId="{7036EF2D-2EC0-41FC-925A-EAA232B0FDF2}" srcOrd="2" destOrd="0" parTransId="{14DE4EDC-E9C9-497F-8E86-92664F784C5A}" sibTransId="{03365AD4-C3D0-4FCE-AB2D-D3F253539F61}"/>
    <dgm:cxn modelId="{120E2897-E46E-47CB-9F46-BAF5BD7E9021}" type="presOf" srcId="{7036EF2D-2EC0-41FC-925A-EAA232B0FDF2}" destId="{14065A0C-677E-478D-B402-557D0932B4C7}" srcOrd="0" destOrd="0" presId="urn:microsoft.com/office/officeart/2005/8/layout/default"/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  <dgm:cxn modelId="{A9562B97-91D2-4686-A12F-32E10E6A3878}" type="presParOf" srcId="{A9B8A263-F0D9-4E20-B3E2-2C366F8ACF90}" destId="{A1997958-1F79-4480-B6A1-70D10ADE0508}" srcOrd="3" destOrd="0" presId="urn:microsoft.com/office/officeart/2005/8/layout/default"/>
    <dgm:cxn modelId="{D8D0FC5E-1490-43FA-9B27-A4AABF588F17}" type="presParOf" srcId="{A9B8A263-F0D9-4E20-B3E2-2C366F8ACF90}" destId="{14065A0C-677E-478D-B402-557D0932B4C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 custT="1"/>
      <dgm:spPr>
        <a:solidFill>
          <a:srgbClr val="002060"/>
        </a:solidFill>
      </dgm:spPr>
      <dgm:t>
        <a:bodyPr anchor="t"/>
        <a:lstStyle/>
        <a:p>
          <a:r>
            <a:rPr lang="ru-RU" sz="3000" dirty="0"/>
            <a:t>Унитарное</a:t>
          </a:r>
          <a:endParaRPr lang="en-US" sz="3000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1" custScaleX="99517" custScaleY="66667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 custT="1"/>
      <dgm:spPr>
        <a:solidFill>
          <a:srgbClr val="002060"/>
        </a:solidFill>
      </dgm:spPr>
      <dgm:t>
        <a:bodyPr anchor="t"/>
        <a:lstStyle/>
        <a:p>
          <a:r>
            <a:rPr lang="ru-RU" sz="3000" dirty="0"/>
            <a:t>Унитарное</a:t>
          </a:r>
          <a:endParaRPr lang="en-US" sz="3000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1" custScaleX="99517" custScaleY="66667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Унитарное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Федерация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7036EF2D-2EC0-41FC-925A-EAA232B0FDF2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Конфедерация</a:t>
          </a:r>
          <a:endParaRPr lang="en-US" dirty="0"/>
        </a:p>
      </dgm:t>
    </dgm:pt>
    <dgm:pt modelId="{14DE4EDC-E9C9-497F-8E86-92664F784C5A}" type="parTrans" cxnId="{61E0AC91-D7D0-49BA-A364-14AA3DBFA1FB}">
      <dgm:prSet/>
      <dgm:spPr/>
      <dgm:t>
        <a:bodyPr/>
        <a:lstStyle/>
        <a:p>
          <a:endParaRPr lang="en-US"/>
        </a:p>
      </dgm:t>
    </dgm:pt>
    <dgm:pt modelId="{03365AD4-C3D0-4FCE-AB2D-D3F253539F61}" type="sibTrans" cxnId="{61E0AC91-D7D0-49BA-A364-14AA3DBFA1F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3" custScaleX="55601" custScaleY="90910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3" custScaleX="55601" custScaleY="90910">
        <dgm:presLayoutVars>
          <dgm:bulletEnabled val="1"/>
        </dgm:presLayoutVars>
      </dgm:prSet>
      <dgm:spPr>
        <a:prstGeom prst="roundRect">
          <a:avLst/>
        </a:prstGeom>
      </dgm:spPr>
    </dgm:pt>
    <dgm:pt modelId="{A1997958-1F79-4480-B6A1-70D10ADE0508}" type="pres">
      <dgm:prSet presAssocID="{3359C79E-243E-4420-B07A-AFB2D832CFD5}" presName="sibTrans" presStyleCnt="0"/>
      <dgm:spPr/>
    </dgm:pt>
    <dgm:pt modelId="{14065A0C-677E-478D-B402-557D0932B4C7}" type="pres">
      <dgm:prSet presAssocID="{7036EF2D-2EC0-41FC-925A-EAA232B0FDF2}" presName="node" presStyleLbl="node1" presStyleIdx="2" presStyleCnt="3" custScaleX="55601" custScaleY="90910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61E0AC91-D7D0-49BA-A364-14AA3DBFA1FB}" srcId="{96BF08AB-EE53-4BD9-B5E5-E858FA7A7969}" destId="{7036EF2D-2EC0-41FC-925A-EAA232B0FDF2}" srcOrd="2" destOrd="0" parTransId="{14DE4EDC-E9C9-497F-8E86-92664F784C5A}" sibTransId="{03365AD4-C3D0-4FCE-AB2D-D3F253539F61}"/>
    <dgm:cxn modelId="{120E2897-E46E-47CB-9F46-BAF5BD7E9021}" type="presOf" srcId="{7036EF2D-2EC0-41FC-925A-EAA232B0FDF2}" destId="{14065A0C-677E-478D-B402-557D0932B4C7}" srcOrd="0" destOrd="0" presId="urn:microsoft.com/office/officeart/2005/8/layout/default"/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  <dgm:cxn modelId="{A9562B97-91D2-4686-A12F-32E10E6A3878}" type="presParOf" srcId="{A9B8A263-F0D9-4E20-B3E2-2C366F8ACF90}" destId="{A1997958-1F79-4480-B6A1-70D10ADE0508}" srcOrd="3" destOrd="0" presId="urn:microsoft.com/office/officeart/2005/8/layout/default"/>
    <dgm:cxn modelId="{D8D0FC5E-1490-43FA-9B27-A4AABF588F17}" type="presParOf" srcId="{A9B8A263-F0D9-4E20-B3E2-2C366F8ACF90}" destId="{14065A0C-677E-478D-B402-557D0932B4C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2DA819-FBB7-40FD-8344-67055D33C2C0}">
      <dgm:prSet custT="1"/>
      <dgm:spPr>
        <a:solidFill>
          <a:srgbClr val="002060"/>
        </a:solidFill>
      </dgm:spPr>
      <dgm:t>
        <a:bodyPr anchor="t"/>
        <a:lstStyle/>
        <a:p>
          <a:r>
            <a:rPr lang="ru-RU" sz="3000" dirty="0"/>
            <a:t>Федерация</a:t>
          </a:r>
          <a:endParaRPr lang="en-US" sz="3000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BA60DA64-5FA9-4A97-BF3A-E93FADFF78E7}" type="pres">
      <dgm:prSet presAssocID="{1C2DA819-FBB7-40FD-8344-67055D33C2C0}" presName="node" presStyleLbl="node1" presStyleIdx="0" presStyleCnt="1" custScaleX="131959" custScaleY="90910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217EFEA3-F1A5-4853-A4E5-3DC1A30FAA1B}" srcId="{96BF08AB-EE53-4BD9-B5E5-E858FA7A7969}" destId="{1C2DA819-FBB7-40FD-8344-67055D33C2C0}" srcOrd="0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16ABFD93-2A1B-41AE-90A4-DE3430F5EA84}" type="presParOf" srcId="{A9B8A263-F0D9-4E20-B3E2-2C366F8ACF90}" destId="{BA60DA64-5FA9-4A97-BF3A-E93FADFF78E7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2DA819-FBB7-40FD-8344-67055D33C2C0}">
      <dgm:prSet custT="1"/>
      <dgm:spPr>
        <a:solidFill>
          <a:srgbClr val="002060"/>
        </a:solidFill>
      </dgm:spPr>
      <dgm:t>
        <a:bodyPr anchor="t"/>
        <a:lstStyle/>
        <a:p>
          <a:r>
            <a:rPr lang="ru-RU" sz="3000" dirty="0"/>
            <a:t>Федерация</a:t>
          </a:r>
          <a:endParaRPr lang="en-US" sz="3000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BA60DA64-5FA9-4A97-BF3A-E93FADFF78E7}" type="pres">
      <dgm:prSet presAssocID="{1C2DA819-FBB7-40FD-8344-67055D33C2C0}" presName="node" presStyleLbl="node1" presStyleIdx="0" presStyleCnt="1" custScaleX="131959" custScaleY="90910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217EFEA3-F1A5-4853-A4E5-3DC1A30FAA1B}" srcId="{96BF08AB-EE53-4BD9-B5E5-E858FA7A7969}" destId="{1C2DA819-FBB7-40FD-8344-67055D33C2C0}" srcOrd="0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16ABFD93-2A1B-41AE-90A4-DE3430F5EA84}" type="presParOf" srcId="{A9B8A263-F0D9-4E20-B3E2-2C366F8ACF90}" destId="{BA60DA64-5FA9-4A97-BF3A-E93FADFF78E7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Унитарное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Федерация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7036EF2D-2EC0-41FC-925A-EAA232B0FDF2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Конфедерация</a:t>
          </a:r>
          <a:endParaRPr lang="en-US" dirty="0"/>
        </a:p>
      </dgm:t>
    </dgm:pt>
    <dgm:pt modelId="{14DE4EDC-E9C9-497F-8E86-92664F784C5A}" type="parTrans" cxnId="{61E0AC91-D7D0-49BA-A364-14AA3DBFA1FB}">
      <dgm:prSet/>
      <dgm:spPr/>
      <dgm:t>
        <a:bodyPr/>
        <a:lstStyle/>
        <a:p>
          <a:endParaRPr lang="en-US"/>
        </a:p>
      </dgm:t>
    </dgm:pt>
    <dgm:pt modelId="{03365AD4-C3D0-4FCE-AB2D-D3F253539F61}" type="sibTrans" cxnId="{61E0AC91-D7D0-49BA-A364-14AA3DBFA1F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3" custScaleX="55601" custScaleY="90910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3" custScaleX="55601" custScaleY="90910">
        <dgm:presLayoutVars>
          <dgm:bulletEnabled val="1"/>
        </dgm:presLayoutVars>
      </dgm:prSet>
      <dgm:spPr>
        <a:prstGeom prst="roundRect">
          <a:avLst/>
        </a:prstGeom>
      </dgm:spPr>
    </dgm:pt>
    <dgm:pt modelId="{A1997958-1F79-4480-B6A1-70D10ADE0508}" type="pres">
      <dgm:prSet presAssocID="{3359C79E-243E-4420-B07A-AFB2D832CFD5}" presName="sibTrans" presStyleCnt="0"/>
      <dgm:spPr/>
    </dgm:pt>
    <dgm:pt modelId="{14065A0C-677E-478D-B402-557D0932B4C7}" type="pres">
      <dgm:prSet presAssocID="{7036EF2D-2EC0-41FC-925A-EAA232B0FDF2}" presName="node" presStyleLbl="node1" presStyleIdx="2" presStyleCnt="3" custScaleX="55601" custScaleY="90910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61E0AC91-D7D0-49BA-A364-14AA3DBFA1FB}" srcId="{96BF08AB-EE53-4BD9-B5E5-E858FA7A7969}" destId="{7036EF2D-2EC0-41FC-925A-EAA232B0FDF2}" srcOrd="2" destOrd="0" parTransId="{14DE4EDC-E9C9-497F-8E86-92664F784C5A}" sibTransId="{03365AD4-C3D0-4FCE-AB2D-D3F253539F61}"/>
    <dgm:cxn modelId="{120E2897-E46E-47CB-9F46-BAF5BD7E9021}" type="presOf" srcId="{7036EF2D-2EC0-41FC-925A-EAA232B0FDF2}" destId="{14065A0C-677E-478D-B402-557D0932B4C7}" srcOrd="0" destOrd="0" presId="urn:microsoft.com/office/officeart/2005/8/layout/default"/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  <dgm:cxn modelId="{A9562B97-91D2-4686-A12F-32E10E6A3878}" type="presParOf" srcId="{A9B8A263-F0D9-4E20-B3E2-2C366F8ACF90}" destId="{A1997958-1F79-4480-B6A1-70D10ADE0508}" srcOrd="3" destOrd="0" presId="urn:microsoft.com/office/officeart/2005/8/layout/default"/>
    <dgm:cxn modelId="{D8D0FC5E-1490-43FA-9B27-A4AABF588F17}" type="presParOf" srcId="{A9B8A263-F0D9-4E20-B3E2-2C366F8ACF90}" destId="{14065A0C-677E-478D-B402-557D0932B4C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36EF2D-2EC0-41FC-925A-EAA232B0FDF2}">
      <dgm:prSet custT="1"/>
      <dgm:spPr>
        <a:solidFill>
          <a:srgbClr val="002060"/>
        </a:solidFill>
      </dgm:spPr>
      <dgm:t>
        <a:bodyPr anchor="t"/>
        <a:lstStyle/>
        <a:p>
          <a:r>
            <a:rPr lang="ru-RU" sz="3000" dirty="0"/>
            <a:t>Конфедерация</a:t>
          </a:r>
          <a:endParaRPr lang="en-US" sz="3000" dirty="0"/>
        </a:p>
      </dgm:t>
    </dgm:pt>
    <dgm:pt modelId="{14DE4EDC-E9C9-497F-8E86-92664F784C5A}" type="parTrans" cxnId="{61E0AC91-D7D0-49BA-A364-14AA3DBFA1FB}">
      <dgm:prSet/>
      <dgm:spPr/>
      <dgm:t>
        <a:bodyPr/>
        <a:lstStyle/>
        <a:p>
          <a:endParaRPr lang="en-US"/>
        </a:p>
      </dgm:t>
    </dgm:pt>
    <dgm:pt modelId="{03365AD4-C3D0-4FCE-AB2D-D3F253539F61}" type="sibTrans" cxnId="{61E0AC91-D7D0-49BA-A364-14AA3DBFA1F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14065A0C-677E-478D-B402-557D0932B4C7}" type="pres">
      <dgm:prSet presAssocID="{7036EF2D-2EC0-41FC-925A-EAA232B0FDF2}" presName="node" presStyleLbl="node1" presStyleIdx="0" presStyleCnt="1" custScaleX="131959" custScaleY="90910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61E0AC91-D7D0-49BA-A364-14AA3DBFA1FB}" srcId="{96BF08AB-EE53-4BD9-B5E5-E858FA7A7969}" destId="{7036EF2D-2EC0-41FC-925A-EAA232B0FDF2}" srcOrd="0" destOrd="0" parTransId="{14DE4EDC-E9C9-497F-8E86-92664F784C5A}" sibTransId="{03365AD4-C3D0-4FCE-AB2D-D3F253539F61}"/>
    <dgm:cxn modelId="{120E2897-E46E-47CB-9F46-BAF5BD7E9021}" type="presOf" srcId="{7036EF2D-2EC0-41FC-925A-EAA232B0FDF2}" destId="{14065A0C-677E-478D-B402-557D0932B4C7}" srcOrd="0" destOrd="0" presId="urn:microsoft.com/office/officeart/2005/8/layout/default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D8D0FC5E-1490-43FA-9B27-A4AABF588F17}" type="presParOf" srcId="{A9B8A263-F0D9-4E20-B3E2-2C366F8ACF90}" destId="{14065A0C-677E-478D-B402-557D0932B4C7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36EF2D-2EC0-41FC-925A-EAA232B0FDF2}">
      <dgm:prSet custT="1"/>
      <dgm:spPr>
        <a:solidFill>
          <a:srgbClr val="002060"/>
        </a:solidFill>
      </dgm:spPr>
      <dgm:t>
        <a:bodyPr anchor="t"/>
        <a:lstStyle/>
        <a:p>
          <a:r>
            <a:rPr lang="ru-RU" sz="3000" dirty="0"/>
            <a:t>Конфедерация</a:t>
          </a:r>
          <a:endParaRPr lang="en-US" sz="3000" dirty="0"/>
        </a:p>
      </dgm:t>
    </dgm:pt>
    <dgm:pt modelId="{14DE4EDC-E9C9-497F-8E86-92664F784C5A}" type="parTrans" cxnId="{61E0AC91-D7D0-49BA-A364-14AA3DBFA1FB}">
      <dgm:prSet/>
      <dgm:spPr/>
      <dgm:t>
        <a:bodyPr/>
        <a:lstStyle/>
        <a:p>
          <a:endParaRPr lang="en-US"/>
        </a:p>
      </dgm:t>
    </dgm:pt>
    <dgm:pt modelId="{03365AD4-C3D0-4FCE-AB2D-D3F253539F61}" type="sibTrans" cxnId="{61E0AC91-D7D0-49BA-A364-14AA3DBFA1F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14065A0C-677E-478D-B402-557D0932B4C7}" type="pres">
      <dgm:prSet presAssocID="{7036EF2D-2EC0-41FC-925A-EAA232B0FDF2}" presName="node" presStyleLbl="node1" presStyleIdx="0" presStyleCnt="1" custScaleX="131959" custScaleY="90910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61E0AC91-D7D0-49BA-A364-14AA3DBFA1FB}" srcId="{96BF08AB-EE53-4BD9-B5E5-E858FA7A7969}" destId="{7036EF2D-2EC0-41FC-925A-EAA232B0FDF2}" srcOrd="0" destOrd="0" parTransId="{14DE4EDC-E9C9-497F-8E86-92664F784C5A}" sibTransId="{03365AD4-C3D0-4FCE-AB2D-D3F253539F61}"/>
    <dgm:cxn modelId="{120E2897-E46E-47CB-9F46-BAF5BD7E9021}" type="presOf" srcId="{7036EF2D-2EC0-41FC-925A-EAA232B0FDF2}" destId="{14065A0C-677E-478D-B402-557D0932B4C7}" srcOrd="0" destOrd="0" presId="urn:microsoft.com/office/officeart/2005/8/layout/default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D8D0FC5E-1490-43FA-9B27-A4AABF588F17}" type="presParOf" srcId="{A9B8A263-F0D9-4E20-B3E2-2C366F8ACF90}" destId="{14065A0C-677E-478D-B402-557D0932B4C7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81AB7F9-DC8F-4141-AC2A-574E3EF0FD64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20DF2A82-4230-4090-9B2F-86B85362BD1E}">
      <dgm:prSet/>
      <dgm:spPr/>
      <dgm:t>
        <a:bodyPr/>
        <a:lstStyle/>
        <a:p>
          <a:r>
            <a:rPr lang="ru-RU" b="1" dirty="0"/>
            <a:t>Федерация</a:t>
          </a:r>
          <a:r>
            <a:rPr lang="ru-RU" b="0" dirty="0"/>
            <a:t> – это форма государственного устройства, при которой части федеративного государств являются</a:t>
          </a:r>
          <a:r>
            <a:rPr lang="ru-RU" b="1" dirty="0"/>
            <a:t> государственными образованиями</a:t>
          </a:r>
          <a:r>
            <a:rPr lang="ru-RU" b="0" dirty="0"/>
            <a:t>, обладающими юридически определённой </a:t>
          </a:r>
          <a:r>
            <a:rPr lang="ru-RU" b="1" dirty="0"/>
            <a:t>самостоятельностью</a:t>
          </a:r>
          <a:r>
            <a:rPr lang="ru-RU" b="0" dirty="0"/>
            <a:t>.</a:t>
          </a:r>
        </a:p>
      </dgm:t>
    </dgm:pt>
    <dgm:pt modelId="{11E6B310-1991-4C31-8090-B01303CC1418}" type="parTrans" cxnId="{DB7404F6-2229-45DF-9183-D8029AD2FBB1}">
      <dgm:prSet/>
      <dgm:spPr/>
      <dgm:t>
        <a:bodyPr/>
        <a:lstStyle/>
        <a:p>
          <a:endParaRPr lang="ru-RU"/>
        </a:p>
      </dgm:t>
    </dgm:pt>
    <dgm:pt modelId="{06C280AB-4E77-4354-8EE7-C99E88A857FA}" type="sibTrans" cxnId="{DB7404F6-2229-45DF-9183-D8029AD2FBB1}">
      <dgm:prSet/>
      <dgm:spPr/>
      <dgm:t>
        <a:bodyPr/>
        <a:lstStyle/>
        <a:p>
          <a:endParaRPr lang="ru-RU"/>
        </a:p>
      </dgm:t>
    </dgm:pt>
    <dgm:pt modelId="{A0C31AFC-96FA-4627-BE22-D1C6F9D11C04}">
      <dgm:prSet/>
      <dgm:spPr/>
      <dgm:t>
        <a:bodyPr/>
        <a:lstStyle/>
        <a:p>
          <a:r>
            <a:rPr lang="ru-RU" b="0" dirty="0"/>
            <a:t>Для федерации характерно наличие территориальных образований — </a:t>
          </a:r>
          <a:r>
            <a:rPr lang="ru-RU" b="1" dirty="0"/>
            <a:t>субъектов федерации</a:t>
          </a:r>
          <a:r>
            <a:rPr lang="ru-RU" b="0" dirty="0"/>
            <a:t>, которые не обладают государственным суверенитетом, но имеют </a:t>
          </a:r>
          <a:r>
            <a:rPr lang="ru-RU" b="1" dirty="0"/>
            <a:t>достаточно широкие полномочия</a:t>
          </a:r>
          <a:r>
            <a:rPr lang="ru-RU" b="0" dirty="0"/>
            <a:t> в проведении внутренней политики.</a:t>
          </a:r>
        </a:p>
      </dgm:t>
    </dgm:pt>
    <dgm:pt modelId="{372ABE55-D4E9-4E60-8643-65044B514BF9}" type="parTrans" cxnId="{F98B32AC-F658-4FDA-A6BE-5EB420F43326}">
      <dgm:prSet/>
      <dgm:spPr/>
      <dgm:t>
        <a:bodyPr/>
        <a:lstStyle/>
        <a:p>
          <a:endParaRPr lang="ru-RU"/>
        </a:p>
      </dgm:t>
    </dgm:pt>
    <dgm:pt modelId="{45F6E843-3D47-4EC5-86D7-FE4D954ABE45}" type="sibTrans" cxnId="{F98B32AC-F658-4FDA-A6BE-5EB420F43326}">
      <dgm:prSet/>
      <dgm:spPr/>
      <dgm:t>
        <a:bodyPr/>
        <a:lstStyle/>
        <a:p>
          <a:endParaRPr lang="ru-RU"/>
        </a:p>
      </dgm:t>
    </dgm:pt>
    <dgm:pt modelId="{A23704C1-CC0B-456F-834D-3EAF24165AB8}" type="pres">
      <dgm:prSet presAssocID="{881AB7F9-DC8F-4141-AC2A-574E3EF0FD64}" presName="linear" presStyleCnt="0">
        <dgm:presLayoutVars>
          <dgm:animLvl val="lvl"/>
          <dgm:resizeHandles val="exact"/>
        </dgm:presLayoutVars>
      </dgm:prSet>
      <dgm:spPr/>
    </dgm:pt>
    <dgm:pt modelId="{6167A46B-FFD0-4E64-A8E5-80186212397D}" type="pres">
      <dgm:prSet presAssocID="{20DF2A82-4230-4090-9B2F-86B85362BD1E}" presName="parentText" presStyleLbl="node1" presStyleIdx="0" presStyleCnt="2" custScaleY="75132">
        <dgm:presLayoutVars>
          <dgm:chMax val="0"/>
          <dgm:bulletEnabled val="1"/>
        </dgm:presLayoutVars>
      </dgm:prSet>
      <dgm:spPr/>
    </dgm:pt>
    <dgm:pt modelId="{505601FA-C8C2-46BE-A501-D16DE857BCAE}" type="pres">
      <dgm:prSet presAssocID="{06C280AB-4E77-4354-8EE7-C99E88A857FA}" presName="spacer" presStyleCnt="0"/>
      <dgm:spPr/>
    </dgm:pt>
    <dgm:pt modelId="{D7FEAC02-561E-4ACF-B0A4-DFDEF4C1A2D9}" type="pres">
      <dgm:prSet presAssocID="{A0C31AFC-96FA-4627-BE22-D1C6F9D11C0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2D27F12-2194-4A69-A225-F6D08FB0D4A9}" type="presOf" srcId="{881AB7F9-DC8F-4141-AC2A-574E3EF0FD64}" destId="{A23704C1-CC0B-456F-834D-3EAF24165AB8}" srcOrd="0" destOrd="0" presId="urn:microsoft.com/office/officeart/2005/8/layout/vList2"/>
    <dgm:cxn modelId="{12D3EB16-DB75-4A37-9AA3-61CE700A50A8}" type="presOf" srcId="{20DF2A82-4230-4090-9B2F-86B85362BD1E}" destId="{6167A46B-FFD0-4E64-A8E5-80186212397D}" srcOrd="0" destOrd="0" presId="urn:microsoft.com/office/officeart/2005/8/layout/vList2"/>
    <dgm:cxn modelId="{F98B32AC-F658-4FDA-A6BE-5EB420F43326}" srcId="{881AB7F9-DC8F-4141-AC2A-574E3EF0FD64}" destId="{A0C31AFC-96FA-4627-BE22-D1C6F9D11C04}" srcOrd="1" destOrd="0" parTransId="{372ABE55-D4E9-4E60-8643-65044B514BF9}" sibTransId="{45F6E843-3D47-4EC5-86D7-FE4D954ABE45}"/>
    <dgm:cxn modelId="{81EAD2B0-2B66-410A-8164-65E944641076}" type="presOf" srcId="{A0C31AFC-96FA-4627-BE22-D1C6F9D11C04}" destId="{D7FEAC02-561E-4ACF-B0A4-DFDEF4C1A2D9}" srcOrd="0" destOrd="0" presId="urn:microsoft.com/office/officeart/2005/8/layout/vList2"/>
    <dgm:cxn modelId="{DB7404F6-2229-45DF-9183-D8029AD2FBB1}" srcId="{881AB7F9-DC8F-4141-AC2A-574E3EF0FD64}" destId="{20DF2A82-4230-4090-9B2F-86B85362BD1E}" srcOrd="0" destOrd="0" parTransId="{11E6B310-1991-4C31-8090-B01303CC1418}" sibTransId="{06C280AB-4E77-4354-8EE7-C99E88A857FA}"/>
    <dgm:cxn modelId="{97EA63D5-EB6C-4F20-A8BD-E7BD41B88353}" type="presParOf" srcId="{A23704C1-CC0B-456F-834D-3EAF24165AB8}" destId="{6167A46B-FFD0-4E64-A8E5-80186212397D}" srcOrd="0" destOrd="0" presId="urn:microsoft.com/office/officeart/2005/8/layout/vList2"/>
    <dgm:cxn modelId="{A5DAB1C6-A559-44D5-8B9C-8217D433DB65}" type="presParOf" srcId="{A23704C1-CC0B-456F-834D-3EAF24165AB8}" destId="{505601FA-C8C2-46BE-A501-D16DE857BCAE}" srcOrd="1" destOrd="0" presId="urn:microsoft.com/office/officeart/2005/8/layout/vList2"/>
    <dgm:cxn modelId="{5AD0A5F9-B622-4CDE-86AB-5E8B84132952}" type="presParOf" srcId="{A23704C1-CC0B-456F-834D-3EAF24165AB8}" destId="{D7FEAC02-561E-4ACF-B0A4-DFDEF4C1A2D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81AB7F9-DC8F-4141-AC2A-574E3EF0FD64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20DF2A82-4230-4090-9B2F-86B85362BD1E}">
      <dgm:prSet/>
      <dgm:spPr/>
      <dgm:t>
        <a:bodyPr/>
        <a:lstStyle/>
        <a:p>
          <a:r>
            <a:rPr lang="ru-RU" b="1" dirty="0"/>
            <a:t>Субъект РФ </a:t>
          </a:r>
          <a:r>
            <a:rPr lang="ru-RU" b="0" dirty="0"/>
            <a:t>— название территориальной единицы верхнего уровня в РФ. Согласно Конституции РФ Россия состоит из </a:t>
          </a:r>
          <a:r>
            <a:rPr lang="ru-RU" b="0" u="sng" dirty="0"/>
            <a:t>равноправных</a:t>
          </a:r>
          <a:r>
            <a:rPr lang="ru-RU" b="0" dirty="0"/>
            <a:t> субъектов Российской Федерации.</a:t>
          </a:r>
        </a:p>
      </dgm:t>
    </dgm:pt>
    <dgm:pt modelId="{11E6B310-1991-4C31-8090-B01303CC1418}" type="parTrans" cxnId="{DB7404F6-2229-45DF-9183-D8029AD2FBB1}">
      <dgm:prSet/>
      <dgm:spPr/>
      <dgm:t>
        <a:bodyPr/>
        <a:lstStyle/>
        <a:p>
          <a:endParaRPr lang="ru-RU"/>
        </a:p>
      </dgm:t>
    </dgm:pt>
    <dgm:pt modelId="{06C280AB-4E77-4354-8EE7-C99E88A857FA}" type="sibTrans" cxnId="{DB7404F6-2229-45DF-9183-D8029AD2FBB1}">
      <dgm:prSet/>
      <dgm:spPr/>
      <dgm:t>
        <a:bodyPr/>
        <a:lstStyle/>
        <a:p>
          <a:endParaRPr lang="ru-RU"/>
        </a:p>
      </dgm:t>
    </dgm:pt>
    <dgm:pt modelId="{A23704C1-CC0B-456F-834D-3EAF24165AB8}" type="pres">
      <dgm:prSet presAssocID="{881AB7F9-DC8F-4141-AC2A-574E3EF0FD64}" presName="linear" presStyleCnt="0">
        <dgm:presLayoutVars>
          <dgm:animLvl val="lvl"/>
          <dgm:resizeHandles val="exact"/>
        </dgm:presLayoutVars>
      </dgm:prSet>
      <dgm:spPr/>
    </dgm:pt>
    <dgm:pt modelId="{6167A46B-FFD0-4E64-A8E5-80186212397D}" type="pres">
      <dgm:prSet presAssocID="{20DF2A82-4230-4090-9B2F-86B85362BD1E}" presName="parentText" presStyleLbl="node1" presStyleIdx="0" presStyleCnt="1" custScaleY="75132">
        <dgm:presLayoutVars>
          <dgm:chMax val="0"/>
          <dgm:bulletEnabled val="1"/>
        </dgm:presLayoutVars>
      </dgm:prSet>
      <dgm:spPr/>
    </dgm:pt>
  </dgm:ptLst>
  <dgm:cxnLst>
    <dgm:cxn modelId="{72D27F12-2194-4A69-A225-F6D08FB0D4A9}" type="presOf" srcId="{881AB7F9-DC8F-4141-AC2A-574E3EF0FD64}" destId="{A23704C1-CC0B-456F-834D-3EAF24165AB8}" srcOrd="0" destOrd="0" presId="urn:microsoft.com/office/officeart/2005/8/layout/vList2"/>
    <dgm:cxn modelId="{12D3EB16-DB75-4A37-9AA3-61CE700A50A8}" type="presOf" srcId="{20DF2A82-4230-4090-9B2F-86B85362BD1E}" destId="{6167A46B-FFD0-4E64-A8E5-80186212397D}" srcOrd="0" destOrd="0" presId="urn:microsoft.com/office/officeart/2005/8/layout/vList2"/>
    <dgm:cxn modelId="{DB7404F6-2229-45DF-9183-D8029AD2FBB1}" srcId="{881AB7F9-DC8F-4141-AC2A-574E3EF0FD64}" destId="{20DF2A82-4230-4090-9B2F-86B85362BD1E}" srcOrd="0" destOrd="0" parTransId="{11E6B310-1991-4C31-8090-B01303CC1418}" sibTransId="{06C280AB-4E77-4354-8EE7-C99E88A857FA}"/>
    <dgm:cxn modelId="{97EA63D5-EB6C-4F20-A8BD-E7BD41B88353}" type="presParOf" srcId="{A23704C1-CC0B-456F-834D-3EAF24165AB8}" destId="{6167A46B-FFD0-4E64-A8E5-80186212397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88C98AA-21CB-4755-AEFF-2C00C7B6921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BA992E-FB03-49C9-BC8A-145E4A9DC2C5}">
      <dgm:prSet/>
      <dgm:spPr>
        <a:solidFill>
          <a:srgbClr val="002060"/>
        </a:solidFill>
      </dgm:spPr>
      <dgm:t>
        <a:bodyPr/>
        <a:lstStyle/>
        <a:p>
          <a:r>
            <a:rPr lang="ru-RU" b="0" dirty="0"/>
            <a:t>часть 1 статьи 65 Конституции РФ содержит исчерпывающий перечень и официальное наименование всех субъектов РФ </a:t>
          </a:r>
          <a:br>
            <a:rPr lang="ru-RU" b="0" dirty="0"/>
          </a:br>
          <a:r>
            <a:rPr lang="ru-RU" b="0" dirty="0"/>
            <a:t>(всего </a:t>
          </a:r>
          <a:r>
            <a:rPr lang="ru-RU" b="1" dirty="0"/>
            <a:t>89 субъектов</a:t>
          </a:r>
          <a:r>
            <a:rPr lang="ru-RU" b="0" dirty="0"/>
            <a:t>).</a:t>
          </a:r>
          <a:endParaRPr lang="en-US" dirty="0"/>
        </a:p>
      </dgm:t>
    </dgm:pt>
    <dgm:pt modelId="{000F2668-4222-4406-8D8F-F494A18D28C4}" type="parTrans" cxnId="{55EE7D99-CC0E-4B19-A1C2-0030353A8909}">
      <dgm:prSet/>
      <dgm:spPr/>
      <dgm:t>
        <a:bodyPr/>
        <a:lstStyle/>
        <a:p>
          <a:endParaRPr lang="en-US"/>
        </a:p>
      </dgm:t>
    </dgm:pt>
    <dgm:pt modelId="{221469BD-F875-48AD-AF5E-FFD33A4856AF}" type="sibTrans" cxnId="{55EE7D99-CC0E-4B19-A1C2-0030353A8909}">
      <dgm:prSet/>
      <dgm:spPr/>
      <dgm:t>
        <a:bodyPr/>
        <a:lstStyle/>
        <a:p>
          <a:endParaRPr lang="en-US"/>
        </a:p>
      </dgm:t>
    </dgm:pt>
    <dgm:pt modelId="{632E816B-FEE4-4615-9720-AC5A45CE1450}" type="pres">
      <dgm:prSet presAssocID="{488C98AA-21CB-4755-AEFF-2C00C7B69216}" presName="linear" presStyleCnt="0">
        <dgm:presLayoutVars>
          <dgm:animLvl val="lvl"/>
          <dgm:resizeHandles val="exact"/>
        </dgm:presLayoutVars>
      </dgm:prSet>
      <dgm:spPr/>
    </dgm:pt>
    <dgm:pt modelId="{EE4C5B17-EC97-4A12-9CFC-4FE035D42D23}" type="pres">
      <dgm:prSet presAssocID="{23BA992E-FB03-49C9-BC8A-145E4A9DC2C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738962C-B840-4EDA-A228-E800A0F94619}" type="presOf" srcId="{488C98AA-21CB-4755-AEFF-2C00C7B69216}" destId="{632E816B-FEE4-4615-9720-AC5A45CE1450}" srcOrd="0" destOrd="0" presId="urn:microsoft.com/office/officeart/2005/8/layout/vList2"/>
    <dgm:cxn modelId="{B880A34B-0337-4BAE-BA4A-04136BA25B15}" type="presOf" srcId="{23BA992E-FB03-49C9-BC8A-145E4A9DC2C5}" destId="{EE4C5B17-EC97-4A12-9CFC-4FE035D42D23}" srcOrd="0" destOrd="0" presId="urn:microsoft.com/office/officeart/2005/8/layout/vList2"/>
    <dgm:cxn modelId="{55EE7D99-CC0E-4B19-A1C2-0030353A8909}" srcId="{488C98AA-21CB-4755-AEFF-2C00C7B69216}" destId="{23BA992E-FB03-49C9-BC8A-145E4A9DC2C5}" srcOrd="0" destOrd="0" parTransId="{000F2668-4222-4406-8D8F-F494A18D28C4}" sibTransId="{221469BD-F875-48AD-AF5E-FFD33A4856AF}"/>
    <dgm:cxn modelId="{5DF4ADFE-2C66-40CB-8D12-568C6EFFF83A}" type="presParOf" srcId="{632E816B-FEE4-4615-9720-AC5A45CE1450}" destId="{EE4C5B17-EC97-4A12-9CFC-4FE035D42D2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/>
      <dgm:spPr>
        <a:solidFill>
          <a:srgbClr val="002060"/>
        </a:solidFill>
      </dgm:spPr>
      <dgm:t>
        <a:bodyPr anchor="t"/>
        <a:lstStyle/>
        <a:p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7036EF2D-2EC0-41FC-925A-EAA232B0FDF2}">
      <dgm:prSet/>
      <dgm:spPr>
        <a:solidFill>
          <a:srgbClr val="002060"/>
        </a:solidFill>
      </dgm:spPr>
      <dgm:t>
        <a:bodyPr anchor="t"/>
        <a:lstStyle/>
        <a:p>
          <a:endParaRPr lang="en-US" dirty="0"/>
        </a:p>
      </dgm:t>
    </dgm:pt>
    <dgm:pt modelId="{14DE4EDC-E9C9-497F-8E86-92664F784C5A}" type="parTrans" cxnId="{61E0AC91-D7D0-49BA-A364-14AA3DBFA1FB}">
      <dgm:prSet/>
      <dgm:spPr/>
      <dgm:t>
        <a:bodyPr/>
        <a:lstStyle/>
        <a:p>
          <a:endParaRPr lang="en-US"/>
        </a:p>
      </dgm:t>
    </dgm:pt>
    <dgm:pt modelId="{03365AD4-C3D0-4FCE-AB2D-D3F253539F61}" type="sibTrans" cxnId="{61E0AC91-D7D0-49BA-A364-14AA3DBFA1F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3" custScaleX="144217" custScaleY="345617" custLinFactNeighborX="-200" custLinFactNeighborY="-130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3" custScaleX="144217" custScaleY="345617" custLinFactNeighborX="-254" custLinFactNeighborY="-130">
        <dgm:presLayoutVars>
          <dgm:bulletEnabled val="1"/>
        </dgm:presLayoutVars>
      </dgm:prSet>
      <dgm:spPr>
        <a:prstGeom prst="roundRect">
          <a:avLst/>
        </a:prstGeom>
      </dgm:spPr>
    </dgm:pt>
    <dgm:pt modelId="{A1997958-1F79-4480-B6A1-70D10ADE0508}" type="pres">
      <dgm:prSet presAssocID="{3359C79E-243E-4420-B07A-AFB2D832CFD5}" presName="sibTrans" presStyleCnt="0"/>
      <dgm:spPr/>
    </dgm:pt>
    <dgm:pt modelId="{14065A0C-677E-478D-B402-557D0932B4C7}" type="pres">
      <dgm:prSet presAssocID="{7036EF2D-2EC0-41FC-925A-EAA232B0FDF2}" presName="node" presStyleLbl="node1" presStyleIdx="2" presStyleCnt="3" custScaleX="144217" custScaleY="345617" custLinFactNeighborX="-254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61E0AC91-D7D0-49BA-A364-14AA3DBFA1FB}" srcId="{96BF08AB-EE53-4BD9-B5E5-E858FA7A7969}" destId="{7036EF2D-2EC0-41FC-925A-EAA232B0FDF2}" srcOrd="2" destOrd="0" parTransId="{14DE4EDC-E9C9-497F-8E86-92664F784C5A}" sibTransId="{03365AD4-C3D0-4FCE-AB2D-D3F253539F61}"/>
    <dgm:cxn modelId="{120E2897-E46E-47CB-9F46-BAF5BD7E9021}" type="presOf" srcId="{7036EF2D-2EC0-41FC-925A-EAA232B0FDF2}" destId="{14065A0C-677E-478D-B402-557D0932B4C7}" srcOrd="0" destOrd="0" presId="urn:microsoft.com/office/officeart/2005/8/layout/default"/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  <dgm:cxn modelId="{A9562B97-91D2-4686-A12F-32E10E6A3878}" type="presParOf" srcId="{A9B8A263-F0D9-4E20-B3E2-2C366F8ACF90}" destId="{A1997958-1F79-4480-B6A1-70D10ADE0508}" srcOrd="3" destOrd="0" presId="urn:microsoft.com/office/officeart/2005/8/layout/default"/>
    <dgm:cxn modelId="{D8D0FC5E-1490-43FA-9B27-A4AABF588F17}" type="presParOf" srcId="{A9B8A263-F0D9-4E20-B3E2-2C366F8ACF90}" destId="{14065A0C-677E-478D-B402-557D0932B4C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81AB7F9-DC8F-4141-AC2A-574E3EF0FD64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A0C31AFC-96FA-4627-BE22-D1C6F9D11C04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b="0" dirty="0"/>
            <a:t>Самый большое количество субъектов</a:t>
          </a:r>
        </a:p>
      </dgm:t>
    </dgm:pt>
    <dgm:pt modelId="{372ABE55-D4E9-4E60-8643-65044B514BF9}" type="parTrans" cxnId="{F98B32AC-F658-4FDA-A6BE-5EB420F43326}">
      <dgm:prSet/>
      <dgm:spPr/>
      <dgm:t>
        <a:bodyPr/>
        <a:lstStyle/>
        <a:p>
          <a:endParaRPr lang="ru-RU"/>
        </a:p>
      </dgm:t>
    </dgm:pt>
    <dgm:pt modelId="{45F6E843-3D47-4EC5-86D7-FE4D954ABE45}" type="sibTrans" cxnId="{F98B32AC-F658-4FDA-A6BE-5EB420F43326}">
      <dgm:prSet/>
      <dgm:spPr/>
      <dgm:t>
        <a:bodyPr/>
        <a:lstStyle/>
        <a:p>
          <a:endParaRPr lang="ru-RU"/>
        </a:p>
      </dgm:t>
    </dgm:pt>
    <dgm:pt modelId="{27137BA8-1DAA-4799-BD80-741954E5040C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b="0" dirty="0"/>
            <a:t>6 типов субъектов РФ</a:t>
          </a:r>
        </a:p>
      </dgm:t>
    </dgm:pt>
    <dgm:pt modelId="{3D5A3E04-2FD0-4AAB-8031-30C8970DEE4B}" type="parTrans" cxnId="{1CF99838-F06D-41CA-926C-D1770A18954B}">
      <dgm:prSet/>
      <dgm:spPr/>
      <dgm:t>
        <a:bodyPr/>
        <a:lstStyle/>
        <a:p>
          <a:endParaRPr lang="ru-RU"/>
        </a:p>
      </dgm:t>
    </dgm:pt>
    <dgm:pt modelId="{5307DBF4-3D51-4E76-98FE-8F60A39ABFB1}" type="sibTrans" cxnId="{1CF99838-F06D-41CA-926C-D1770A18954B}">
      <dgm:prSet/>
      <dgm:spPr/>
      <dgm:t>
        <a:bodyPr/>
        <a:lstStyle/>
        <a:p>
          <a:endParaRPr lang="ru-RU"/>
        </a:p>
      </dgm:t>
    </dgm:pt>
    <dgm:pt modelId="{7C9B8F7B-4502-4A0B-BB13-4B611A604B1F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b="0" dirty="0"/>
            <a:t>Разный тип образования субъектов </a:t>
          </a:r>
        </a:p>
      </dgm:t>
    </dgm:pt>
    <dgm:pt modelId="{640732B7-65A7-44D8-A892-C78B42D479E9}" type="parTrans" cxnId="{3D9B65BF-0239-4820-ACF8-C0C3A2287781}">
      <dgm:prSet/>
      <dgm:spPr/>
      <dgm:t>
        <a:bodyPr/>
        <a:lstStyle/>
        <a:p>
          <a:endParaRPr lang="ru-RU"/>
        </a:p>
      </dgm:t>
    </dgm:pt>
    <dgm:pt modelId="{3FD88B7F-C133-45D2-AAB0-D49999B50D2B}" type="sibTrans" cxnId="{3D9B65BF-0239-4820-ACF8-C0C3A2287781}">
      <dgm:prSet/>
      <dgm:spPr/>
      <dgm:t>
        <a:bodyPr/>
        <a:lstStyle/>
        <a:p>
          <a:endParaRPr lang="ru-RU"/>
        </a:p>
      </dgm:t>
    </dgm:pt>
    <dgm:pt modelId="{411DB49C-9EB2-43B8-B30A-D5F617EA6FE1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b="0" dirty="0"/>
            <a:t>8 федеральных округов </a:t>
          </a:r>
        </a:p>
      </dgm:t>
    </dgm:pt>
    <dgm:pt modelId="{9C60B69D-6789-4B83-9262-24F4C7D44FE5}" type="parTrans" cxnId="{5DA6BE28-CFD3-4462-A2DF-AFA44B4CDE55}">
      <dgm:prSet/>
      <dgm:spPr/>
      <dgm:t>
        <a:bodyPr/>
        <a:lstStyle/>
        <a:p>
          <a:endParaRPr lang="ru-RU"/>
        </a:p>
      </dgm:t>
    </dgm:pt>
    <dgm:pt modelId="{A12C80F7-017C-4A26-A049-DD62039C2FF2}" type="sibTrans" cxnId="{5DA6BE28-CFD3-4462-A2DF-AFA44B4CDE55}">
      <dgm:prSet/>
      <dgm:spPr/>
      <dgm:t>
        <a:bodyPr/>
        <a:lstStyle/>
        <a:p>
          <a:endParaRPr lang="ru-RU"/>
        </a:p>
      </dgm:t>
    </dgm:pt>
    <dgm:pt modelId="{A798E5CE-D08B-4353-89A5-44ED835A7BCF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b="0" dirty="0"/>
            <a:t>Федеративные договоры</a:t>
          </a:r>
        </a:p>
      </dgm:t>
    </dgm:pt>
    <dgm:pt modelId="{2CB08954-D1F0-4922-BB3D-7589DAD6AD9F}" type="parTrans" cxnId="{757016A6-0D7A-4601-A98F-68A1FA0AADD8}">
      <dgm:prSet/>
      <dgm:spPr/>
      <dgm:t>
        <a:bodyPr/>
        <a:lstStyle/>
        <a:p>
          <a:endParaRPr lang="ru-RU"/>
        </a:p>
      </dgm:t>
    </dgm:pt>
    <dgm:pt modelId="{63AF0FBB-FB5E-4FF9-A27D-D4B1BEA78D94}" type="sibTrans" cxnId="{757016A6-0D7A-4601-A98F-68A1FA0AADD8}">
      <dgm:prSet/>
      <dgm:spPr/>
      <dgm:t>
        <a:bodyPr/>
        <a:lstStyle/>
        <a:p>
          <a:endParaRPr lang="ru-RU"/>
        </a:p>
      </dgm:t>
    </dgm:pt>
    <dgm:pt modelId="{ED493CC2-8E1E-490B-B203-A68C825BF94E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b="0" dirty="0"/>
            <a:t>Существенные региональные диспропорции</a:t>
          </a:r>
        </a:p>
      </dgm:t>
    </dgm:pt>
    <dgm:pt modelId="{35CC337E-ED50-43A8-818B-23A0194A76EC}" type="parTrans" cxnId="{F6A0179F-30B1-4E3C-84A9-B0A51B7C4539}">
      <dgm:prSet/>
      <dgm:spPr/>
      <dgm:t>
        <a:bodyPr/>
        <a:lstStyle/>
        <a:p>
          <a:endParaRPr lang="ru-RU"/>
        </a:p>
      </dgm:t>
    </dgm:pt>
    <dgm:pt modelId="{F896C7AF-5D8B-47E1-81DF-AF7558137194}" type="sibTrans" cxnId="{F6A0179F-30B1-4E3C-84A9-B0A51B7C4539}">
      <dgm:prSet/>
      <dgm:spPr/>
      <dgm:t>
        <a:bodyPr/>
        <a:lstStyle/>
        <a:p>
          <a:endParaRPr lang="ru-RU"/>
        </a:p>
      </dgm:t>
    </dgm:pt>
    <dgm:pt modelId="{7BAE4781-748F-4FB8-ACFD-8F88EAA23879}" type="pres">
      <dgm:prSet presAssocID="{881AB7F9-DC8F-4141-AC2A-574E3EF0FD64}" presName="diagram" presStyleCnt="0">
        <dgm:presLayoutVars>
          <dgm:dir/>
          <dgm:resizeHandles val="exact"/>
        </dgm:presLayoutVars>
      </dgm:prSet>
      <dgm:spPr/>
    </dgm:pt>
    <dgm:pt modelId="{94E735AC-E6EB-4E72-B24D-D51A96DFABBF}" type="pres">
      <dgm:prSet presAssocID="{27137BA8-1DAA-4799-BD80-741954E5040C}" presName="node" presStyleLbl="node1" presStyleIdx="0" presStyleCnt="6">
        <dgm:presLayoutVars>
          <dgm:bulletEnabled val="1"/>
        </dgm:presLayoutVars>
      </dgm:prSet>
      <dgm:spPr/>
    </dgm:pt>
    <dgm:pt modelId="{3BCE13D9-CD1E-44AE-BDE4-9ECCC496ABC9}" type="pres">
      <dgm:prSet presAssocID="{5307DBF4-3D51-4E76-98FE-8F60A39ABFB1}" presName="sibTrans" presStyleCnt="0"/>
      <dgm:spPr/>
    </dgm:pt>
    <dgm:pt modelId="{250FC8AA-17F7-422B-A97D-433F2B903ACF}" type="pres">
      <dgm:prSet presAssocID="{A0C31AFC-96FA-4627-BE22-D1C6F9D11C04}" presName="node" presStyleLbl="node1" presStyleIdx="1" presStyleCnt="6">
        <dgm:presLayoutVars>
          <dgm:bulletEnabled val="1"/>
        </dgm:presLayoutVars>
      </dgm:prSet>
      <dgm:spPr/>
    </dgm:pt>
    <dgm:pt modelId="{2E410794-AB72-4456-93F0-C54782BD89BA}" type="pres">
      <dgm:prSet presAssocID="{45F6E843-3D47-4EC5-86D7-FE4D954ABE45}" presName="sibTrans" presStyleCnt="0"/>
      <dgm:spPr/>
    </dgm:pt>
    <dgm:pt modelId="{A094A621-96AB-4672-8595-B87536E52FE6}" type="pres">
      <dgm:prSet presAssocID="{7C9B8F7B-4502-4A0B-BB13-4B611A604B1F}" presName="node" presStyleLbl="node1" presStyleIdx="2" presStyleCnt="6">
        <dgm:presLayoutVars>
          <dgm:bulletEnabled val="1"/>
        </dgm:presLayoutVars>
      </dgm:prSet>
      <dgm:spPr/>
    </dgm:pt>
    <dgm:pt modelId="{E979AC64-1C31-4434-A339-367544A52E29}" type="pres">
      <dgm:prSet presAssocID="{3FD88B7F-C133-45D2-AAB0-D49999B50D2B}" presName="sibTrans" presStyleCnt="0"/>
      <dgm:spPr/>
    </dgm:pt>
    <dgm:pt modelId="{5C36A777-74EA-4AB4-8DCE-3C649898F636}" type="pres">
      <dgm:prSet presAssocID="{411DB49C-9EB2-43B8-B30A-D5F617EA6FE1}" presName="node" presStyleLbl="node1" presStyleIdx="3" presStyleCnt="6">
        <dgm:presLayoutVars>
          <dgm:bulletEnabled val="1"/>
        </dgm:presLayoutVars>
      </dgm:prSet>
      <dgm:spPr/>
    </dgm:pt>
    <dgm:pt modelId="{A45FF1B8-B23A-4216-833C-780F54C70AB4}" type="pres">
      <dgm:prSet presAssocID="{A12C80F7-017C-4A26-A049-DD62039C2FF2}" presName="sibTrans" presStyleCnt="0"/>
      <dgm:spPr/>
    </dgm:pt>
    <dgm:pt modelId="{B071796A-C25E-4561-BA3D-575CDFB2EC59}" type="pres">
      <dgm:prSet presAssocID="{A798E5CE-D08B-4353-89A5-44ED835A7BCF}" presName="node" presStyleLbl="node1" presStyleIdx="4" presStyleCnt="6">
        <dgm:presLayoutVars>
          <dgm:bulletEnabled val="1"/>
        </dgm:presLayoutVars>
      </dgm:prSet>
      <dgm:spPr/>
    </dgm:pt>
    <dgm:pt modelId="{09C56751-23A8-4C94-AC12-0F7A0329E953}" type="pres">
      <dgm:prSet presAssocID="{63AF0FBB-FB5E-4FF9-A27D-D4B1BEA78D94}" presName="sibTrans" presStyleCnt="0"/>
      <dgm:spPr/>
    </dgm:pt>
    <dgm:pt modelId="{A5AEBE7E-AC1F-4535-B2CB-727C8426B1D2}" type="pres">
      <dgm:prSet presAssocID="{ED493CC2-8E1E-490B-B203-A68C825BF94E}" presName="node" presStyleLbl="node1" presStyleIdx="5" presStyleCnt="6">
        <dgm:presLayoutVars>
          <dgm:bulletEnabled val="1"/>
        </dgm:presLayoutVars>
      </dgm:prSet>
      <dgm:spPr/>
    </dgm:pt>
  </dgm:ptLst>
  <dgm:cxnLst>
    <dgm:cxn modelId="{5DA6BE28-CFD3-4462-A2DF-AFA44B4CDE55}" srcId="{881AB7F9-DC8F-4141-AC2A-574E3EF0FD64}" destId="{411DB49C-9EB2-43B8-B30A-D5F617EA6FE1}" srcOrd="3" destOrd="0" parTransId="{9C60B69D-6789-4B83-9262-24F4C7D44FE5}" sibTransId="{A12C80F7-017C-4A26-A049-DD62039C2FF2}"/>
    <dgm:cxn modelId="{0CFE9A29-9065-4B97-8A33-F4F3D3C5272E}" type="presOf" srcId="{7C9B8F7B-4502-4A0B-BB13-4B611A604B1F}" destId="{A094A621-96AB-4672-8595-B87536E52FE6}" srcOrd="0" destOrd="0" presId="urn:microsoft.com/office/officeart/2005/8/layout/default"/>
    <dgm:cxn modelId="{1CF99838-F06D-41CA-926C-D1770A18954B}" srcId="{881AB7F9-DC8F-4141-AC2A-574E3EF0FD64}" destId="{27137BA8-1DAA-4799-BD80-741954E5040C}" srcOrd="0" destOrd="0" parTransId="{3D5A3E04-2FD0-4AAB-8031-30C8970DEE4B}" sibTransId="{5307DBF4-3D51-4E76-98FE-8F60A39ABFB1}"/>
    <dgm:cxn modelId="{C3DF473D-5726-476F-A16C-EAEB2515CAB8}" type="presOf" srcId="{27137BA8-1DAA-4799-BD80-741954E5040C}" destId="{94E735AC-E6EB-4E72-B24D-D51A96DFABBF}" srcOrd="0" destOrd="0" presId="urn:microsoft.com/office/officeart/2005/8/layout/default"/>
    <dgm:cxn modelId="{F6A0179F-30B1-4E3C-84A9-B0A51B7C4539}" srcId="{881AB7F9-DC8F-4141-AC2A-574E3EF0FD64}" destId="{ED493CC2-8E1E-490B-B203-A68C825BF94E}" srcOrd="5" destOrd="0" parTransId="{35CC337E-ED50-43A8-818B-23A0194A76EC}" sibTransId="{F896C7AF-5D8B-47E1-81DF-AF7558137194}"/>
    <dgm:cxn modelId="{757016A6-0D7A-4601-A98F-68A1FA0AADD8}" srcId="{881AB7F9-DC8F-4141-AC2A-574E3EF0FD64}" destId="{A798E5CE-D08B-4353-89A5-44ED835A7BCF}" srcOrd="4" destOrd="0" parTransId="{2CB08954-D1F0-4922-BB3D-7589DAD6AD9F}" sibTransId="{63AF0FBB-FB5E-4FF9-A27D-D4B1BEA78D94}"/>
    <dgm:cxn modelId="{F98B32AC-F658-4FDA-A6BE-5EB420F43326}" srcId="{881AB7F9-DC8F-4141-AC2A-574E3EF0FD64}" destId="{A0C31AFC-96FA-4627-BE22-D1C6F9D11C04}" srcOrd="1" destOrd="0" parTransId="{372ABE55-D4E9-4E60-8643-65044B514BF9}" sibTransId="{45F6E843-3D47-4EC5-86D7-FE4D954ABE45}"/>
    <dgm:cxn modelId="{8E43DAAD-10F1-43A7-8810-BF0D9374255C}" type="presOf" srcId="{411DB49C-9EB2-43B8-B30A-D5F617EA6FE1}" destId="{5C36A777-74EA-4AB4-8DCE-3C649898F636}" srcOrd="0" destOrd="0" presId="urn:microsoft.com/office/officeart/2005/8/layout/default"/>
    <dgm:cxn modelId="{3D9B65BF-0239-4820-ACF8-C0C3A2287781}" srcId="{881AB7F9-DC8F-4141-AC2A-574E3EF0FD64}" destId="{7C9B8F7B-4502-4A0B-BB13-4B611A604B1F}" srcOrd="2" destOrd="0" parTransId="{640732B7-65A7-44D8-A892-C78B42D479E9}" sibTransId="{3FD88B7F-C133-45D2-AAB0-D49999B50D2B}"/>
    <dgm:cxn modelId="{B686BDC6-F6E3-480A-878A-B46A5B062E78}" type="presOf" srcId="{ED493CC2-8E1E-490B-B203-A68C825BF94E}" destId="{A5AEBE7E-AC1F-4535-B2CB-727C8426B1D2}" srcOrd="0" destOrd="0" presId="urn:microsoft.com/office/officeart/2005/8/layout/default"/>
    <dgm:cxn modelId="{A5E2F0D3-F506-4E0C-B483-41980EEE5AAE}" type="presOf" srcId="{A798E5CE-D08B-4353-89A5-44ED835A7BCF}" destId="{B071796A-C25E-4561-BA3D-575CDFB2EC59}" srcOrd="0" destOrd="0" presId="urn:microsoft.com/office/officeart/2005/8/layout/default"/>
    <dgm:cxn modelId="{EE12EAD4-244F-4D8C-AFDA-AF1220D68EE7}" type="presOf" srcId="{881AB7F9-DC8F-4141-AC2A-574E3EF0FD64}" destId="{7BAE4781-748F-4FB8-ACFD-8F88EAA23879}" srcOrd="0" destOrd="0" presId="urn:microsoft.com/office/officeart/2005/8/layout/default"/>
    <dgm:cxn modelId="{8335D9EF-5143-40E1-A29C-280CE3D7BC07}" type="presOf" srcId="{A0C31AFC-96FA-4627-BE22-D1C6F9D11C04}" destId="{250FC8AA-17F7-422B-A97D-433F2B903ACF}" srcOrd="0" destOrd="0" presId="urn:microsoft.com/office/officeart/2005/8/layout/default"/>
    <dgm:cxn modelId="{CDDB9DBB-FC4D-431B-8671-D5124BE0AAFF}" type="presParOf" srcId="{7BAE4781-748F-4FB8-ACFD-8F88EAA23879}" destId="{94E735AC-E6EB-4E72-B24D-D51A96DFABBF}" srcOrd="0" destOrd="0" presId="urn:microsoft.com/office/officeart/2005/8/layout/default"/>
    <dgm:cxn modelId="{55E504A9-942D-41EE-A115-8C9266C045A0}" type="presParOf" srcId="{7BAE4781-748F-4FB8-ACFD-8F88EAA23879}" destId="{3BCE13D9-CD1E-44AE-BDE4-9ECCC496ABC9}" srcOrd="1" destOrd="0" presId="urn:microsoft.com/office/officeart/2005/8/layout/default"/>
    <dgm:cxn modelId="{F866F06F-701D-4846-BFC9-A970410E2A9F}" type="presParOf" srcId="{7BAE4781-748F-4FB8-ACFD-8F88EAA23879}" destId="{250FC8AA-17F7-422B-A97D-433F2B903ACF}" srcOrd="2" destOrd="0" presId="urn:microsoft.com/office/officeart/2005/8/layout/default"/>
    <dgm:cxn modelId="{875F8094-6E94-4ACA-A678-6C25EF5DDD17}" type="presParOf" srcId="{7BAE4781-748F-4FB8-ACFD-8F88EAA23879}" destId="{2E410794-AB72-4456-93F0-C54782BD89BA}" srcOrd="3" destOrd="0" presId="urn:microsoft.com/office/officeart/2005/8/layout/default"/>
    <dgm:cxn modelId="{613EDF39-7D24-4C67-8A6C-E17DDEC0A014}" type="presParOf" srcId="{7BAE4781-748F-4FB8-ACFD-8F88EAA23879}" destId="{A094A621-96AB-4672-8595-B87536E52FE6}" srcOrd="4" destOrd="0" presId="urn:microsoft.com/office/officeart/2005/8/layout/default"/>
    <dgm:cxn modelId="{DA4B9D3A-A905-4249-9FE4-D3AE3EF60A4C}" type="presParOf" srcId="{7BAE4781-748F-4FB8-ACFD-8F88EAA23879}" destId="{E979AC64-1C31-4434-A339-367544A52E29}" srcOrd="5" destOrd="0" presId="urn:microsoft.com/office/officeart/2005/8/layout/default"/>
    <dgm:cxn modelId="{3CE4F9BB-827B-466D-8D09-0CD4FFF37D9B}" type="presParOf" srcId="{7BAE4781-748F-4FB8-ACFD-8F88EAA23879}" destId="{5C36A777-74EA-4AB4-8DCE-3C649898F636}" srcOrd="6" destOrd="0" presId="urn:microsoft.com/office/officeart/2005/8/layout/default"/>
    <dgm:cxn modelId="{167988D9-B03A-409F-8453-DECA4F4AEFAA}" type="presParOf" srcId="{7BAE4781-748F-4FB8-ACFD-8F88EAA23879}" destId="{A45FF1B8-B23A-4216-833C-780F54C70AB4}" srcOrd="7" destOrd="0" presId="urn:microsoft.com/office/officeart/2005/8/layout/default"/>
    <dgm:cxn modelId="{232E6D94-C842-478E-8119-CEDF9CAC52CB}" type="presParOf" srcId="{7BAE4781-748F-4FB8-ACFD-8F88EAA23879}" destId="{B071796A-C25E-4561-BA3D-575CDFB2EC59}" srcOrd="8" destOrd="0" presId="urn:microsoft.com/office/officeart/2005/8/layout/default"/>
    <dgm:cxn modelId="{539061D4-E9C3-4848-9935-E95ABB781170}" type="presParOf" srcId="{7BAE4781-748F-4FB8-ACFD-8F88EAA23879}" destId="{09C56751-23A8-4C94-AC12-0F7A0329E953}" srcOrd="9" destOrd="0" presId="urn:microsoft.com/office/officeart/2005/8/layout/default"/>
    <dgm:cxn modelId="{4D358996-0CD8-4D76-867B-4E571B25112B}" type="presParOf" srcId="{7BAE4781-748F-4FB8-ACFD-8F88EAA23879}" destId="{A5AEBE7E-AC1F-4535-B2CB-727C8426B1D2}" srcOrd="10" destOrd="0" presId="urn:microsoft.com/office/officeart/2005/8/layout/defaul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881AB7F9-DC8F-4141-AC2A-574E3EF0FD64}" type="doc">
      <dgm:prSet loTypeId="urn:microsoft.com/office/officeart/2008/layout/LinedLis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9A67CBCF-1524-4CF6-8073-8D5EE7C08BB3}">
      <dgm:prSet custT="1"/>
      <dgm:spPr/>
      <dgm:t>
        <a:bodyPr/>
        <a:lstStyle/>
        <a:p>
          <a:r>
            <a:rPr lang="ru-RU" altLang="ru-RU" sz="1800" dirty="0">
              <a:solidFill>
                <a:srgbClr val="000066"/>
              </a:solidFill>
              <a:latin typeface="+mn-lt"/>
            </a:rPr>
            <a:t>не обладают суверенитетом</a:t>
          </a:r>
        </a:p>
      </dgm:t>
    </dgm:pt>
    <dgm:pt modelId="{2823FE99-FA9A-47E3-8741-7C4F8C951CE3}" type="parTrans" cxnId="{197D3A2E-1EF9-4435-953E-FEC80B1ADD0C}">
      <dgm:prSet/>
      <dgm:spPr/>
      <dgm:t>
        <a:bodyPr/>
        <a:lstStyle/>
        <a:p>
          <a:endParaRPr lang="ru-RU" sz="2000">
            <a:latin typeface="+mn-lt"/>
          </a:endParaRPr>
        </a:p>
      </dgm:t>
    </dgm:pt>
    <dgm:pt modelId="{B7FC563C-4D4E-4179-B7A7-82EC892EDB46}" type="sibTrans" cxnId="{197D3A2E-1EF9-4435-953E-FEC80B1ADD0C}">
      <dgm:prSet/>
      <dgm:spPr/>
      <dgm:t>
        <a:bodyPr/>
        <a:lstStyle/>
        <a:p>
          <a:endParaRPr lang="ru-RU" sz="2000">
            <a:latin typeface="+mn-lt"/>
          </a:endParaRPr>
        </a:p>
      </dgm:t>
    </dgm:pt>
    <dgm:pt modelId="{38F48A9D-DB06-4685-B492-F9CB76E7718D}">
      <dgm:prSet custT="1"/>
      <dgm:spPr/>
      <dgm:t>
        <a:bodyPr/>
        <a:lstStyle/>
        <a:p>
          <a:r>
            <a:rPr lang="ru-RU" altLang="ru-RU" sz="1800" dirty="0">
              <a:solidFill>
                <a:srgbClr val="000066"/>
              </a:solidFill>
              <a:latin typeface="+mn-lt"/>
            </a:rPr>
            <a:t>перед лицом федеральной власти субъекты Федерации равны</a:t>
          </a:r>
        </a:p>
      </dgm:t>
    </dgm:pt>
    <dgm:pt modelId="{0D2B09BB-2823-477B-8D90-1B1E964C3C9B}" type="parTrans" cxnId="{208258E7-B4D5-46B3-BD7F-4CD8915B5F16}">
      <dgm:prSet/>
      <dgm:spPr/>
      <dgm:t>
        <a:bodyPr/>
        <a:lstStyle/>
        <a:p>
          <a:endParaRPr lang="ru-RU" sz="2000">
            <a:latin typeface="+mn-lt"/>
          </a:endParaRPr>
        </a:p>
      </dgm:t>
    </dgm:pt>
    <dgm:pt modelId="{90E36749-4424-4BBD-A443-B0F674E7D4CE}" type="sibTrans" cxnId="{208258E7-B4D5-46B3-BD7F-4CD8915B5F16}">
      <dgm:prSet/>
      <dgm:spPr/>
      <dgm:t>
        <a:bodyPr/>
        <a:lstStyle/>
        <a:p>
          <a:endParaRPr lang="ru-RU" sz="2000">
            <a:latin typeface="+mn-lt"/>
          </a:endParaRPr>
        </a:p>
      </dgm:t>
    </dgm:pt>
    <dgm:pt modelId="{FFB547BC-0E0C-4699-AC40-A63CCF40E931}">
      <dgm:prSet custT="1"/>
      <dgm:spPr/>
      <dgm:t>
        <a:bodyPr/>
        <a:lstStyle/>
        <a:p>
          <a:r>
            <a:rPr lang="ru-RU" altLang="ru-RU" sz="1800" dirty="0">
              <a:solidFill>
                <a:srgbClr val="000066"/>
              </a:solidFill>
              <a:latin typeface="+mn-lt"/>
            </a:rPr>
            <a:t>каждый субъект федерации, помимо федеральных органов, имеет свою исполнительную, законодательную и судебную ветви власти</a:t>
          </a:r>
        </a:p>
      </dgm:t>
    </dgm:pt>
    <dgm:pt modelId="{AC8EFE29-3927-4B0E-A7D6-182BD9B914D1}" type="parTrans" cxnId="{83787421-2E27-4247-A9CB-F8F42ECA6BEA}">
      <dgm:prSet/>
      <dgm:spPr/>
      <dgm:t>
        <a:bodyPr/>
        <a:lstStyle/>
        <a:p>
          <a:endParaRPr lang="ru-RU" sz="2000">
            <a:latin typeface="+mn-lt"/>
          </a:endParaRPr>
        </a:p>
      </dgm:t>
    </dgm:pt>
    <dgm:pt modelId="{586D31AB-51A6-4140-B85C-4CE90147DD44}" type="sibTrans" cxnId="{83787421-2E27-4247-A9CB-F8F42ECA6BEA}">
      <dgm:prSet/>
      <dgm:spPr/>
      <dgm:t>
        <a:bodyPr/>
        <a:lstStyle/>
        <a:p>
          <a:endParaRPr lang="ru-RU" sz="2000">
            <a:latin typeface="+mn-lt"/>
          </a:endParaRPr>
        </a:p>
      </dgm:t>
    </dgm:pt>
    <dgm:pt modelId="{83F4358F-9BD2-4478-B5C0-10B82151B5C7}">
      <dgm:prSet custT="1"/>
      <dgm:spPr/>
      <dgm:t>
        <a:bodyPr/>
        <a:lstStyle/>
        <a:p>
          <a:r>
            <a:rPr lang="ru-RU" altLang="ru-RU" sz="1800" dirty="0">
              <a:solidFill>
                <a:srgbClr val="000066"/>
              </a:solidFill>
              <a:latin typeface="+mn-lt"/>
            </a:rPr>
            <a:t>субъекты федерации имеют по два представителя в верхней палате российского парламента — Совете Федерации</a:t>
          </a:r>
        </a:p>
      </dgm:t>
    </dgm:pt>
    <dgm:pt modelId="{704562BA-6D17-4758-9E4C-F4E0ECDD720E}" type="parTrans" cxnId="{23EAAC2B-B5EC-4499-864C-81DCB07350FC}">
      <dgm:prSet/>
      <dgm:spPr/>
      <dgm:t>
        <a:bodyPr/>
        <a:lstStyle/>
        <a:p>
          <a:endParaRPr lang="ru-RU" sz="2000">
            <a:latin typeface="+mn-lt"/>
          </a:endParaRPr>
        </a:p>
      </dgm:t>
    </dgm:pt>
    <dgm:pt modelId="{30FB3654-8D3D-4186-850A-49966F2464F1}" type="sibTrans" cxnId="{23EAAC2B-B5EC-4499-864C-81DCB07350FC}">
      <dgm:prSet/>
      <dgm:spPr/>
      <dgm:t>
        <a:bodyPr/>
        <a:lstStyle/>
        <a:p>
          <a:endParaRPr lang="ru-RU" sz="2000">
            <a:latin typeface="+mn-lt"/>
          </a:endParaRPr>
        </a:p>
      </dgm:t>
    </dgm:pt>
    <dgm:pt modelId="{9D6C895E-EE81-4B68-823C-ABFB9247293B}">
      <dgm:prSet custT="1"/>
      <dgm:spPr/>
      <dgm:t>
        <a:bodyPr/>
        <a:lstStyle/>
        <a:p>
          <a:r>
            <a:rPr lang="ru-RU" altLang="ru-RU" sz="1800" dirty="0">
              <a:solidFill>
                <a:srgbClr val="000066"/>
              </a:solidFill>
              <a:latin typeface="+mn-lt"/>
            </a:rPr>
            <a:t>субъекты имеют полномочия решать вопросы, отнесённые Конституцией к ведению субъектов</a:t>
          </a:r>
        </a:p>
      </dgm:t>
    </dgm:pt>
    <dgm:pt modelId="{23AE5454-21F1-4AC6-9AA4-A8F865F409BD}" type="parTrans" cxnId="{EC00A7C6-4A7B-4356-8FAA-EC7BB6CE44F7}">
      <dgm:prSet/>
      <dgm:spPr/>
      <dgm:t>
        <a:bodyPr/>
        <a:lstStyle/>
        <a:p>
          <a:endParaRPr lang="ru-RU" sz="2000">
            <a:latin typeface="+mn-lt"/>
          </a:endParaRPr>
        </a:p>
      </dgm:t>
    </dgm:pt>
    <dgm:pt modelId="{7EBBA588-8430-424D-86DC-D3DF14B75CAC}" type="sibTrans" cxnId="{EC00A7C6-4A7B-4356-8FAA-EC7BB6CE44F7}">
      <dgm:prSet/>
      <dgm:spPr/>
      <dgm:t>
        <a:bodyPr/>
        <a:lstStyle/>
        <a:p>
          <a:endParaRPr lang="ru-RU" sz="2000">
            <a:latin typeface="+mn-lt"/>
          </a:endParaRPr>
        </a:p>
      </dgm:t>
    </dgm:pt>
    <dgm:pt modelId="{9C407537-3BE9-4A90-901F-DE5739178125}">
      <dgm:prSet custT="1"/>
      <dgm:spPr/>
      <dgm:t>
        <a:bodyPr/>
        <a:lstStyle/>
        <a:p>
          <a:r>
            <a:rPr lang="ru-RU" altLang="ru-RU" sz="1800" dirty="0">
              <a:solidFill>
                <a:srgbClr val="000066"/>
              </a:solidFill>
              <a:latin typeface="+mn-lt"/>
            </a:rPr>
            <a:t>закон субъекта РФ не может противоречить федеральному законодательству</a:t>
          </a:r>
        </a:p>
      </dgm:t>
    </dgm:pt>
    <dgm:pt modelId="{CD349A50-DEFA-4CD8-B714-C8B6194F6A25}" type="parTrans" cxnId="{7184F184-4339-454E-A647-81F885FFABDC}">
      <dgm:prSet/>
      <dgm:spPr/>
      <dgm:t>
        <a:bodyPr/>
        <a:lstStyle/>
        <a:p>
          <a:endParaRPr lang="ru-RU" sz="2000">
            <a:latin typeface="+mn-lt"/>
          </a:endParaRPr>
        </a:p>
      </dgm:t>
    </dgm:pt>
    <dgm:pt modelId="{FD1AF24A-06FE-4C2E-8CC5-0A736FC6FA5D}" type="sibTrans" cxnId="{7184F184-4339-454E-A647-81F885FFABDC}">
      <dgm:prSet/>
      <dgm:spPr/>
      <dgm:t>
        <a:bodyPr/>
        <a:lstStyle/>
        <a:p>
          <a:endParaRPr lang="ru-RU" sz="2000">
            <a:latin typeface="+mn-lt"/>
          </a:endParaRPr>
        </a:p>
      </dgm:t>
    </dgm:pt>
    <dgm:pt modelId="{6A9B18BE-EFD9-455C-A3BE-50DF078C4E1D}">
      <dgm:prSet custT="1"/>
      <dgm:spPr/>
      <dgm:t>
        <a:bodyPr/>
        <a:lstStyle/>
        <a:p>
          <a:r>
            <a:rPr lang="ru-RU" altLang="ru-RU" sz="1800" dirty="0">
              <a:solidFill>
                <a:srgbClr val="000066"/>
              </a:solidFill>
              <a:latin typeface="+mn-lt"/>
            </a:rPr>
            <a:t>граждане любого субъекта РФ имеют равные основные права и обязанности на территории РФ</a:t>
          </a:r>
        </a:p>
      </dgm:t>
    </dgm:pt>
    <dgm:pt modelId="{279AA4F8-549A-4A4E-AE97-0B4591C431F8}" type="parTrans" cxnId="{8C81AE14-7F60-4B32-A2EF-B04B8B688917}">
      <dgm:prSet/>
      <dgm:spPr/>
      <dgm:t>
        <a:bodyPr/>
        <a:lstStyle/>
        <a:p>
          <a:endParaRPr lang="ru-RU" sz="2000">
            <a:latin typeface="+mn-lt"/>
          </a:endParaRPr>
        </a:p>
      </dgm:t>
    </dgm:pt>
    <dgm:pt modelId="{BECFF550-9DFC-4307-8EEF-38B4388A21F9}" type="sibTrans" cxnId="{8C81AE14-7F60-4B32-A2EF-B04B8B688917}">
      <dgm:prSet/>
      <dgm:spPr/>
      <dgm:t>
        <a:bodyPr/>
        <a:lstStyle/>
        <a:p>
          <a:endParaRPr lang="ru-RU" sz="2000">
            <a:latin typeface="+mn-lt"/>
          </a:endParaRPr>
        </a:p>
      </dgm:t>
    </dgm:pt>
    <dgm:pt modelId="{BC5A8F32-B230-4D83-A372-F964337EFEE8}">
      <dgm:prSet custT="1"/>
      <dgm:spPr/>
      <dgm:t>
        <a:bodyPr/>
        <a:lstStyle/>
        <a:p>
          <a:r>
            <a:rPr lang="ru-RU" altLang="ru-RU" sz="1800" dirty="0">
              <a:solidFill>
                <a:srgbClr val="000066"/>
              </a:solidFill>
              <a:latin typeface="+mn-lt"/>
            </a:rPr>
            <a:t>не имеют права на отделение</a:t>
          </a:r>
        </a:p>
      </dgm:t>
    </dgm:pt>
    <dgm:pt modelId="{500495A3-8672-434D-BE78-59F78ECA6513}" type="parTrans" cxnId="{E93541AF-8248-43E4-9DE7-5CFB60810207}">
      <dgm:prSet/>
      <dgm:spPr/>
      <dgm:t>
        <a:bodyPr/>
        <a:lstStyle/>
        <a:p>
          <a:endParaRPr lang="ru-RU" sz="2000">
            <a:latin typeface="+mn-lt"/>
          </a:endParaRPr>
        </a:p>
      </dgm:t>
    </dgm:pt>
    <dgm:pt modelId="{9673DDC8-82F9-4624-BB2E-73C3E732D289}" type="sibTrans" cxnId="{E93541AF-8248-43E4-9DE7-5CFB60810207}">
      <dgm:prSet/>
      <dgm:spPr/>
      <dgm:t>
        <a:bodyPr/>
        <a:lstStyle/>
        <a:p>
          <a:endParaRPr lang="ru-RU" sz="2000">
            <a:latin typeface="+mn-lt"/>
          </a:endParaRPr>
        </a:p>
      </dgm:t>
    </dgm:pt>
    <dgm:pt modelId="{CA95B341-B4E5-4BE5-AD85-F8FA2B387BF1}" type="pres">
      <dgm:prSet presAssocID="{881AB7F9-DC8F-4141-AC2A-574E3EF0FD64}" presName="vert0" presStyleCnt="0">
        <dgm:presLayoutVars>
          <dgm:dir/>
          <dgm:animOne val="branch"/>
          <dgm:animLvl val="lvl"/>
        </dgm:presLayoutVars>
      </dgm:prSet>
      <dgm:spPr/>
    </dgm:pt>
    <dgm:pt modelId="{F3FEF469-430B-4C99-AE6A-90C2DE29C6F3}" type="pres">
      <dgm:prSet presAssocID="{9A67CBCF-1524-4CF6-8073-8D5EE7C08BB3}" presName="thickLine" presStyleLbl="alignNode1" presStyleIdx="0" presStyleCnt="8"/>
      <dgm:spPr/>
    </dgm:pt>
    <dgm:pt modelId="{E7E7937B-343A-42A1-AD3F-4D43B4D3C8E9}" type="pres">
      <dgm:prSet presAssocID="{9A67CBCF-1524-4CF6-8073-8D5EE7C08BB3}" presName="horz1" presStyleCnt="0"/>
      <dgm:spPr/>
    </dgm:pt>
    <dgm:pt modelId="{B2062E8A-5C39-4C0D-AD39-DDEDD68FCE1F}" type="pres">
      <dgm:prSet presAssocID="{9A67CBCF-1524-4CF6-8073-8D5EE7C08BB3}" presName="tx1" presStyleLbl="revTx" presStyleIdx="0" presStyleCnt="8"/>
      <dgm:spPr/>
    </dgm:pt>
    <dgm:pt modelId="{A5444230-AD0B-495A-8FD9-2CDC91192EF3}" type="pres">
      <dgm:prSet presAssocID="{9A67CBCF-1524-4CF6-8073-8D5EE7C08BB3}" presName="vert1" presStyleCnt="0"/>
      <dgm:spPr/>
    </dgm:pt>
    <dgm:pt modelId="{8DE095C9-B2DD-4D2C-BC81-49C09280AD83}" type="pres">
      <dgm:prSet presAssocID="{BC5A8F32-B230-4D83-A372-F964337EFEE8}" presName="thickLine" presStyleLbl="alignNode1" presStyleIdx="1" presStyleCnt="8"/>
      <dgm:spPr/>
    </dgm:pt>
    <dgm:pt modelId="{7BB3EF15-50AE-4915-85FC-E6093538A575}" type="pres">
      <dgm:prSet presAssocID="{BC5A8F32-B230-4D83-A372-F964337EFEE8}" presName="horz1" presStyleCnt="0"/>
      <dgm:spPr/>
    </dgm:pt>
    <dgm:pt modelId="{3A4A9CE6-9096-4B7F-9C5D-79B385F713A2}" type="pres">
      <dgm:prSet presAssocID="{BC5A8F32-B230-4D83-A372-F964337EFEE8}" presName="tx1" presStyleLbl="revTx" presStyleIdx="1" presStyleCnt="8"/>
      <dgm:spPr/>
    </dgm:pt>
    <dgm:pt modelId="{5AE37AEB-E6EF-4E5B-A266-900BEEEBF7F9}" type="pres">
      <dgm:prSet presAssocID="{BC5A8F32-B230-4D83-A372-F964337EFEE8}" presName="vert1" presStyleCnt="0"/>
      <dgm:spPr/>
    </dgm:pt>
    <dgm:pt modelId="{15F970D4-F0E2-48B6-AB97-5AB201DD9A91}" type="pres">
      <dgm:prSet presAssocID="{38F48A9D-DB06-4685-B492-F9CB76E7718D}" presName="thickLine" presStyleLbl="alignNode1" presStyleIdx="2" presStyleCnt="8"/>
      <dgm:spPr/>
    </dgm:pt>
    <dgm:pt modelId="{7A76B204-777E-4AB6-B4ED-7C9B06C78378}" type="pres">
      <dgm:prSet presAssocID="{38F48A9D-DB06-4685-B492-F9CB76E7718D}" presName="horz1" presStyleCnt="0"/>
      <dgm:spPr/>
    </dgm:pt>
    <dgm:pt modelId="{A524CC16-E021-4F56-8AC6-34B61AAFF2E5}" type="pres">
      <dgm:prSet presAssocID="{38F48A9D-DB06-4685-B492-F9CB76E7718D}" presName="tx1" presStyleLbl="revTx" presStyleIdx="2" presStyleCnt="8"/>
      <dgm:spPr/>
    </dgm:pt>
    <dgm:pt modelId="{C6D26326-643A-4D89-89FD-2516DF3C971B}" type="pres">
      <dgm:prSet presAssocID="{38F48A9D-DB06-4685-B492-F9CB76E7718D}" presName="vert1" presStyleCnt="0"/>
      <dgm:spPr/>
    </dgm:pt>
    <dgm:pt modelId="{35ABFF32-9D4B-485C-8380-6213BC4371DC}" type="pres">
      <dgm:prSet presAssocID="{FFB547BC-0E0C-4699-AC40-A63CCF40E931}" presName="thickLine" presStyleLbl="alignNode1" presStyleIdx="3" presStyleCnt="8"/>
      <dgm:spPr/>
    </dgm:pt>
    <dgm:pt modelId="{3AF6A46E-2150-4FA7-8E90-C06F8C33F9B2}" type="pres">
      <dgm:prSet presAssocID="{FFB547BC-0E0C-4699-AC40-A63CCF40E931}" presName="horz1" presStyleCnt="0"/>
      <dgm:spPr/>
    </dgm:pt>
    <dgm:pt modelId="{42CB9EEF-EA88-4B60-97B6-86ACB443EEB5}" type="pres">
      <dgm:prSet presAssocID="{FFB547BC-0E0C-4699-AC40-A63CCF40E931}" presName="tx1" presStyleLbl="revTx" presStyleIdx="3" presStyleCnt="8"/>
      <dgm:spPr/>
    </dgm:pt>
    <dgm:pt modelId="{C743890B-CF6D-4A11-9A8E-E8E7CC9CA854}" type="pres">
      <dgm:prSet presAssocID="{FFB547BC-0E0C-4699-AC40-A63CCF40E931}" presName="vert1" presStyleCnt="0"/>
      <dgm:spPr/>
    </dgm:pt>
    <dgm:pt modelId="{67CAEF8B-C494-4425-8D29-0E9C859147F1}" type="pres">
      <dgm:prSet presAssocID="{83F4358F-9BD2-4478-B5C0-10B82151B5C7}" presName="thickLine" presStyleLbl="alignNode1" presStyleIdx="4" presStyleCnt="8"/>
      <dgm:spPr/>
    </dgm:pt>
    <dgm:pt modelId="{FD678D61-BFA7-409F-B468-B72DA6CC42B2}" type="pres">
      <dgm:prSet presAssocID="{83F4358F-9BD2-4478-B5C0-10B82151B5C7}" presName="horz1" presStyleCnt="0"/>
      <dgm:spPr/>
    </dgm:pt>
    <dgm:pt modelId="{8E8D7E6B-AA72-4990-A0FC-8FEF81A67574}" type="pres">
      <dgm:prSet presAssocID="{83F4358F-9BD2-4478-B5C0-10B82151B5C7}" presName="tx1" presStyleLbl="revTx" presStyleIdx="4" presStyleCnt="8"/>
      <dgm:spPr/>
    </dgm:pt>
    <dgm:pt modelId="{447AE3AC-C390-4240-8E0C-031F57B09042}" type="pres">
      <dgm:prSet presAssocID="{83F4358F-9BD2-4478-B5C0-10B82151B5C7}" presName="vert1" presStyleCnt="0"/>
      <dgm:spPr/>
    </dgm:pt>
    <dgm:pt modelId="{2EE6F1CD-43BF-4E7E-AB02-34CC450E5842}" type="pres">
      <dgm:prSet presAssocID="{9D6C895E-EE81-4B68-823C-ABFB9247293B}" presName="thickLine" presStyleLbl="alignNode1" presStyleIdx="5" presStyleCnt="8"/>
      <dgm:spPr/>
    </dgm:pt>
    <dgm:pt modelId="{1FE3390E-191D-43F6-AC53-2A5F637FE68C}" type="pres">
      <dgm:prSet presAssocID="{9D6C895E-EE81-4B68-823C-ABFB9247293B}" presName="horz1" presStyleCnt="0"/>
      <dgm:spPr/>
    </dgm:pt>
    <dgm:pt modelId="{4D22763F-8EF7-4543-916F-7B3537D82091}" type="pres">
      <dgm:prSet presAssocID="{9D6C895E-EE81-4B68-823C-ABFB9247293B}" presName="tx1" presStyleLbl="revTx" presStyleIdx="5" presStyleCnt="8"/>
      <dgm:spPr/>
    </dgm:pt>
    <dgm:pt modelId="{3240C3F9-738E-4891-A794-313F7B2D94AF}" type="pres">
      <dgm:prSet presAssocID="{9D6C895E-EE81-4B68-823C-ABFB9247293B}" presName="vert1" presStyleCnt="0"/>
      <dgm:spPr/>
    </dgm:pt>
    <dgm:pt modelId="{F38BB1A3-F298-4633-BC8A-D8B8395CA8AA}" type="pres">
      <dgm:prSet presAssocID="{9C407537-3BE9-4A90-901F-DE5739178125}" presName="thickLine" presStyleLbl="alignNode1" presStyleIdx="6" presStyleCnt="8"/>
      <dgm:spPr/>
    </dgm:pt>
    <dgm:pt modelId="{D244832F-98AE-4BD3-9A1C-C5107D1E72A9}" type="pres">
      <dgm:prSet presAssocID="{9C407537-3BE9-4A90-901F-DE5739178125}" presName="horz1" presStyleCnt="0"/>
      <dgm:spPr/>
    </dgm:pt>
    <dgm:pt modelId="{AC295AAC-EA6D-49B3-BA0C-7081D8FE77A7}" type="pres">
      <dgm:prSet presAssocID="{9C407537-3BE9-4A90-901F-DE5739178125}" presName="tx1" presStyleLbl="revTx" presStyleIdx="6" presStyleCnt="8"/>
      <dgm:spPr/>
    </dgm:pt>
    <dgm:pt modelId="{679CC4DF-9A65-49EC-B211-D460A4C539CE}" type="pres">
      <dgm:prSet presAssocID="{9C407537-3BE9-4A90-901F-DE5739178125}" presName="vert1" presStyleCnt="0"/>
      <dgm:spPr/>
    </dgm:pt>
    <dgm:pt modelId="{5220E811-E736-4913-BCB2-43667B1EFC9F}" type="pres">
      <dgm:prSet presAssocID="{6A9B18BE-EFD9-455C-A3BE-50DF078C4E1D}" presName="thickLine" presStyleLbl="alignNode1" presStyleIdx="7" presStyleCnt="8"/>
      <dgm:spPr/>
    </dgm:pt>
    <dgm:pt modelId="{0D22F856-FBCB-4B47-A1C5-5BB203BADF92}" type="pres">
      <dgm:prSet presAssocID="{6A9B18BE-EFD9-455C-A3BE-50DF078C4E1D}" presName="horz1" presStyleCnt="0"/>
      <dgm:spPr/>
    </dgm:pt>
    <dgm:pt modelId="{4B60C1DF-DC6D-47EB-9545-D81B0BF0AFB1}" type="pres">
      <dgm:prSet presAssocID="{6A9B18BE-EFD9-455C-A3BE-50DF078C4E1D}" presName="tx1" presStyleLbl="revTx" presStyleIdx="7" presStyleCnt="8"/>
      <dgm:spPr/>
    </dgm:pt>
    <dgm:pt modelId="{C04B71EA-504E-43B7-9874-0CA640A3BFD2}" type="pres">
      <dgm:prSet presAssocID="{6A9B18BE-EFD9-455C-A3BE-50DF078C4E1D}" presName="vert1" presStyleCnt="0"/>
      <dgm:spPr/>
    </dgm:pt>
  </dgm:ptLst>
  <dgm:cxnLst>
    <dgm:cxn modelId="{1761C201-B1C1-4607-9DBC-C91CB47B57A4}" type="presOf" srcId="{9A67CBCF-1524-4CF6-8073-8D5EE7C08BB3}" destId="{B2062E8A-5C39-4C0D-AD39-DDEDD68FCE1F}" srcOrd="0" destOrd="0" presId="urn:microsoft.com/office/officeart/2008/layout/LinedList"/>
    <dgm:cxn modelId="{8C81AE14-7F60-4B32-A2EF-B04B8B688917}" srcId="{881AB7F9-DC8F-4141-AC2A-574E3EF0FD64}" destId="{6A9B18BE-EFD9-455C-A3BE-50DF078C4E1D}" srcOrd="7" destOrd="0" parTransId="{279AA4F8-549A-4A4E-AE97-0B4591C431F8}" sibTransId="{BECFF550-9DFC-4307-8EEF-38B4388A21F9}"/>
    <dgm:cxn modelId="{83787421-2E27-4247-A9CB-F8F42ECA6BEA}" srcId="{881AB7F9-DC8F-4141-AC2A-574E3EF0FD64}" destId="{FFB547BC-0E0C-4699-AC40-A63CCF40E931}" srcOrd="3" destOrd="0" parTransId="{AC8EFE29-3927-4B0E-A7D6-182BD9B914D1}" sibTransId="{586D31AB-51A6-4140-B85C-4CE90147DD44}"/>
    <dgm:cxn modelId="{23EAAC2B-B5EC-4499-864C-81DCB07350FC}" srcId="{881AB7F9-DC8F-4141-AC2A-574E3EF0FD64}" destId="{83F4358F-9BD2-4478-B5C0-10B82151B5C7}" srcOrd="4" destOrd="0" parTransId="{704562BA-6D17-4758-9E4C-F4E0ECDD720E}" sibTransId="{30FB3654-8D3D-4186-850A-49966F2464F1}"/>
    <dgm:cxn modelId="{197D3A2E-1EF9-4435-953E-FEC80B1ADD0C}" srcId="{881AB7F9-DC8F-4141-AC2A-574E3EF0FD64}" destId="{9A67CBCF-1524-4CF6-8073-8D5EE7C08BB3}" srcOrd="0" destOrd="0" parTransId="{2823FE99-FA9A-47E3-8741-7C4F8C951CE3}" sibTransId="{B7FC563C-4D4E-4179-B7A7-82EC892EDB46}"/>
    <dgm:cxn modelId="{C5A9B561-3185-43DE-A883-4433ADEFC727}" type="presOf" srcId="{FFB547BC-0E0C-4699-AC40-A63CCF40E931}" destId="{42CB9EEF-EA88-4B60-97B6-86ACB443EEB5}" srcOrd="0" destOrd="0" presId="urn:microsoft.com/office/officeart/2008/layout/LinedList"/>
    <dgm:cxn modelId="{4441C46A-7AF2-4031-8F74-CD2987EFD029}" type="presOf" srcId="{38F48A9D-DB06-4685-B492-F9CB76E7718D}" destId="{A524CC16-E021-4F56-8AC6-34B61AAFF2E5}" srcOrd="0" destOrd="0" presId="urn:microsoft.com/office/officeart/2008/layout/LinedList"/>
    <dgm:cxn modelId="{FEAF2C4D-F1C0-4992-9854-B48836D49795}" type="presOf" srcId="{9D6C895E-EE81-4B68-823C-ABFB9247293B}" destId="{4D22763F-8EF7-4543-916F-7B3537D82091}" srcOrd="0" destOrd="0" presId="urn:microsoft.com/office/officeart/2008/layout/LinedList"/>
    <dgm:cxn modelId="{CBA2374F-772A-4DD6-9586-0F31F4144A94}" type="presOf" srcId="{881AB7F9-DC8F-4141-AC2A-574E3EF0FD64}" destId="{CA95B341-B4E5-4BE5-AD85-F8FA2B387BF1}" srcOrd="0" destOrd="0" presId="urn:microsoft.com/office/officeart/2008/layout/LinedList"/>
    <dgm:cxn modelId="{9840DA82-E4CF-4961-8789-F29104AE8F72}" type="presOf" srcId="{6A9B18BE-EFD9-455C-A3BE-50DF078C4E1D}" destId="{4B60C1DF-DC6D-47EB-9545-D81B0BF0AFB1}" srcOrd="0" destOrd="0" presId="urn:microsoft.com/office/officeart/2008/layout/LinedList"/>
    <dgm:cxn modelId="{7184F184-4339-454E-A647-81F885FFABDC}" srcId="{881AB7F9-DC8F-4141-AC2A-574E3EF0FD64}" destId="{9C407537-3BE9-4A90-901F-DE5739178125}" srcOrd="6" destOrd="0" parTransId="{CD349A50-DEFA-4CD8-B714-C8B6194F6A25}" sibTransId="{FD1AF24A-06FE-4C2E-8CC5-0A736FC6FA5D}"/>
    <dgm:cxn modelId="{E93541AF-8248-43E4-9DE7-5CFB60810207}" srcId="{881AB7F9-DC8F-4141-AC2A-574E3EF0FD64}" destId="{BC5A8F32-B230-4D83-A372-F964337EFEE8}" srcOrd="1" destOrd="0" parTransId="{500495A3-8672-434D-BE78-59F78ECA6513}" sibTransId="{9673DDC8-82F9-4624-BB2E-73C3E732D289}"/>
    <dgm:cxn modelId="{EC00A7C6-4A7B-4356-8FAA-EC7BB6CE44F7}" srcId="{881AB7F9-DC8F-4141-AC2A-574E3EF0FD64}" destId="{9D6C895E-EE81-4B68-823C-ABFB9247293B}" srcOrd="5" destOrd="0" parTransId="{23AE5454-21F1-4AC6-9AA4-A8F865F409BD}" sibTransId="{7EBBA588-8430-424D-86DC-D3DF14B75CAC}"/>
    <dgm:cxn modelId="{935C16DD-EC44-4FD3-B2E1-A1652813E902}" type="presOf" srcId="{9C407537-3BE9-4A90-901F-DE5739178125}" destId="{AC295AAC-EA6D-49B3-BA0C-7081D8FE77A7}" srcOrd="0" destOrd="0" presId="urn:microsoft.com/office/officeart/2008/layout/LinedList"/>
    <dgm:cxn modelId="{DAD4F7E2-1BDE-48DB-B8F5-DFF859B1FDB7}" type="presOf" srcId="{83F4358F-9BD2-4478-B5C0-10B82151B5C7}" destId="{8E8D7E6B-AA72-4990-A0FC-8FEF81A67574}" srcOrd="0" destOrd="0" presId="urn:microsoft.com/office/officeart/2008/layout/LinedList"/>
    <dgm:cxn modelId="{208258E7-B4D5-46B3-BD7F-4CD8915B5F16}" srcId="{881AB7F9-DC8F-4141-AC2A-574E3EF0FD64}" destId="{38F48A9D-DB06-4685-B492-F9CB76E7718D}" srcOrd="2" destOrd="0" parTransId="{0D2B09BB-2823-477B-8D90-1B1E964C3C9B}" sibTransId="{90E36749-4424-4BBD-A443-B0F674E7D4CE}"/>
    <dgm:cxn modelId="{6DE8ACF9-03E8-4645-ABBF-BC164A685487}" type="presOf" srcId="{BC5A8F32-B230-4D83-A372-F964337EFEE8}" destId="{3A4A9CE6-9096-4B7F-9C5D-79B385F713A2}" srcOrd="0" destOrd="0" presId="urn:microsoft.com/office/officeart/2008/layout/LinedList"/>
    <dgm:cxn modelId="{6F29DA04-21DE-4C07-8B50-9DB3E7E7F6D6}" type="presParOf" srcId="{CA95B341-B4E5-4BE5-AD85-F8FA2B387BF1}" destId="{F3FEF469-430B-4C99-AE6A-90C2DE29C6F3}" srcOrd="0" destOrd="0" presId="urn:microsoft.com/office/officeart/2008/layout/LinedList"/>
    <dgm:cxn modelId="{FF7B2BDB-297C-45C4-852B-C0E2A4729F83}" type="presParOf" srcId="{CA95B341-B4E5-4BE5-AD85-F8FA2B387BF1}" destId="{E7E7937B-343A-42A1-AD3F-4D43B4D3C8E9}" srcOrd="1" destOrd="0" presId="urn:microsoft.com/office/officeart/2008/layout/LinedList"/>
    <dgm:cxn modelId="{E6700CAE-0729-48AF-AD99-507F91DCF299}" type="presParOf" srcId="{E7E7937B-343A-42A1-AD3F-4D43B4D3C8E9}" destId="{B2062E8A-5C39-4C0D-AD39-DDEDD68FCE1F}" srcOrd="0" destOrd="0" presId="urn:microsoft.com/office/officeart/2008/layout/LinedList"/>
    <dgm:cxn modelId="{507B2E76-C106-490F-AEDF-9A94B2A8592F}" type="presParOf" srcId="{E7E7937B-343A-42A1-AD3F-4D43B4D3C8E9}" destId="{A5444230-AD0B-495A-8FD9-2CDC91192EF3}" srcOrd="1" destOrd="0" presId="urn:microsoft.com/office/officeart/2008/layout/LinedList"/>
    <dgm:cxn modelId="{D49F6E61-2FA1-44F9-AD50-CE9BCA10AF0F}" type="presParOf" srcId="{CA95B341-B4E5-4BE5-AD85-F8FA2B387BF1}" destId="{8DE095C9-B2DD-4D2C-BC81-49C09280AD83}" srcOrd="2" destOrd="0" presId="urn:microsoft.com/office/officeart/2008/layout/LinedList"/>
    <dgm:cxn modelId="{04EAC8F6-6EF5-492A-8A90-1A7CA5BADA0E}" type="presParOf" srcId="{CA95B341-B4E5-4BE5-AD85-F8FA2B387BF1}" destId="{7BB3EF15-50AE-4915-85FC-E6093538A575}" srcOrd="3" destOrd="0" presId="urn:microsoft.com/office/officeart/2008/layout/LinedList"/>
    <dgm:cxn modelId="{1447200E-091E-43C7-836C-DBC955DD6487}" type="presParOf" srcId="{7BB3EF15-50AE-4915-85FC-E6093538A575}" destId="{3A4A9CE6-9096-4B7F-9C5D-79B385F713A2}" srcOrd="0" destOrd="0" presId="urn:microsoft.com/office/officeart/2008/layout/LinedList"/>
    <dgm:cxn modelId="{DCC016C9-6195-40E6-965C-34A1C7137B2E}" type="presParOf" srcId="{7BB3EF15-50AE-4915-85FC-E6093538A575}" destId="{5AE37AEB-E6EF-4E5B-A266-900BEEEBF7F9}" srcOrd="1" destOrd="0" presId="urn:microsoft.com/office/officeart/2008/layout/LinedList"/>
    <dgm:cxn modelId="{0165B02D-873E-4F2B-862F-DAF5C9D59B21}" type="presParOf" srcId="{CA95B341-B4E5-4BE5-AD85-F8FA2B387BF1}" destId="{15F970D4-F0E2-48B6-AB97-5AB201DD9A91}" srcOrd="4" destOrd="0" presId="urn:microsoft.com/office/officeart/2008/layout/LinedList"/>
    <dgm:cxn modelId="{7A23B81A-B765-4E94-BC66-A5E77DD68E5C}" type="presParOf" srcId="{CA95B341-B4E5-4BE5-AD85-F8FA2B387BF1}" destId="{7A76B204-777E-4AB6-B4ED-7C9B06C78378}" srcOrd="5" destOrd="0" presId="urn:microsoft.com/office/officeart/2008/layout/LinedList"/>
    <dgm:cxn modelId="{C81A0221-8960-4AD7-B34B-1606E8D1BEBC}" type="presParOf" srcId="{7A76B204-777E-4AB6-B4ED-7C9B06C78378}" destId="{A524CC16-E021-4F56-8AC6-34B61AAFF2E5}" srcOrd="0" destOrd="0" presId="urn:microsoft.com/office/officeart/2008/layout/LinedList"/>
    <dgm:cxn modelId="{D6D0E3B9-6FEF-4018-B646-D03824904DF6}" type="presParOf" srcId="{7A76B204-777E-4AB6-B4ED-7C9B06C78378}" destId="{C6D26326-643A-4D89-89FD-2516DF3C971B}" srcOrd="1" destOrd="0" presId="urn:microsoft.com/office/officeart/2008/layout/LinedList"/>
    <dgm:cxn modelId="{D24D336B-9A76-495A-8C6F-396E5A8B8FC2}" type="presParOf" srcId="{CA95B341-B4E5-4BE5-AD85-F8FA2B387BF1}" destId="{35ABFF32-9D4B-485C-8380-6213BC4371DC}" srcOrd="6" destOrd="0" presId="urn:microsoft.com/office/officeart/2008/layout/LinedList"/>
    <dgm:cxn modelId="{8BA5A882-9FE7-45ED-AEE0-D28F8A35F2D1}" type="presParOf" srcId="{CA95B341-B4E5-4BE5-AD85-F8FA2B387BF1}" destId="{3AF6A46E-2150-4FA7-8E90-C06F8C33F9B2}" srcOrd="7" destOrd="0" presId="urn:microsoft.com/office/officeart/2008/layout/LinedList"/>
    <dgm:cxn modelId="{624D85D4-A221-4085-A294-C16B14DCCCAA}" type="presParOf" srcId="{3AF6A46E-2150-4FA7-8E90-C06F8C33F9B2}" destId="{42CB9EEF-EA88-4B60-97B6-86ACB443EEB5}" srcOrd="0" destOrd="0" presId="urn:microsoft.com/office/officeart/2008/layout/LinedList"/>
    <dgm:cxn modelId="{019D8A17-4E9D-4AE7-B2AA-B263D59031F0}" type="presParOf" srcId="{3AF6A46E-2150-4FA7-8E90-C06F8C33F9B2}" destId="{C743890B-CF6D-4A11-9A8E-E8E7CC9CA854}" srcOrd="1" destOrd="0" presId="urn:microsoft.com/office/officeart/2008/layout/LinedList"/>
    <dgm:cxn modelId="{A355F025-38BC-4A4F-8C01-9A778B21F3E0}" type="presParOf" srcId="{CA95B341-B4E5-4BE5-AD85-F8FA2B387BF1}" destId="{67CAEF8B-C494-4425-8D29-0E9C859147F1}" srcOrd="8" destOrd="0" presId="urn:microsoft.com/office/officeart/2008/layout/LinedList"/>
    <dgm:cxn modelId="{0ECECEE9-7E42-4439-9CC7-0F3E78A2558E}" type="presParOf" srcId="{CA95B341-B4E5-4BE5-AD85-F8FA2B387BF1}" destId="{FD678D61-BFA7-409F-B468-B72DA6CC42B2}" srcOrd="9" destOrd="0" presId="urn:microsoft.com/office/officeart/2008/layout/LinedList"/>
    <dgm:cxn modelId="{94F31A7D-4519-44C9-B150-494D93BDED24}" type="presParOf" srcId="{FD678D61-BFA7-409F-B468-B72DA6CC42B2}" destId="{8E8D7E6B-AA72-4990-A0FC-8FEF81A67574}" srcOrd="0" destOrd="0" presId="urn:microsoft.com/office/officeart/2008/layout/LinedList"/>
    <dgm:cxn modelId="{1630D56B-80A4-4281-848D-061525C8C1FD}" type="presParOf" srcId="{FD678D61-BFA7-409F-B468-B72DA6CC42B2}" destId="{447AE3AC-C390-4240-8E0C-031F57B09042}" srcOrd="1" destOrd="0" presId="urn:microsoft.com/office/officeart/2008/layout/LinedList"/>
    <dgm:cxn modelId="{B8373036-0597-43AD-B130-4D2386AD3594}" type="presParOf" srcId="{CA95B341-B4E5-4BE5-AD85-F8FA2B387BF1}" destId="{2EE6F1CD-43BF-4E7E-AB02-34CC450E5842}" srcOrd="10" destOrd="0" presId="urn:microsoft.com/office/officeart/2008/layout/LinedList"/>
    <dgm:cxn modelId="{9A00CBF3-3B29-4A8A-A6D6-49C3A8514502}" type="presParOf" srcId="{CA95B341-B4E5-4BE5-AD85-F8FA2B387BF1}" destId="{1FE3390E-191D-43F6-AC53-2A5F637FE68C}" srcOrd="11" destOrd="0" presId="urn:microsoft.com/office/officeart/2008/layout/LinedList"/>
    <dgm:cxn modelId="{B9B9324B-D3A7-47F9-869F-E337F703BE22}" type="presParOf" srcId="{1FE3390E-191D-43F6-AC53-2A5F637FE68C}" destId="{4D22763F-8EF7-4543-916F-7B3537D82091}" srcOrd="0" destOrd="0" presId="urn:microsoft.com/office/officeart/2008/layout/LinedList"/>
    <dgm:cxn modelId="{15DAB50E-4DED-416C-8078-BF29F8344D07}" type="presParOf" srcId="{1FE3390E-191D-43F6-AC53-2A5F637FE68C}" destId="{3240C3F9-738E-4891-A794-313F7B2D94AF}" srcOrd="1" destOrd="0" presId="urn:microsoft.com/office/officeart/2008/layout/LinedList"/>
    <dgm:cxn modelId="{0B9B5DDD-F851-4650-B8E5-9D3B4B0677A9}" type="presParOf" srcId="{CA95B341-B4E5-4BE5-AD85-F8FA2B387BF1}" destId="{F38BB1A3-F298-4633-BC8A-D8B8395CA8AA}" srcOrd="12" destOrd="0" presId="urn:microsoft.com/office/officeart/2008/layout/LinedList"/>
    <dgm:cxn modelId="{12912AE0-A16B-4FAD-8E1F-A4E5133BDADC}" type="presParOf" srcId="{CA95B341-B4E5-4BE5-AD85-F8FA2B387BF1}" destId="{D244832F-98AE-4BD3-9A1C-C5107D1E72A9}" srcOrd="13" destOrd="0" presId="urn:microsoft.com/office/officeart/2008/layout/LinedList"/>
    <dgm:cxn modelId="{912D82B0-34E2-4709-9044-0DC4C76292DD}" type="presParOf" srcId="{D244832F-98AE-4BD3-9A1C-C5107D1E72A9}" destId="{AC295AAC-EA6D-49B3-BA0C-7081D8FE77A7}" srcOrd="0" destOrd="0" presId="urn:microsoft.com/office/officeart/2008/layout/LinedList"/>
    <dgm:cxn modelId="{4B80F1AC-C210-4BFD-847A-70B629D712ED}" type="presParOf" srcId="{D244832F-98AE-4BD3-9A1C-C5107D1E72A9}" destId="{679CC4DF-9A65-49EC-B211-D460A4C539CE}" srcOrd="1" destOrd="0" presId="urn:microsoft.com/office/officeart/2008/layout/LinedList"/>
    <dgm:cxn modelId="{5B03D869-43AC-4198-9159-F82EF0F1EDAF}" type="presParOf" srcId="{CA95B341-B4E5-4BE5-AD85-F8FA2B387BF1}" destId="{5220E811-E736-4913-BCB2-43667B1EFC9F}" srcOrd="14" destOrd="0" presId="urn:microsoft.com/office/officeart/2008/layout/LinedList"/>
    <dgm:cxn modelId="{ADE8EC46-574B-429F-A791-5DE5C318A114}" type="presParOf" srcId="{CA95B341-B4E5-4BE5-AD85-F8FA2B387BF1}" destId="{0D22F856-FBCB-4B47-A1C5-5BB203BADF92}" srcOrd="15" destOrd="0" presId="urn:microsoft.com/office/officeart/2008/layout/LinedList"/>
    <dgm:cxn modelId="{4A8AF89B-C24B-4BBE-B81B-8720DB47AC80}" type="presParOf" srcId="{0D22F856-FBCB-4B47-A1C5-5BB203BADF92}" destId="{4B60C1DF-DC6D-47EB-9545-D81B0BF0AFB1}" srcOrd="0" destOrd="0" presId="urn:microsoft.com/office/officeart/2008/layout/LinedList"/>
    <dgm:cxn modelId="{312C795B-E604-4415-886D-32B99BC78BAA}" type="presParOf" srcId="{0D22F856-FBCB-4B47-A1C5-5BB203BADF92}" destId="{C04B71EA-504E-43B7-9874-0CA640A3BFD2}" srcOrd="1" destOrd="0" presId="urn:microsoft.com/office/officeart/2008/layout/LinedLis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621639A-0258-4C4B-841C-F0DEA19EA79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1A6BA9D-D7FD-4299-92D1-D3DD109F4DDC}">
      <dgm:prSet/>
      <dgm:spPr/>
      <dgm:t>
        <a:bodyPr/>
        <a:lstStyle/>
        <a:p>
          <a:r>
            <a:rPr lang="ru-RU" dirty="0"/>
            <a:t>население какого-либо иностранного государства или террито­рии </a:t>
          </a:r>
          <a:r>
            <a:rPr lang="ru-RU" b="1" dirty="0"/>
            <a:t>изъявит желание быть принятым</a:t>
          </a:r>
          <a:r>
            <a:rPr lang="ru-RU" dirty="0"/>
            <a:t> в Российскую Федерацию</a:t>
          </a:r>
        </a:p>
      </dgm:t>
    </dgm:pt>
    <dgm:pt modelId="{7C1469F5-F380-436C-85D2-4EBA2800A640}" type="parTrans" cxnId="{015EB3BD-61F3-4955-95BB-4D2FC6A1A2CC}">
      <dgm:prSet/>
      <dgm:spPr/>
      <dgm:t>
        <a:bodyPr/>
        <a:lstStyle/>
        <a:p>
          <a:endParaRPr lang="ru-RU"/>
        </a:p>
      </dgm:t>
    </dgm:pt>
    <dgm:pt modelId="{80018391-512F-44DD-BEFC-D734226EC3FF}" type="sibTrans" cxnId="{015EB3BD-61F3-4955-95BB-4D2FC6A1A2CC}">
      <dgm:prSet/>
      <dgm:spPr/>
      <dgm:t>
        <a:bodyPr/>
        <a:lstStyle/>
        <a:p>
          <a:endParaRPr lang="ru-RU"/>
        </a:p>
      </dgm:t>
    </dgm:pt>
    <dgm:pt modelId="{F9F87F47-8CB0-42C8-9CEA-47287FC50EEA}">
      <dgm:prSet/>
      <dgm:spPr/>
      <dgm:t>
        <a:bodyPr/>
        <a:lstStyle/>
        <a:p>
          <a:r>
            <a:rPr lang="ru-RU" dirty="0"/>
            <a:t>новый субъект федерации образуется на территории, </a:t>
          </a:r>
          <a:r>
            <a:rPr lang="ru-RU" b="1" dirty="0"/>
            <a:t>входящей в состав какого-либо </a:t>
          </a:r>
          <a:r>
            <a:rPr lang="ru-RU" dirty="0"/>
            <a:t>одного или нескольких из названных в Конституции </a:t>
          </a:r>
          <a:r>
            <a:rPr lang="ru-RU" b="1" dirty="0"/>
            <a:t>субъектов федерации</a:t>
          </a:r>
        </a:p>
      </dgm:t>
    </dgm:pt>
    <dgm:pt modelId="{CA68BC6D-861D-4546-B47E-F0B55BEDB08B}" type="parTrans" cxnId="{AFC6E835-1334-4283-841D-6C35478B2DFF}">
      <dgm:prSet/>
      <dgm:spPr/>
      <dgm:t>
        <a:bodyPr/>
        <a:lstStyle/>
        <a:p>
          <a:endParaRPr lang="ru-RU"/>
        </a:p>
      </dgm:t>
    </dgm:pt>
    <dgm:pt modelId="{F2E332E9-B2AF-4616-AE9C-FC1669F4C098}" type="sibTrans" cxnId="{AFC6E835-1334-4283-841D-6C35478B2DFF}">
      <dgm:prSet/>
      <dgm:spPr/>
      <dgm:t>
        <a:bodyPr/>
        <a:lstStyle/>
        <a:p>
          <a:endParaRPr lang="ru-RU"/>
        </a:p>
      </dgm:t>
    </dgm:pt>
    <dgm:pt modelId="{760210E4-25B8-48B6-9C27-21F3A4541DEB}" type="pres">
      <dgm:prSet presAssocID="{5621639A-0258-4C4B-841C-F0DEA19EA790}" presName="diagram" presStyleCnt="0">
        <dgm:presLayoutVars>
          <dgm:dir/>
          <dgm:resizeHandles val="exact"/>
        </dgm:presLayoutVars>
      </dgm:prSet>
      <dgm:spPr/>
    </dgm:pt>
    <dgm:pt modelId="{32B89B34-D2F7-4B7D-B7F5-7AFB655A2668}" type="pres">
      <dgm:prSet presAssocID="{51A6BA9D-D7FD-4299-92D1-D3DD109F4DDC}" presName="node" presStyleLbl="node1" presStyleIdx="0" presStyleCnt="2" custScaleX="146410" custLinFactNeighborX="-624">
        <dgm:presLayoutVars>
          <dgm:bulletEnabled val="1"/>
        </dgm:presLayoutVars>
      </dgm:prSet>
      <dgm:spPr/>
    </dgm:pt>
    <dgm:pt modelId="{60B4B985-45ED-4B19-BAD4-F3B605D884F6}" type="pres">
      <dgm:prSet presAssocID="{80018391-512F-44DD-BEFC-D734226EC3FF}" presName="sibTrans" presStyleCnt="0"/>
      <dgm:spPr/>
    </dgm:pt>
    <dgm:pt modelId="{28E335C7-6B8F-40BD-96A8-F7358F4771A2}" type="pres">
      <dgm:prSet presAssocID="{F9F87F47-8CB0-42C8-9CEA-47287FC50EEA}" presName="node" presStyleLbl="node1" presStyleIdx="1" presStyleCnt="2" custScaleX="146410" custLinFactNeighborX="-624">
        <dgm:presLayoutVars>
          <dgm:bulletEnabled val="1"/>
        </dgm:presLayoutVars>
      </dgm:prSet>
      <dgm:spPr/>
    </dgm:pt>
  </dgm:ptLst>
  <dgm:cxnLst>
    <dgm:cxn modelId="{D45FF610-FD99-434D-94B7-8875602EE4AB}" type="presOf" srcId="{51A6BA9D-D7FD-4299-92D1-D3DD109F4DDC}" destId="{32B89B34-D2F7-4B7D-B7F5-7AFB655A2668}" srcOrd="0" destOrd="0" presId="urn:microsoft.com/office/officeart/2005/8/layout/default"/>
    <dgm:cxn modelId="{AFC6E835-1334-4283-841D-6C35478B2DFF}" srcId="{5621639A-0258-4C4B-841C-F0DEA19EA790}" destId="{F9F87F47-8CB0-42C8-9CEA-47287FC50EEA}" srcOrd="1" destOrd="0" parTransId="{CA68BC6D-861D-4546-B47E-F0B55BEDB08B}" sibTransId="{F2E332E9-B2AF-4616-AE9C-FC1669F4C098}"/>
    <dgm:cxn modelId="{69DE1A87-C7EA-4260-ACA0-8B2F985128EF}" type="presOf" srcId="{F9F87F47-8CB0-42C8-9CEA-47287FC50EEA}" destId="{28E335C7-6B8F-40BD-96A8-F7358F4771A2}" srcOrd="0" destOrd="0" presId="urn:microsoft.com/office/officeart/2005/8/layout/default"/>
    <dgm:cxn modelId="{015EB3BD-61F3-4955-95BB-4D2FC6A1A2CC}" srcId="{5621639A-0258-4C4B-841C-F0DEA19EA790}" destId="{51A6BA9D-D7FD-4299-92D1-D3DD109F4DDC}" srcOrd="0" destOrd="0" parTransId="{7C1469F5-F380-436C-85D2-4EBA2800A640}" sibTransId="{80018391-512F-44DD-BEFC-D734226EC3FF}"/>
    <dgm:cxn modelId="{2FCEA3D7-6B05-4BA6-8137-6145FCC21196}" type="presOf" srcId="{5621639A-0258-4C4B-841C-F0DEA19EA790}" destId="{760210E4-25B8-48B6-9C27-21F3A4541DEB}" srcOrd="0" destOrd="0" presId="urn:microsoft.com/office/officeart/2005/8/layout/default"/>
    <dgm:cxn modelId="{0605963F-3BCB-4FF0-8AA3-93FB53A3D47B}" type="presParOf" srcId="{760210E4-25B8-48B6-9C27-21F3A4541DEB}" destId="{32B89B34-D2F7-4B7D-B7F5-7AFB655A2668}" srcOrd="0" destOrd="0" presId="urn:microsoft.com/office/officeart/2005/8/layout/default"/>
    <dgm:cxn modelId="{4554BC6A-E46F-4FD3-9640-60F3C28CFC00}" type="presParOf" srcId="{760210E4-25B8-48B6-9C27-21F3A4541DEB}" destId="{60B4B985-45ED-4B19-BAD4-F3B605D884F6}" srcOrd="1" destOrd="0" presId="urn:microsoft.com/office/officeart/2005/8/layout/default"/>
    <dgm:cxn modelId="{36E578C4-CD41-46D4-ADAA-9554975A7C74}" type="presParOf" srcId="{760210E4-25B8-48B6-9C27-21F3A4541DEB}" destId="{28E335C7-6B8F-40BD-96A8-F7358F4771A2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D2E1B94-D834-4D28-A66D-5AF0A69241A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F1B6294-F6EA-4760-B160-9350A761CE80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Порядок образования нового субъекта установлен Федеральный конституционный закон «</a:t>
          </a:r>
          <a:r>
            <a:rPr lang="ru-RU" b="1" i="1" dirty="0"/>
            <a:t>О порядке принятия в Российскую Федерацию и образования в ее составе нового субъекта Российской Федерации</a:t>
          </a:r>
          <a:r>
            <a:rPr lang="ru-RU" dirty="0"/>
            <a:t>» от 17.12.2001 N 6-ФКЗ. </a:t>
          </a:r>
        </a:p>
      </dgm:t>
    </dgm:pt>
    <dgm:pt modelId="{E33840D2-3419-42D2-B9A0-76494E1E842E}" type="parTrans" cxnId="{FEDFDDFA-DB7F-4492-AE22-54F8FFF4079C}">
      <dgm:prSet/>
      <dgm:spPr/>
      <dgm:t>
        <a:bodyPr/>
        <a:lstStyle/>
        <a:p>
          <a:endParaRPr lang="ru-RU"/>
        </a:p>
      </dgm:t>
    </dgm:pt>
    <dgm:pt modelId="{0A728634-36BB-453F-9A6E-051E7E9C3792}" type="sibTrans" cxnId="{FEDFDDFA-DB7F-4492-AE22-54F8FFF4079C}">
      <dgm:prSet/>
      <dgm:spPr/>
      <dgm:t>
        <a:bodyPr/>
        <a:lstStyle/>
        <a:p>
          <a:endParaRPr lang="ru-RU"/>
        </a:p>
      </dgm:t>
    </dgm:pt>
    <dgm:pt modelId="{DD07BAC7-D381-48E1-861C-8B02D401CE74}" type="pres">
      <dgm:prSet presAssocID="{8D2E1B94-D834-4D28-A66D-5AF0A69241A3}" presName="linear" presStyleCnt="0">
        <dgm:presLayoutVars>
          <dgm:animLvl val="lvl"/>
          <dgm:resizeHandles val="exact"/>
        </dgm:presLayoutVars>
      </dgm:prSet>
      <dgm:spPr/>
    </dgm:pt>
    <dgm:pt modelId="{E591AA9A-86C3-400C-9960-4A42E8B36C06}" type="pres">
      <dgm:prSet presAssocID="{DF1B6294-F6EA-4760-B160-9350A761CE8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DF91E2B-F74E-42CA-815B-6FF9A7FDF8B5}" type="presOf" srcId="{8D2E1B94-D834-4D28-A66D-5AF0A69241A3}" destId="{DD07BAC7-D381-48E1-861C-8B02D401CE74}" srcOrd="0" destOrd="0" presId="urn:microsoft.com/office/officeart/2005/8/layout/vList2"/>
    <dgm:cxn modelId="{A0E4B5F3-EF8A-4FF5-8F22-7C2BAEF3087C}" type="presOf" srcId="{DF1B6294-F6EA-4760-B160-9350A761CE80}" destId="{E591AA9A-86C3-400C-9960-4A42E8B36C06}" srcOrd="0" destOrd="0" presId="urn:microsoft.com/office/officeart/2005/8/layout/vList2"/>
    <dgm:cxn modelId="{FEDFDDFA-DB7F-4492-AE22-54F8FFF4079C}" srcId="{8D2E1B94-D834-4D28-A66D-5AF0A69241A3}" destId="{DF1B6294-F6EA-4760-B160-9350A761CE80}" srcOrd="0" destOrd="0" parTransId="{E33840D2-3419-42D2-B9A0-76494E1E842E}" sibTransId="{0A728634-36BB-453F-9A6E-051E7E9C3792}"/>
    <dgm:cxn modelId="{86AFD5B4-040F-45EC-B4FF-CE052ED7998B}" type="presParOf" srcId="{DD07BAC7-D381-48E1-861C-8B02D401CE74}" destId="{E591AA9A-86C3-400C-9960-4A42E8B36C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0882546-2262-4664-B25F-489FFECA5E1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373DF65-CF1C-4CFD-A39A-41C40B477EC1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/>
            <a:t>– это юридически закрепленное за органом государственного управления </a:t>
          </a:r>
          <a:r>
            <a:rPr lang="ru-RU" b="1"/>
            <a:t>право и обязанность</a:t>
          </a:r>
          <a:r>
            <a:rPr lang="ru-RU"/>
            <a:t> на принятие правовых актов и осуществление иных мер воздействия для решения конкретных задач государственного управления.</a:t>
          </a:r>
        </a:p>
      </dgm:t>
    </dgm:pt>
    <dgm:pt modelId="{8526C890-FDB1-4A7C-9686-9B9E27E09145}" type="parTrans" cxnId="{302178E6-4DDD-42B8-87ED-7E02FC63CF08}">
      <dgm:prSet/>
      <dgm:spPr/>
      <dgm:t>
        <a:bodyPr/>
        <a:lstStyle/>
        <a:p>
          <a:endParaRPr lang="ru-RU"/>
        </a:p>
      </dgm:t>
    </dgm:pt>
    <dgm:pt modelId="{5DDB03C5-CB1D-4154-8FF5-91AAE7F96F3E}" type="sibTrans" cxnId="{302178E6-4DDD-42B8-87ED-7E02FC63CF08}">
      <dgm:prSet/>
      <dgm:spPr/>
      <dgm:t>
        <a:bodyPr/>
        <a:lstStyle/>
        <a:p>
          <a:endParaRPr lang="ru-RU"/>
        </a:p>
      </dgm:t>
    </dgm:pt>
    <dgm:pt modelId="{48AA3915-7422-4137-BB32-1B27FFDD5A8F}" type="pres">
      <dgm:prSet presAssocID="{F0882546-2262-4664-B25F-489FFECA5E14}" presName="linear" presStyleCnt="0">
        <dgm:presLayoutVars>
          <dgm:animLvl val="lvl"/>
          <dgm:resizeHandles val="exact"/>
        </dgm:presLayoutVars>
      </dgm:prSet>
      <dgm:spPr/>
    </dgm:pt>
    <dgm:pt modelId="{9CB80442-C3BD-41A4-8274-460B076C63C9}" type="pres">
      <dgm:prSet presAssocID="{C373DF65-CF1C-4CFD-A39A-41C40B477EC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8DAAB50-B38F-49C8-A1F5-D5672A00BD66}" type="presOf" srcId="{F0882546-2262-4664-B25F-489FFECA5E14}" destId="{48AA3915-7422-4137-BB32-1B27FFDD5A8F}" srcOrd="0" destOrd="0" presId="urn:microsoft.com/office/officeart/2005/8/layout/vList2"/>
    <dgm:cxn modelId="{897721CD-0311-42E6-8290-03CC3D80AB05}" type="presOf" srcId="{C373DF65-CF1C-4CFD-A39A-41C40B477EC1}" destId="{9CB80442-C3BD-41A4-8274-460B076C63C9}" srcOrd="0" destOrd="0" presId="urn:microsoft.com/office/officeart/2005/8/layout/vList2"/>
    <dgm:cxn modelId="{302178E6-4DDD-42B8-87ED-7E02FC63CF08}" srcId="{F0882546-2262-4664-B25F-489FFECA5E14}" destId="{C373DF65-CF1C-4CFD-A39A-41C40B477EC1}" srcOrd="0" destOrd="0" parTransId="{8526C890-FDB1-4A7C-9686-9B9E27E09145}" sibTransId="{5DDB03C5-CB1D-4154-8FF5-91AAE7F96F3E}"/>
    <dgm:cxn modelId="{C2141375-5636-4421-84FF-76625A8D38F4}" type="presParOf" srcId="{48AA3915-7422-4137-BB32-1B27FFDD5A8F}" destId="{9CB80442-C3BD-41A4-8274-460B076C63C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3CFD50F1-722B-4D89-8DE5-80007E474E9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744ECD0-5C4D-40FF-8E0D-DFD3536FEF12}">
      <dgm:prSet custT="1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2000" dirty="0">
              <a:solidFill>
                <a:schemeClr val="bg1"/>
              </a:solidFill>
            </a:rPr>
            <a:t>Правовая база разграничения предметов:</a:t>
          </a:r>
        </a:p>
      </dgm:t>
    </dgm:pt>
    <dgm:pt modelId="{6BA0991C-8D1F-495E-A889-A9B06C05BA4B}" type="parTrans" cxnId="{F6322135-C648-4036-97E7-7C64024C809A}">
      <dgm:prSet/>
      <dgm:spPr/>
      <dgm:t>
        <a:bodyPr/>
        <a:lstStyle/>
        <a:p>
          <a:endParaRPr lang="ru-RU" sz="2000"/>
        </a:p>
      </dgm:t>
    </dgm:pt>
    <dgm:pt modelId="{9821AF9D-3B62-4343-90A7-BF0911D6640C}" type="sibTrans" cxnId="{F6322135-C648-4036-97E7-7C64024C809A}">
      <dgm:prSet/>
      <dgm:spPr/>
      <dgm:t>
        <a:bodyPr/>
        <a:lstStyle/>
        <a:p>
          <a:endParaRPr lang="ru-RU" sz="2000"/>
        </a:p>
      </dgm:t>
    </dgm:pt>
    <dgm:pt modelId="{382140F4-59DA-4BE6-B011-0F16FA7CAA46}">
      <dgm:prSet custT="1"/>
      <dgm:spPr/>
      <dgm:t>
        <a:bodyPr/>
        <a:lstStyle/>
        <a:p>
          <a:r>
            <a:rPr lang="ru-RU" sz="2000" dirty="0"/>
            <a:t>- Конституция РФ (ч.2 ст. 11, ст. 71, 72,73),</a:t>
          </a:r>
        </a:p>
      </dgm:t>
    </dgm:pt>
    <dgm:pt modelId="{9B3D62DC-BED2-4272-8A6A-17377AD86556}" type="parTrans" cxnId="{5C316FF8-C7EE-4CD2-87F6-E5A7FE48452E}">
      <dgm:prSet/>
      <dgm:spPr/>
      <dgm:t>
        <a:bodyPr/>
        <a:lstStyle/>
        <a:p>
          <a:endParaRPr lang="ru-RU" sz="2000"/>
        </a:p>
      </dgm:t>
    </dgm:pt>
    <dgm:pt modelId="{31D476DA-3C8C-4764-BC56-6899D243D69C}" type="sibTrans" cxnId="{5C316FF8-C7EE-4CD2-87F6-E5A7FE48452E}">
      <dgm:prSet/>
      <dgm:spPr/>
      <dgm:t>
        <a:bodyPr/>
        <a:lstStyle/>
        <a:p>
          <a:endParaRPr lang="ru-RU" sz="2000"/>
        </a:p>
      </dgm:t>
    </dgm:pt>
    <dgm:pt modelId="{7716B853-6599-4FB9-89D8-90E2D43B516F}">
      <dgm:prSet custT="1"/>
      <dgm:spPr/>
      <dgm:t>
        <a:bodyPr/>
        <a:lstStyle/>
        <a:p>
          <a:r>
            <a:rPr lang="ru-RU" sz="2000" dirty="0"/>
            <a:t>- Федеративные и иные договоры (между субъектами Федерации и Федерацией). </a:t>
          </a:r>
        </a:p>
      </dgm:t>
    </dgm:pt>
    <dgm:pt modelId="{850C1D19-BE5A-47B1-BB57-A06A25AC910E}" type="parTrans" cxnId="{263F2FC1-7F68-4915-AF5A-3CFFE1D17490}">
      <dgm:prSet/>
      <dgm:spPr/>
      <dgm:t>
        <a:bodyPr/>
        <a:lstStyle/>
        <a:p>
          <a:endParaRPr lang="ru-RU" sz="2000"/>
        </a:p>
      </dgm:t>
    </dgm:pt>
    <dgm:pt modelId="{438E5B62-91B7-4393-B2A9-B9AA62C47F9B}" type="sibTrans" cxnId="{263F2FC1-7F68-4915-AF5A-3CFFE1D17490}">
      <dgm:prSet/>
      <dgm:spPr/>
      <dgm:t>
        <a:bodyPr/>
        <a:lstStyle/>
        <a:p>
          <a:endParaRPr lang="ru-RU" sz="2000"/>
        </a:p>
      </dgm:t>
    </dgm:pt>
    <dgm:pt modelId="{3CA1C863-ACD6-440C-BC02-E7B59D719897}">
      <dgm:prSet custT="1"/>
      <dgm:spPr/>
      <dgm:t>
        <a:bodyPr/>
        <a:lstStyle/>
        <a:p>
          <a:r>
            <a:rPr lang="ru-RU" sz="1700" dirty="0"/>
            <a:t>- Федеральный закон от 6 октября 1999г. № 184-ФЗ «Об общих принципах организации законодательных (представительных) и исполнительных органов государственной власти субъектов Российской Федерации»: </a:t>
          </a:r>
        </a:p>
      </dgm:t>
    </dgm:pt>
    <dgm:pt modelId="{0EAB70C2-6CEF-4121-A348-7C13F0FFDDC3}" type="parTrans" cxnId="{13DA6478-7FCC-43A2-B481-77BAE2AFE8E1}">
      <dgm:prSet/>
      <dgm:spPr/>
      <dgm:t>
        <a:bodyPr/>
        <a:lstStyle/>
        <a:p>
          <a:endParaRPr lang="ru-RU" sz="2000"/>
        </a:p>
      </dgm:t>
    </dgm:pt>
    <dgm:pt modelId="{4BDC377C-718C-4D5E-9C8E-15CB04A5E875}" type="sibTrans" cxnId="{13DA6478-7FCC-43A2-B481-77BAE2AFE8E1}">
      <dgm:prSet/>
      <dgm:spPr/>
      <dgm:t>
        <a:bodyPr/>
        <a:lstStyle/>
        <a:p>
          <a:endParaRPr lang="ru-RU" sz="2000"/>
        </a:p>
      </dgm:t>
    </dgm:pt>
    <dgm:pt modelId="{FE1C19FB-9894-4469-B8FA-71B6F3AB9BAC}">
      <dgm:prSet custT="1"/>
      <dgm:spPr/>
      <dgm:t>
        <a:bodyPr/>
        <a:lstStyle/>
        <a:p>
          <a:r>
            <a:rPr lang="ru-RU" sz="2000" dirty="0"/>
            <a:t>-  иные законы, указы Президента РФ, постановления Правительства РФ. </a:t>
          </a:r>
        </a:p>
      </dgm:t>
    </dgm:pt>
    <dgm:pt modelId="{C95708BD-C5B7-4412-91CB-D6897FDEC23A}" type="parTrans" cxnId="{549C92CF-A8EB-4966-9765-EBC0C68C7E7A}">
      <dgm:prSet/>
      <dgm:spPr/>
      <dgm:t>
        <a:bodyPr/>
        <a:lstStyle/>
        <a:p>
          <a:endParaRPr lang="ru-RU" sz="2000"/>
        </a:p>
      </dgm:t>
    </dgm:pt>
    <dgm:pt modelId="{387C9FEA-17C6-489E-B36F-C8E66045BAC6}" type="sibTrans" cxnId="{549C92CF-A8EB-4966-9765-EBC0C68C7E7A}">
      <dgm:prSet/>
      <dgm:spPr/>
      <dgm:t>
        <a:bodyPr/>
        <a:lstStyle/>
        <a:p>
          <a:endParaRPr lang="ru-RU" sz="2000"/>
        </a:p>
      </dgm:t>
    </dgm:pt>
    <dgm:pt modelId="{7A4AC78C-D64F-4666-BD23-D6F962DF1A5B}" type="pres">
      <dgm:prSet presAssocID="{3CFD50F1-722B-4D89-8DE5-80007E474E95}" presName="vert0" presStyleCnt="0">
        <dgm:presLayoutVars>
          <dgm:dir/>
          <dgm:animOne val="branch"/>
          <dgm:animLvl val="lvl"/>
        </dgm:presLayoutVars>
      </dgm:prSet>
      <dgm:spPr/>
    </dgm:pt>
    <dgm:pt modelId="{075B492C-315D-4720-B2ED-5E69A7DE4E9E}" type="pres">
      <dgm:prSet presAssocID="{B744ECD0-5C4D-40FF-8E0D-DFD3536FEF12}" presName="thickLine" presStyleLbl="alignNode1" presStyleIdx="0" presStyleCnt="5"/>
      <dgm:spPr/>
    </dgm:pt>
    <dgm:pt modelId="{AEDF6246-F6D4-4863-8769-55B1715B442D}" type="pres">
      <dgm:prSet presAssocID="{B744ECD0-5C4D-40FF-8E0D-DFD3536FEF12}" presName="horz1" presStyleCnt="0"/>
      <dgm:spPr/>
    </dgm:pt>
    <dgm:pt modelId="{C30E8406-A3FF-4994-BC21-7C3370BE48F3}" type="pres">
      <dgm:prSet presAssocID="{B744ECD0-5C4D-40FF-8E0D-DFD3536FEF12}" presName="tx1" presStyleLbl="revTx" presStyleIdx="0" presStyleCnt="5"/>
      <dgm:spPr/>
    </dgm:pt>
    <dgm:pt modelId="{797A2E84-55E6-47F9-B352-C1D5C51EB1F1}" type="pres">
      <dgm:prSet presAssocID="{B744ECD0-5C4D-40FF-8E0D-DFD3536FEF12}" presName="vert1" presStyleCnt="0"/>
      <dgm:spPr/>
    </dgm:pt>
    <dgm:pt modelId="{040D0EFB-3B50-44CD-8E03-2B0C8548D6EB}" type="pres">
      <dgm:prSet presAssocID="{382140F4-59DA-4BE6-B011-0F16FA7CAA46}" presName="thickLine" presStyleLbl="alignNode1" presStyleIdx="1" presStyleCnt="5"/>
      <dgm:spPr/>
    </dgm:pt>
    <dgm:pt modelId="{72902E8A-5825-4E9D-8B0A-978B376898B4}" type="pres">
      <dgm:prSet presAssocID="{382140F4-59DA-4BE6-B011-0F16FA7CAA46}" presName="horz1" presStyleCnt="0"/>
      <dgm:spPr/>
    </dgm:pt>
    <dgm:pt modelId="{515B7909-C220-47C3-A1E7-AE5E5DDA4812}" type="pres">
      <dgm:prSet presAssocID="{382140F4-59DA-4BE6-B011-0F16FA7CAA46}" presName="tx1" presStyleLbl="revTx" presStyleIdx="1" presStyleCnt="5"/>
      <dgm:spPr/>
    </dgm:pt>
    <dgm:pt modelId="{59B4E2BA-9B6F-4D16-BF66-CE1982EFD80A}" type="pres">
      <dgm:prSet presAssocID="{382140F4-59DA-4BE6-B011-0F16FA7CAA46}" presName="vert1" presStyleCnt="0"/>
      <dgm:spPr/>
    </dgm:pt>
    <dgm:pt modelId="{E9FEAB48-4271-41B2-8ACA-BB2F01F6482F}" type="pres">
      <dgm:prSet presAssocID="{7716B853-6599-4FB9-89D8-90E2D43B516F}" presName="thickLine" presStyleLbl="alignNode1" presStyleIdx="2" presStyleCnt="5"/>
      <dgm:spPr/>
    </dgm:pt>
    <dgm:pt modelId="{96EF0888-E120-4690-BE32-A7BFCD5F4977}" type="pres">
      <dgm:prSet presAssocID="{7716B853-6599-4FB9-89D8-90E2D43B516F}" presName="horz1" presStyleCnt="0"/>
      <dgm:spPr/>
    </dgm:pt>
    <dgm:pt modelId="{C5B5DE8A-4881-4968-811D-2B6C6BFF6C91}" type="pres">
      <dgm:prSet presAssocID="{7716B853-6599-4FB9-89D8-90E2D43B516F}" presName="tx1" presStyleLbl="revTx" presStyleIdx="2" presStyleCnt="5"/>
      <dgm:spPr/>
    </dgm:pt>
    <dgm:pt modelId="{141EE735-2476-4189-AA36-A440E2AE5E05}" type="pres">
      <dgm:prSet presAssocID="{7716B853-6599-4FB9-89D8-90E2D43B516F}" presName="vert1" presStyleCnt="0"/>
      <dgm:spPr/>
    </dgm:pt>
    <dgm:pt modelId="{3EE131E8-BBAA-4759-B7B1-12A63795B46E}" type="pres">
      <dgm:prSet presAssocID="{3CA1C863-ACD6-440C-BC02-E7B59D719897}" presName="thickLine" presStyleLbl="alignNode1" presStyleIdx="3" presStyleCnt="5"/>
      <dgm:spPr/>
    </dgm:pt>
    <dgm:pt modelId="{77108F3D-3D7B-45EC-9E2C-56C0DE9887D2}" type="pres">
      <dgm:prSet presAssocID="{3CA1C863-ACD6-440C-BC02-E7B59D719897}" presName="horz1" presStyleCnt="0"/>
      <dgm:spPr/>
    </dgm:pt>
    <dgm:pt modelId="{4B6E63F1-BE9B-4EC7-9562-8A8D99A3871F}" type="pres">
      <dgm:prSet presAssocID="{3CA1C863-ACD6-440C-BC02-E7B59D719897}" presName="tx1" presStyleLbl="revTx" presStyleIdx="3" presStyleCnt="5"/>
      <dgm:spPr/>
    </dgm:pt>
    <dgm:pt modelId="{356B1FBF-84FB-464B-ADBD-28A8B22DB23B}" type="pres">
      <dgm:prSet presAssocID="{3CA1C863-ACD6-440C-BC02-E7B59D719897}" presName="vert1" presStyleCnt="0"/>
      <dgm:spPr/>
    </dgm:pt>
    <dgm:pt modelId="{051190FD-6DC1-49C9-A506-0881DC2388EF}" type="pres">
      <dgm:prSet presAssocID="{FE1C19FB-9894-4469-B8FA-71B6F3AB9BAC}" presName="thickLine" presStyleLbl="alignNode1" presStyleIdx="4" presStyleCnt="5"/>
      <dgm:spPr/>
    </dgm:pt>
    <dgm:pt modelId="{670EFE1D-9309-42E9-80BC-1631881AD81E}" type="pres">
      <dgm:prSet presAssocID="{FE1C19FB-9894-4469-B8FA-71B6F3AB9BAC}" presName="horz1" presStyleCnt="0"/>
      <dgm:spPr/>
    </dgm:pt>
    <dgm:pt modelId="{9F2A50BC-81B2-4967-B9BA-A7F49DF16F7E}" type="pres">
      <dgm:prSet presAssocID="{FE1C19FB-9894-4469-B8FA-71B6F3AB9BAC}" presName="tx1" presStyleLbl="revTx" presStyleIdx="4" presStyleCnt="5"/>
      <dgm:spPr/>
    </dgm:pt>
    <dgm:pt modelId="{6AB86BE1-6ECF-4E20-9D58-D6E1A4F13C03}" type="pres">
      <dgm:prSet presAssocID="{FE1C19FB-9894-4469-B8FA-71B6F3AB9BAC}" presName="vert1" presStyleCnt="0"/>
      <dgm:spPr/>
    </dgm:pt>
  </dgm:ptLst>
  <dgm:cxnLst>
    <dgm:cxn modelId="{578C0606-24BF-4A7D-AF5B-075D672FCBEA}" type="presOf" srcId="{7716B853-6599-4FB9-89D8-90E2D43B516F}" destId="{C5B5DE8A-4881-4968-811D-2B6C6BFF6C91}" srcOrd="0" destOrd="0" presId="urn:microsoft.com/office/officeart/2008/layout/LinedList"/>
    <dgm:cxn modelId="{F6322135-C648-4036-97E7-7C64024C809A}" srcId="{3CFD50F1-722B-4D89-8DE5-80007E474E95}" destId="{B744ECD0-5C4D-40FF-8E0D-DFD3536FEF12}" srcOrd="0" destOrd="0" parTransId="{6BA0991C-8D1F-495E-A889-A9B06C05BA4B}" sibTransId="{9821AF9D-3B62-4343-90A7-BF0911D6640C}"/>
    <dgm:cxn modelId="{1ED58436-BC44-4CBE-97C4-F3FA0C7220FE}" type="presOf" srcId="{B744ECD0-5C4D-40FF-8E0D-DFD3536FEF12}" destId="{C30E8406-A3FF-4994-BC21-7C3370BE48F3}" srcOrd="0" destOrd="0" presId="urn:microsoft.com/office/officeart/2008/layout/LinedList"/>
    <dgm:cxn modelId="{13DA6478-7FCC-43A2-B481-77BAE2AFE8E1}" srcId="{3CFD50F1-722B-4D89-8DE5-80007E474E95}" destId="{3CA1C863-ACD6-440C-BC02-E7B59D719897}" srcOrd="3" destOrd="0" parTransId="{0EAB70C2-6CEF-4121-A348-7C13F0FFDDC3}" sibTransId="{4BDC377C-718C-4D5E-9C8E-15CB04A5E875}"/>
    <dgm:cxn modelId="{8A3191B6-6A3B-4696-B5BF-A22736B63F17}" type="presOf" srcId="{3CA1C863-ACD6-440C-BC02-E7B59D719897}" destId="{4B6E63F1-BE9B-4EC7-9562-8A8D99A3871F}" srcOrd="0" destOrd="0" presId="urn:microsoft.com/office/officeart/2008/layout/LinedList"/>
    <dgm:cxn modelId="{925A31BB-EC38-4493-9A99-771197AF6DEC}" type="presOf" srcId="{3CFD50F1-722B-4D89-8DE5-80007E474E95}" destId="{7A4AC78C-D64F-4666-BD23-D6F962DF1A5B}" srcOrd="0" destOrd="0" presId="urn:microsoft.com/office/officeart/2008/layout/LinedList"/>
    <dgm:cxn modelId="{263F2FC1-7F68-4915-AF5A-3CFFE1D17490}" srcId="{3CFD50F1-722B-4D89-8DE5-80007E474E95}" destId="{7716B853-6599-4FB9-89D8-90E2D43B516F}" srcOrd="2" destOrd="0" parTransId="{850C1D19-BE5A-47B1-BB57-A06A25AC910E}" sibTransId="{438E5B62-91B7-4393-B2A9-B9AA62C47F9B}"/>
    <dgm:cxn modelId="{549C92CF-A8EB-4966-9765-EBC0C68C7E7A}" srcId="{3CFD50F1-722B-4D89-8DE5-80007E474E95}" destId="{FE1C19FB-9894-4469-B8FA-71B6F3AB9BAC}" srcOrd="4" destOrd="0" parTransId="{C95708BD-C5B7-4412-91CB-D6897FDEC23A}" sibTransId="{387C9FEA-17C6-489E-B36F-C8E66045BAC6}"/>
    <dgm:cxn modelId="{834969EA-6330-4FCC-ACE5-401E4ACA40C6}" type="presOf" srcId="{382140F4-59DA-4BE6-B011-0F16FA7CAA46}" destId="{515B7909-C220-47C3-A1E7-AE5E5DDA4812}" srcOrd="0" destOrd="0" presId="urn:microsoft.com/office/officeart/2008/layout/LinedList"/>
    <dgm:cxn modelId="{AE68E2EF-B3C9-4B4E-BCC3-6F31CDE5372B}" type="presOf" srcId="{FE1C19FB-9894-4469-B8FA-71B6F3AB9BAC}" destId="{9F2A50BC-81B2-4967-B9BA-A7F49DF16F7E}" srcOrd="0" destOrd="0" presId="urn:microsoft.com/office/officeart/2008/layout/LinedList"/>
    <dgm:cxn modelId="{5C316FF8-C7EE-4CD2-87F6-E5A7FE48452E}" srcId="{3CFD50F1-722B-4D89-8DE5-80007E474E95}" destId="{382140F4-59DA-4BE6-B011-0F16FA7CAA46}" srcOrd="1" destOrd="0" parTransId="{9B3D62DC-BED2-4272-8A6A-17377AD86556}" sibTransId="{31D476DA-3C8C-4764-BC56-6899D243D69C}"/>
    <dgm:cxn modelId="{06ED6034-3FCD-4B03-9F18-4551D8AFEE74}" type="presParOf" srcId="{7A4AC78C-D64F-4666-BD23-D6F962DF1A5B}" destId="{075B492C-315D-4720-B2ED-5E69A7DE4E9E}" srcOrd="0" destOrd="0" presId="urn:microsoft.com/office/officeart/2008/layout/LinedList"/>
    <dgm:cxn modelId="{5BB3F506-68BB-4284-8AB9-1D431381C29A}" type="presParOf" srcId="{7A4AC78C-D64F-4666-BD23-D6F962DF1A5B}" destId="{AEDF6246-F6D4-4863-8769-55B1715B442D}" srcOrd="1" destOrd="0" presId="urn:microsoft.com/office/officeart/2008/layout/LinedList"/>
    <dgm:cxn modelId="{0B1BB52C-5EB6-4C38-892F-62B05A705A11}" type="presParOf" srcId="{AEDF6246-F6D4-4863-8769-55B1715B442D}" destId="{C30E8406-A3FF-4994-BC21-7C3370BE48F3}" srcOrd="0" destOrd="0" presId="urn:microsoft.com/office/officeart/2008/layout/LinedList"/>
    <dgm:cxn modelId="{72B53E6F-8337-4998-B74F-D478A35C41A0}" type="presParOf" srcId="{AEDF6246-F6D4-4863-8769-55B1715B442D}" destId="{797A2E84-55E6-47F9-B352-C1D5C51EB1F1}" srcOrd="1" destOrd="0" presId="urn:microsoft.com/office/officeart/2008/layout/LinedList"/>
    <dgm:cxn modelId="{50DB2F13-F45E-420C-A915-5CF118CE63B5}" type="presParOf" srcId="{7A4AC78C-D64F-4666-BD23-D6F962DF1A5B}" destId="{040D0EFB-3B50-44CD-8E03-2B0C8548D6EB}" srcOrd="2" destOrd="0" presId="urn:microsoft.com/office/officeart/2008/layout/LinedList"/>
    <dgm:cxn modelId="{84815699-4743-4624-9981-4EAEA821A9E2}" type="presParOf" srcId="{7A4AC78C-D64F-4666-BD23-D6F962DF1A5B}" destId="{72902E8A-5825-4E9D-8B0A-978B376898B4}" srcOrd="3" destOrd="0" presId="urn:microsoft.com/office/officeart/2008/layout/LinedList"/>
    <dgm:cxn modelId="{737483DF-1D34-41F0-8D96-1D3E955C488B}" type="presParOf" srcId="{72902E8A-5825-4E9D-8B0A-978B376898B4}" destId="{515B7909-C220-47C3-A1E7-AE5E5DDA4812}" srcOrd="0" destOrd="0" presId="urn:microsoft.com/office/officeart/2008/layout/LinedList"/>
    <dgm:cxn modelId="{0F834099-3E4C-4AA3-AD1B-6B15064BCDC4}" type="presParOf" srcId="{72902E8A-5825-4E9D-8B0A-978B376898B4}" destId="{59B4E2BA-9B6F-4D16-BF66-CE1982EFD80A}" srcOrd="1" destOrd="0" presId="urn:microsoft.com/office/officeart/2008/layout/LinedList"/>
    <dgm:cxn modelId="{87D8E5F5-3B70-4AB3-98A6-C9FBFD488BE9}" type="presParOf" srcId="{7A4AC78C-D64F-4666-BD23-D6F962DF1A5B}" destId="{E9FEAB48-4271-41B2-8ACA-BB2F01F6482F}" srcOrd="4" destOrd="0" presId="urn:microsoft.com/office/officeart/2008/layout/LinedList"/>
    <dgm:cxn modelId="{7490D7D2-6D2A-45F7-99B9-69638EA582B8}" type="presParOf" srcId="{7A4AC78C-D64F-4666-BD23-D6F962DF1A5B}" destId="{96EF0888-E120-4690-BE32-A7BFCD5F4977}" srcOrd="5" destOrd="0" presId="urn:microsoft.com/office/officeart/2008/layout/LinedList"/>
    <dgm:cxn modelId="{0E90EF6A-1DA0-4182-9BDE-F044212D309C}" type="presParOf" srcId="{96EF0888-E120-4690-BE32-A7BFCD5F4977}" destId="{C5B5DE8A-4881-4968-811D-2B6C6BFF6C91}" srcOrd="0" destOrd="0" presId="urn:microsoft.com/office/officeart/2008/layout/LinedList"/>
    <dgm:cxn modelId="{550164BD-43E7-4BBC-AE11-21DC9DEB38D9}" type="presParOf" srcId="{96EF0888-E120-4690-BE32-A7BFCD5F4977}" destId="{141EE735-2476-4189-AA36-A440E2AE5E05}" srcOrd="1" destOrd="0" presId="urn:microsoft.com/office/officeart/2008/layout/LinedList"/>
    <dgm:cxn modelId="{E9FFBEDD-5328-48F4-A701-C1F87C0AD256}" type="presParOf" srcId="{7A4AC78C-D64F-4666-BD23-D6F962DF1A5B}" destId="{3EE131E8-BBAA-4759-B7B1-12A63795B46E}" srcOrd="6" destOrd="0" presId="urn:microsoft.com/office/officeart/2008/layout/LinedList"/>
    <dgm:cxn modelId="{EF0452B5-2E1D-46F3-A15E-4E7790E900D6}" type="presParOf" srcId="{7A4AC78C-D64F-4666-BD23-D6F962DF1A5B}" destId="{77108F3D-3D7B-45EC-9E2C-56C0DE9887D2}" srcOrd="7" destOrd="0" presId="urn:microsoft.com/office/officeart/2008/layout/LinedList"/>
    <dgm:cxn modelId="{BBF3F62F-46FD-4C56-91ED-617787C5905F}" type="presParOf" srcId="{77108F3D-3D7B-45EC-9E2C-56C0DE9887D2}" destId="{4B6E63F1-BE9B-4EC7-9562-8A8D99A3871F}" srcOrd="0" destOrd="0" presId="urn:microsoft.com/office/officeart/2008/layout/LinedList"/>
    <dgm:cxn modelId="{0C55C9C7-9E69-430F-9977-6423FC9A2406}" type="presParOf" srcId="{77108F3D-3D7B-45EC-9E2C-56C0DE9887D2}" destId="{356B1FBF-84FB-464B-ADBD-28A8B22DB23B}" srcOrd="1" destOrd="0" presId="urn:microsoft.com/office/officeart/2008/layout/LinedList"/>
    <dgm:cxn modelId="{7E18FC5D-0F3F-4563-ADD3-8C55CDF17EC6}" type="presParOf" srcId="{7A4AC78C-D64F-4666-BD23-D6F962DF1A5B}" destId="{051190FD-6DC1-49C9-A506-0881DC2388EF}" srcOrd="8" destOrd="0" presId="urn:microsoft.com/office/officeart/2008/layout/LinedList"/>
    <dgm:cxn modelId="{38147456-2469-4957-973B-7155223CC031}" type="presParOf" srcId="{7A4AC78C-D64F-4666-BD23-D6F962DF1A5B}" destId="{670EFE1D-9309-42E9-80BC-1631881AD81E}" srcOrd="9" destOrd="0" presId="urn:microsoft.com/office/officeart/2008/layout/LinedList"/>
    <dgm:cxn modelId="{38803C7F-1117-4B09-AC7A-38B2C4273F62}" type="presParOf" srcId="{670EFE1D-9309-42E9-80BC-1631881AD81E}" destId="{9F2A50BC-81B2-4967-B9BA-A7F49DF16F7E}" srcOrd="0" destOrd="0" presId="urn:microsoft.com/office/officeart/2008/layout/LinedList"/>
    <dgm:cxn modelId="{96589D0C-023A-44F0-A520-D7C6821F2500}" type="presParOf" srcId="{670EFE1D-9309-42E9-80BC-1631881AD81E}" destId="{6AB86BE1-6ECF-4E20-9D58-D6E1A4F13C0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B5E64D83-25C8-4F6D-A798-83A9B8F5D9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928A93E-C40E-4A06-A820-6A9A8FCD2BDF}">
      <dgm:prSet/>
      <dgm:spPr/>
      <dgm:t>
        <a:bodyPr/>
        <a:lstStyle/>
        <a:p>
          <a:r>
            <a:rPr lang="ru-RU" dirty="0"/>
            <a:t>конституционность / верховенство Конституции РФ и федеральных законов</a:t>
          </a:r>
        </a:p>
      </dgm:t>
    </dgm:pt>
    <dgm:pt modelId="{3FFF771D-1715-4438-9C32-E374B4551370}" type="parTrans" cxnId="{FD27DE6A-EDCF-4C6E-BBBD-6908533EB9A9}">
      <dgm:prSet/>
      <dgm:spPr/>
      <dgm:t>
        <a:bodyPr/>
        <a:lstStyle/>
        <a:p>
          <a:endParaRPr lang="ru-RU"/>
        </a:p>
      </dgm:t>
    </dgm:pt>
    <dgm:pt modelId="{0B3C6CEA-6D58-418B-A897-B337C5BC5263}" type="sibTrans" cxnId="{FD27DE6A-EDCF-4C6E-BBBD-6908533EB9A9}">
      <dgm:prSet/>
      <dgm:spPr/>
      <dgm:t>
        <a:bodyPr/>
        <a:lstStyle/>
        <a:p>
          <a:endParaRPr lang="ru-RU"/>
        </a:p>
      </dgm:t>
    </dgm:pt>
    <dgm:pt modelId="{0338D4D9-DA36-413F-963D-03822C81E65E}">
      <dgm:prSet/>
      <dgm:spPr/>
      <dgm:t>
        <a:bodyPr/>
        <a:lstStyle/>
        <a:p>
          <a:r>
            <a:rPr lang="ru-RU"/>
            <a:t>равноправие субъектов РФ при разграничении предметов ведения и полномочий / недопустимость ущемления прав и интересов субъектов РФ</a:t>
          </a:r>
        </a:p>
      </dgm:t>
    </dgm:pt>
    <dgm:pt modelId="{18F00B53-A406-40C8-98D4-25653530541C}" type="parTrans" cxnId="{D41D94D8-1BC4-4CC9-84E7-9364BF76FAA7}">
      <dgm:prSet/>
      <dgm:spPr/>
      <dgm:t>
        <a:bodyPr/>
        <a:lstStyle/>
        <a:p>
          <a:endParaRPr lang="ru-RU"/>
        </a:p>
      </dgm:t>
    </dgm:pt>
    <dgm:pt modelId="{5A66BF66-6266-415F-842E-8E7BCBE0312A}" type="sibTrans" cxnId="{D41D94D8-1BC4-4CC9-84E7-9364BF76FAA7}">
      <dgm:prSet/>
      <dgm:spPr/>
      <dgm:t>
        <a:bodyPr/>
        <a:lstStyle/>
        <a:p>
          <a:endParaRPr lang="ru-RU"/>
        </a:p>
      </dgm:t>
    </dgm:pt>
    <dgm:pt modelId="{47128906-7E6F-434C-B296-C91FB006D27B}">
      <dgm:prSet/>
      <dgm:spPr/>
      <dgm:t>
        <a:bodyPr/>
        <a:lstStyle/>
        <a:p>
          <a:r>
            <a:rPr lang="ru-RU"/>
            <a:t>согласование интересов РФ и интересов субъектов РФ;</a:t>
          </a:r>
        </a:p>
      </dgm:t>
    </dgm:pt>
    <dgm:pt modelId="{9733B181-1735-4C3F-9306-45D3DA7F1AA5}" type="parTrans" cxnId="{49A42F98-E104-48E3-A375-0DAC7C0114B9}">
      <dgm:prSet/>
      <dgm:spPr/>
      <dgm:t>
        <a:bodyPr/>
        <a:lstStyle/>
        <a:p>
          <a:endParaRPr lang="ru-RU"/>
        </a:p>
      </dgm:t>
    </dgm:pt>
    <dgm:pt modelId="{AF18699A-6488-46CE-98A2-5E988A50BD6B}" type="sibTrans" cxnId="{49A42F98-E104-48E3-A375-0DAC7C0114B9}">
      <dgm:prSet/>
      <dgm:spPr/>
      <dgm:t>
        <a:bodyPr/>
        <a:lstStyle/>
        <a:p>
          <a:endParaRPr lang="ru-RU"/>
        </a:p>
      </dgm:t>
    </dgm:pt>
    <dgm:pt modelId="{8F414650-11A1-485A-A219-847BC38A9479}">
      <dgm:prSet/>
      <dgm:spPr/>
      <dgm:t>
        <a:bodyPr/>
        <a:lstStyle/>
        <a:p>
          <a:r>
            <a:rPr lang="ru-RU" dirty="0"/>
            <a:t>добровольность заключения договоров, соглашений</a:t>
          </a:r>
        </a:p>
      </dgm:t>
    </dgm:pt>
    <dgm:pt modelId="{B34FECAF-D73B-4477-8A3A-AF112C7F871A}" type="parTrans" cxnId="{0320AE8F-A8C9-492C-ADB7-9909BCA2060C}">
      <dgm:prSet/>
      <dgm:spPr/>
      <dgm:t>
        <a:bodyPr/>
        <a:lstStyle/>
        <a:p>
          <a:endParaRPr lang="ru-RU"/>
        </a:p>
      </dgm:t>
    </dgm:pt>
    <dgm:pt modelId="{FC0896F8-6124-48DC-BA4B-5E2D796049E2}" type="sibTrans" cxnId="{0320AE8F-A8C9-492C-ADB7-9909BCA2060C}">
      <dgm:prSet/>
      <dgm:spPr/>
      <dgm:t>
        <a:bodyPr/>
        <a:lstStyle/>
        <a:p>
          <a:endParaRPr lang="ru-RU"/>
        </a:p>
      </dgm:t>
    </dgm:pt>
    <dgm:pt modelId="{F9406C83-FC67-407C-982E-003B66ED9A34}">
      <dgm:prSet/>
      <dgm:spPr/>
      <dgm:t>
        <a:bodyPr/>
        <a:lstStyle/>
        <a:p>
          <a:r>
            <a:rPr lang="ru-RU" dirty="0"/>
            <a:t>обеспеченность ресурсами</a:t>
          </a:r>
        </a:p>
      </dgm:t>
    </dgm:pt>
    <dgm:pt modelId="{E05121B8-0272-4C73-B712-1B829CBE311A}" type="parTrans" cxnId="{E9AD691E-61AA-4D7D-A6E1-FB790AA519DF}">
      <dgm:prSet/>
      <dgm:spPr/>
      <dgm:t>
        <a:bodyPr/>
        <a:lstStyle/>
        <a:p>
          <a:endParaRPr lang="ru-RU"/>
        </a:p>
      </dgm:t>
    </dgm:pt>
    <dgm:pt modelId="{7942F32D-D1F4-4E21-9820-9594B538CBEC}" type="sibTrans" cxnId="{E9AD691E-61AA-4D7D-A6E1-FB790AA519DF}">
      <dgm:prSet/>
      <dgm:spPr/>
      <dgm:t>
        <a:bodyPr/>
        <a:lstStyle/>
        <a:p>
          <a:endParaRPr lang="ru-RU"/>
        </a:p>
      </dgm:t>
    </dgm:pt>
    <dgm:pt modelId="{E8D52A32-2660-4F69-85F1-70914CBFF80C}">
      <dgm:prSet/>
      <dgm:spPr/>
      <dgm:t>
        <a:bodyPr/>
        <a:lstStyle/>
        <a:p>
          <a:r>
            <a:rPr lang="ru-RU" dirty="0"/>
            <a:t>гласность заключения договоров, соглашений</a:t>
          </a:r>
        </a:p>
      </dgm:t>
    </dgm:pt>
    <dgm:pt modelId="{036E23CF-F1A9-4E77-8DD4-4EC4093F7016}" type="parTrans" cxnId="{411A02D2-91AB-47E0-9957-F29258B74F63}">
      <dgm:prSet/>
      <dgm:spPr/>
      <dgm:t>
        <a:bodyPr/>
        <a:lstStyle/>
        <a:p>
          <a:endParaRPr lang="ru-RU"/>
        </a:p>
      </dgm:t>
    </dgm:pt>
    <dgm:pt modelId="{6D37F136-107F-4563-8FC8-E5187AC7C54C}" type="sibTrans" cxnId="{411A02D2-91AB-47E0-9957-F29258B74F63}">
      <dgm:prSet/>
      <dgm:spPr/>
      <dgm:t>
        <a:bodyPr/>
        <a:lstStyle/>
        <a:p>
          <a:endParaRPr lang="ru-RU"/>
        </a:p>
      </dgm:t>
    </dgm:pt>
    <dgm:pt modelId="{725BCEFE-D903-4150-8375-A09B19D98E96}" type="pres">
      <dgm:prSet presAssocID="{B5E64D83-25C8-4F6D-A798-83A9B8F5D9C1}" presName="linear" presStyleCnt="0">
        <dgm:presLayoutVars>
          <dgm:animLvl val="lvl"/>
          <dgm:resizeHandles val="exact"/>
        </dgm:presLayoutVars>
      </dgm:prSet>
      <dgm:spPr/>
    </dgm:pt>
    <dgm:pt modelId="{E6C53429-0A86-413B-9764-1EEC25D85324}" type="pres">
      <dgm:prSet presAssocID="{E928A93E-C40E-4A06-A820-6A9A8FCD2BDF}" presName="parentText" presStyleLbl="node1" presStyleIdx="0" presStyleCnt="6" custScaleY="75132">
        <dgm:presLayoutVars>
          <dgm:chMax val="0"/>
          <dgm:bulletEnabled val="1"/>
        </dgm:presLayoutVars>
      </dgm:prSet>
      <dgm:spPr/>
    </dgm:pt>
    <dgm:pt modelId="{CF0B087C-F933-46A8-AA4F-4BEFBC8A340F}" type="pres">
      <dgm:prSet presAssocID="{0B3C6CEA-6D58-418B-A897-B337C5BC5263}" presName="spacer" presStyleCnt="0"/>
      <dgm:spPr/>
    </dgm:pt>
    <dgm:pt modelId="{B1888FDB-F030-4671-A1E0-689D04350C95}" type="pres">
      <dgm:prSet presAssocID="{0338D4D9-DA36-413F-963D-03822C81E65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88CB824-3116-4FA9-97FA-4F0F091B2EA0}" type="pres">
      <dgm:prSet presAssocID="{5A66BF66-6266-415F-842E-8E7BCBE0312A}" presName="spacer" presStyleCnt="0"/>
      <dgm:spPr/>
    </dgm:pt>
    <dgm:pt modelId="{58EDFCE8-6783-46D9-A17A-2DC1B2EE39D6}" type="pres">
      <dgm:prSet presAssocID="{47128906-7E6F-434C-B296-C91FB006D27B}" presName="parentText" presStyleLbl="node1" presStyleIdx="2" presStyleCnt="6" custScaleY="68302">
        <dgm:presLayoutVars>
          <dgm:chMax val="0"/>
          <dgm:bulletEnabled val="1"/>
        </dgm:presLayoutVars>
      </dgm:prSet>
      <dgm:spPr/>
    </dgm:pt>
    <dgm:pt modelId="{D9B87C33-F057-4520-ACD3-B5BF05AED772}" type="pres">
      <dgm:prSet presAssocID="{AF18699A-6488-46CE-98A2-5E988A50BD6B}" presName="spacer" presStyleCnt="0"/>
      <dgm:spPr/>
    </dgm:pt>
    <dgm:pt modelId="{B7FCAC7E-4DEA-45DD-AEAF-1819DAE28892}" type="pres">
      <dgm:prSet presAssocID="{8F414650-11A1-485A-A219-847BC38A9479}" presName="parentText" presStyleLbl="node1" presStyleIdx="3" presStyleCnt="6" custScaleY="68302">
        <dgm:presLayoutVars>
          <dgm:chMax val="0"/>
          <dgm:bulletEnabled val="1"/>
        </dgm:presLayoutVars>
      </dgm:prSet>
      <dgm:spPr/>
    </dgm:pt>
    <dgm:pt modelId="{80C67245-3C23-4466-8F95-74CC1DF5528B}" type="pres">
      <dgm:prSet presAssocID="{FC0896F8-6124-48DC-BA4B-5E2D796049E2}" presName="spacer" presStyleCnt="0"/>
      <dgm:spPr/>
    </dgm:pt>
    <dgm:pt modelId="{D1FFD68B-BCDE-460F-9026-9CD131EB5998}" type="pres">
      <dgm:prSet presAssocID="{F9406C83-FC67-407C-982E-003B66ED9A34}" presName="parentText" presStyleLbl="node1" presStyleIdx="4" presStyleCnt="6" custScaleY="68302">
        <dgm:presLayoutVars>
          <dgm:chMax val="0"/>
          <dgm:bulletEnabled val="1"/>
        </dgm:presLayoutVars>
      </dgm:prSet>
      <dgm:spPr/>
    </dgm:pt>
    <dgm:pt modelId="{5A332CE9-7103-44DE-8621-FA2472E64350}" type="pres">
      <dgm:prSet presAssocID="{7942F32D-D1F4-4E21-9820-9594B538CBEC}" presName="spacer" presStyleCnt="0"/>
      <dgm:spPr/>
    </dgm:pt>
    <dgm:pt modelId="{6E3A0A1C-0DB0-4684-B575-F0A337EC88AB}" type="pres">
      <dgm:prSet presAssocID="{E8D52A32-2660-4F69-85F1-70914CBFF80C}" presName="parentText" presStyleLbl="node1" presStyleIdx="5" presStyleCnt="6" custScaleY="68302">
        <dgm:presLayoutVars>
          <dgm:chMax val="0"/>
          <dgm:bulletEnabled val="1"/>
        </dgm:presLayoutVars>
      </dgm:prSet>
      <dgm:spPr/>
    </dgm:pt>
  </dgm:ptLst>
  <dgm:cxnLst>
    <dgm:cxn modelId="{E9AD691E-61AA-4D7D-A6E1-FB790AA519DF}" srcId="{B5E64D83-25C8-4F6D-A798-83A9B8F5D9C1}" destId="{F9406C83-FC67-407C-982E-003B66ED9A34}" srcOrd="4" destOrd="0" parTransId="{E05121B8-0272-4C73-B712-1B829CBE311A}" sibTransId="{7942F32D-D1F4-4E21-9820-9594B538CBEC}"/>
    <dgm:cxn modelId="{FD27DE6A-EDCF-4C6E-BBBD-6908533EB9A9}" srcId="{B5E64D83-25C8-4F6D-A798-83A9B8F5D9C1}" destId="{E928A93E-C40E-4A06-A820-6A9A8FCD2BDF}" srcOrd="0" destOrd="0" parTransId="{3FFF771D-1715-4438-9C32-E374B4551370}" sibTransId="{0B3C6CEA-6D58-418B-A897-B337C5BC5263}"/>
    <dgm:cxn modelId="{2F86184C-8E5E-49F3-8775-7B121AA842FF}" type="presOf" srcId="{0338D4D9-DA36-413F-963D-03822C81E65E}" destId="{B1888FDB-F030-4671-A1E0-689D04350C95}" srcOrd="0" destOrd="0" presId="urn:microsoft.com/office/officeart/2005/8/layout/vList2"/>
    <dgm:cxn modelId="{8B5BF76E-7FDB-4810-9B39-EAABADCD6CB7}" type="presOf" srcId="{47128906-7E6F-434C-B296-C91FB006D27B}" destId="{58EDFCE8-6783-46D9-A17A-2DC1B2EE39D6}" srcOrd="0" destOrd="0" presId="urn:microsoft.com/office/officeart/2005/8/layout/vList2"/>
    <dgm:cxn modelId="{7141AC86-7CFD-46F9-AA57-53B65008CB9E}" type="presOf" srcId="{F9406C83-FC67-407C-982E-003B66ED9A34}" destId="{D1FFD68B-BCDE-460F-9026-9CD131EB5998}" srcOrd="0" destOrd="0" presId="urn:microsoft.com/office/officeart/2005/8/layout/vList2"/>
    <dgm:cxn modelId="{0320AE8F-A8C9-492C-ADB7-9909BCA2060C}" srcId="{B5E64D83-25C8-4F6D-A798-83A9B8F5D9C1}" destId="{8F414650-11A1-485A-A219-847BC38A9479}" srcOrd="3" destOrd="0" parTransId="{B34FECAF-D73B-4477-8A3A-AF112C7F871A}" sibTransId="{FC0896F8-6124-48DC-BA4B-5E2D796049E2}"/>
    <dgm:cxn modelId="{49A42F98-E104-48E3-A375-0DAC7C0114B9}" srcId="{B5E64D83-25C8-4F6D-A798-83A9B8F5D9C1}" destId="{47128906-7E6F-434C-B296-C91FB006D27B}" srcOrd="2" destOrd="0" parTransId="{9733B181-1735-4C3F-9306-45D3DA7F1AA5}" sibTransId="{AF18699A-6488-46CE-98A2-5E988A50BD6B}"/>
    <dgm:cxn modelId="{AE444A9B-F3EB-45BA-83FE-74E2C4C908AE}" type="presOf" srcId="{E928A93E-C40E-4A06-A820-6A9A8FCD2BDF}" destId="{E6C53429-0A86-413B-9764-1EEC25D85324}" srcOrd="0" destOrd="0" presId="urn:microsoft.com/office/officeart/2005/8/layout/vList2"/>
    <dgm:cxn modelId="{40F21AAC-3221-41BF-9F51-D2E1BEFDEDAA}" type="presOf" srcId="{B5E64D83-25C8-4F6D-A798-83A9B8F5D9C1}" destId="{725BCEFE-D903-4150-8375-A09B19D98E96}" srcOrd="0" destOrd="0" presId="urn:microsoft.com/office/officeart/2005/8/layout/vList2"/>
    <dgm:cxn modelId="{411A02D2-91AB-47E0-9957-F29258B74F63}" srcId="{B5E64D83-25C8-4F6D-A798-83A9B8F5D9C1}" destId="{E8D52A32-2660-4F69-85F1-70914CBFF80C}" srcOrd="5" destOrd="0" parTransId="{036E23CF-F1A9-4E77-8DD4-4EC4093F7016}" sibTransId="{6D37F136-107F-4563-8FC8-E5187AC7C54C}"/>
    <dgm:cxn modelId="{D41D94D8-1BC4-4CC9-84E7-9364BF76FAA7}" srcId="{B5E64D83-25C8-4F6D-A798-83A9B8F5D9C1}" destId="{0338D4D9-DA36-413F-963D-03822C81E65E}" srcOrd="1" destOrd="0" parTransId="{18F00B53-A406-40C8-98D4-25653530541C}" sibTransId="{5A66BF66-6266-415F-842E-8E7BCBE0312A}"/>
    <dgm:cxn modelId="{4BDB23DC-2635-4C48-998D-9BB8B91D9DEE}" type="presOf" srcId="{E8D52A32-2660-4F69-85F1-70914CBFF80C}" destId="{6E3A0A1C-0DB0-4684-B575-F0A337EC88AB}" srcOrd="0" destOrd="0" presId="urn:microsoft.com/office/officeart/2005/8/layout/vList2"/>
    <dgm:cxn modelId="{5EBE72E6-CEE5-4FB0-93FA-DAA0FC7C54CF}" type="presOf" srcId="{8F414650-11A1-485A-A219-847BC38A9479}" destId="{B7FCAC7E-4DEA-45DD-AEAF-1819DAE28892}" srcOrd="0" destOrd="0" presId="urn:microsoft.com/office/officeart/2005/8/layout/vList2"/>
    <dgm:cxn modelId="{4B224709-0D5E-415C-93BD-79504F0F2476}" type="presParOf" srcId="{725BCEFE-D903-4150-8375-A09B19D98E96}" destId="{E6C53429-0A86-413B-9764-1EEC25D85324}" srcOrd="0" destOrd="0" presId="urn:microsoft.com/office/officeart/2005/8/layout/vList2"/>
    <dgm:cxn modelId="{42C0F2F6-A318-4EF3-A1BD-0E54AFBF1E15}" type="presParOf" srcId="{725BCEFE-D903-4150-8375-A09B19D98E96}" destId="{CF0B087C-F933-46A8-AA4F-4BEFBC8A340F}" srcOrd="1" destOrd="0" presId="urn:microsoft.com/office/officeart/2005/8/layout/vList2"/>
    <dgm:cxn modelId="{622DD135-ECFD-4A53-9502-19691B1C3A11}" type="presParOf" srcId="{725BCEFE-D903-4150-8375-A09B19D98E96}" destId="{B1888FDB-F030-4671-A1E0-689D04350C95}" srcOrd="2" destOrd="0" presId="urn:microsoft.com/office/officeart/2005/8/layout/vList2"/>
    <dgm:cxn modelId="{F6B8191E-23D7-4A6E-A588-CE050FF71C0D}" type="presParOf" srcId="{725BCEFE-D903-4150-8375-A09B19D98E96}" destId="{A88CB824-3116-4FA9-97FA-4F0F091B2EA0}" srcOrd="3" destOrd="0" presId="urn:microsoft.com/office/officeart/2005/8/layout/vList2"/>
    <dgm:cxn modelId="{12845C24-184A-42F2-A029-C9356460F362}" type="presParOf" srcId="{725BCEFE-D903-4150-8375-A09B19D98E96}" destId="{58EDFCE8-6783-46D9-A17A-2DC1B2EE39D6}" srcOrd="4" destOrd="0" presId="urn:microsoft.com/office/officeart/2005/8/layout/vList2"/>
    <dgm:cxn modelId="{4902CD3A-C718-4E79-B321-4BC1488C7D16}" type="presParOf" srcId="{725BCEFE-D903-4150-8375-A09B19D98E96}" destId="{D9B87C33-F057-4520-ACD3-B5BF05AED772}" srcOrd="5" destOrd="0" presId="urn:microsoft.com/office/officeart/2005/8/layout/vList2"/>
    <dgm:cxn modelId="{DFCFDC5F-BCF2-44DC-B06A-B8643F321AC0}" type="presParOf" srcId="{725BCEFE-D903-4150-8375-A09B19D98E96}" destId="{B7FCAC7E-4DEA-45DD-AEAF-1819DAE28892}" srcOrd="6" destOrd="0" presId="urn:microsoft.com/office/officeart/2005/8/layout/vList2"/>
    <dgm:cxn modelId="{B77CA2A3-F44C-4DE6-A3A3-AB1EA67089FF}" type="presParOf" srcId="{725BCEFE-D903-4150-8375-A09B19D98E96}" destId="{80C67245-3C23-4466-8F95-74CC1DF5528B}" srcOrd="7" destOrd="0" presId="urn:microsoft.com/office/officeart/2005/8/layout/vList2"/>
    <dgm:cxn modelId="{00F0EB86-7947-42F0-A7BA-2081FB4BF879}" type="presParOf" srcId="{725BCEFE-D903-4150-8375-A09B19D98E96}" destId="{D1FFD68B-BCDE-460F-9026-9CD131EB5998}" srcOrd="8" destOrd="0" presId="urn:microsoft.com/office/officeart/2005/8/layout/vList2"/>
    <dgm:cxn modelId="{BC8866B0-5881-4E3A-89E1-A8DCD2B6F1B6}" type="presParOf" srcId="{725BCEFE-D903-4150-8375-A09B19D98E96}" destId="{5A332CE9-7103-44DE-8621-FA2472E64350}" srcOrd="9" destOrd="0" presId="urn:microsoft.com/office/officeart/2005/8/layout/vList2"/>
    <dgm:cxn modelId="{8B69C9A5-B74A-4E95-80F3-1834EBB39C50}" type="presParOf" srcId="{725BCEFE-D903-4150-8375-A09B19D98E96}" destId="{6E3A0A1C-0DB0-4684-B575-F0A337EC88AB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7C9892E7-771B-4575-837B-591579C8BF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20B6CB76-39A9-4FD9-904E-42DD36C78F01}">
      <dgm:prSet/>
      <dgm:spPr/>
      <dgm:t>
        <a:bodyPr/>
        <a:lstStyle/>
        <a:p>
          <a:r>
            <a:rPr lang="ru-RU" dirty="0"/>
            <a:t>ст. 2 Федерального закона от 6 октября 1999 г. N 184-ФЗ "</a:t>
          </a:r>
          <a:r>
            <a:rPr lang="ru-RU" b="1" dirty="0"/>
            <a:t>Об общих принципах организации законодательных (представительных) и исполнительных органов государственной власти субъектов Российской Федерации</a:t>
          </a:r>
          <a:r>
            <a:rPr lang="ru-RU" dirty="0"/>
            <a:t>" </a:t>
          </a:r>
        </a:p>
      </dgm:t>
    </dgm:pt>
    <dgm:pt modelId="{EE467C8E-C009-43B8-9590-33725487C27E}" type="parTrans" cxnId="{E4E162C0-7500-4BB8-AC56-A217AB2089AA}">
      <dgm:prSet/>
      <dgm:spPr/>
      <dgm:t>
        <a:bodyPr/>
        <a:lstStyle/>
        <a:p>
          <a:endParaRPr lang="ru-RU"/>
        </a:p>
      </dgm:t>
    </dgm:pt>
    <dgm:pt modelId="{EA90ED8B-0368-4245-B049-2EA9D0D202CE}" type="sibTrans" cxnId="{E4E162C0-7500-4BB8-AC56-A217AB2089AA}">
      <dgm:prSet/>
      <dgm:spPr/>
      <dgm:t>
        <a:bodyPr/>
        <a:lstStyle/>
        <a:p>
          <a:endParaRPr lang="ru-RU"/>
        </a:p>
      </dgm:t>
    </dgm:pt>
    <dgm:pt modelId="{EFA12EF1-453C-4512-AB2A-EAFB22E90494}" type="pres">
      <dgm:prSet presAssocID="{7C9892E7-771B-4575-837B-591579C8BFB9}" presName="linear" presStyleCnt="0">
        <dgm:presLayoutVars>
          <dgm:animLvl val="lvl"/>
          <dgm:resizeHandles val="exact"/>
        </dgm:presLayoutVars>
      </dgm:prSet>
      <dgm:spPr/>
    </dgm:pt>
    <dgm:pt modelId="{49484DAA-BBEB-4898-B439-51D7F0BACB1E}" type="pres">
      <dgm:prSet presAssocID="{20B6CB76-39A9-4FD9-904E-42DD36C78F0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8304119-32E8-433B-BB7F-D3DCE828BA96}" type="presOf" srcId="{20B6CB76-39A9-4FD9-904E-42DD36C78F01}" destId="{49484DAA-BBEB-4898-B439-51D7F0BACB1E}" srcOrd="0" destOrd="0" presId="urn:microsoft.com/office/officeart/2005/8/layout/vList2"/>
    <dgm:cxn modelId="{31C7B8B9-04DD-4E46-A747-25A2A2EEC669}" type="presOf" srcId="{7C9892E7-771B-4575-837B-591579C8BFB9}" destId="{EFA12EF1-453C-4512-AB2A-EAFB22E90494}" srcOrd="0" destOrd="0" presId="urn:microsoft.com/office/officeart/2005/8/layout/vList2"/>
    <dgm:cxn modelId="{E4E162C0-7500-4BB8-AC56-A217AB2089AA}" srcId="{7C9892E7-771B-4575-837B-591579C8BFB9}" destId="{20B6CB76-39A9-4FD9-904E-42DD36C78F01}" srcOrd="0" destOrd="0" parTransId="{EE467C8E-C009-43B8-9590-33725487C27E}" sibTransId="{EA90ED8B-0368-4245-B049-2EA9D0D202CE}"/>
    <dgm:cxn modelId="{65EDBEC3-AD91-407D-98FB-06232404C584}" type="presParOf" srcId="{EFA12EF1-453C-4512-AB2A-EAFB22E90494}" destId="{49484DAA-BBEB-4898-B439-51D7F0BACB1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E906BE74-E818-4A0D-9EBC-A52C41D6B83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B516F8F-7E3D-4531-AAB2-65F0174F6AB6}">
      <dgm:prSet/>
      <dgm:spPr/>
      <dgm:t>
        <a:bodyPr/>
        <a:lstStyle/>
        <a:p>
          <a:r>
            <a:rPr lang="ru-RU"/>
            <a:t>Систему органов государственной власти субъекта Российской Федерации составляют: </a:t>
          </a:r>
        </a:p>
      </dgm:t>
    </dgm:pt>
    <dgm:pt modelId="{A7014C8E-7C36-45C7-994C-23B2B4F27D8C}" type="parTrans" cxnId="{689511C2-8221-4AF7-80DE-D46A7684CA83}">
      <dgm:prSet/>
      <dgm:spPr/>
      <dgm:t>
        <a:bodyPr/>
        <a:lstStyle/>
        <a:p>
          <a:endParaRPr lang="ru-RU"/>
        </a:p>
      </dgm:t>
    </dgm:pt>
    <dgm:pt modelId="{CE408F18-2272-4E6F-816F-7F061E999698}" type="sibTrans" cxnId="{689511C2-8221-4AF7-80DE-D46A7684CA83}">
      <dgm:prSet/>
      <dgm:spPr/>
      <dgm:t>
        <a:bodyPr/>
        <a:lstStyle/>
        <a:p>
          <a:endParaRPr lang="ru-RU"/>
        </a:p>
      </dgm:t>
    </dgm:pt>
    <dgm:pt modelId="{54BD48F3-21EC-4315-A979-3C1BB71CF1DC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b="1" dirty="0"/>
            <a:t>законодательный</a:t>
          </a:r>
          <a:r>
            <a:rPr lang="ru-RU" dirty="0"/>
            <a:t> (представительный) орган государственной власти субъекта Российской Федерации; </a:t>
          </a:r>
        </a:p>
      </dgm:t>
    </dgm:pt>
    <dgm:pt modelId="{B08652C9-9C36-4788-B6E8-DE215C9655A0}" type="parTrans" cxnId="{77823129-B495-4DB2-8E21-492815DFB32B}">
      <dgm:prSet/>
      <dgm:spPr/>
      <dgm:t>
        <a:bodyPr/>
        <a:lstStyle/>
        <a:p>
          <a:endParaRPr lang="ru-RU"/>
        </a:p>
      </dgm:t>
    </dgm:pt>
    <dgm:pt modelId="{7DF3D27F-0021-4187-884D-722CB422C253}" type="sibTrans" cxnId="{77823129-B495-4DB2-8E21-492815DFB32B}">
      <dgm:prSet/>
      <dgm:spPr/>
      <dgm:t>
        <a:bodyPr/>
        <a:lstStyle/>
        <a:p>
          <a:endParaRPr lang="ru-RU"/>
        </a:p>
      </dgm:t>
    </dgm:pt>
    <dgm:pt modelId="{2D75F57C-9719-4E97-A1A3-C95D70F19F1F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высший </a:t>
          </a:r>
          <a:r>
            <a:rPr lang="ru-RU" b="1" dirty="0"/>
            <a:t>исполнительный</a:t>
          </a:r>
          <a:r>
            <a:rPr lang="ru-RU" dirty="0"/>
            <a:t> орган государственной власти субъекта Российской Федерации; иные органы государственной власти субъекта Российской Федерации, образуемые в соответствии с конституцией (уставом) субъекта Российской Федерации.</a:t>
          </a:r>
        </a:p>
      </dgm:t>
    </dgm:pt>
    <dgm:pt modelId="{564277B9-EBA9-4D08-BA76-61EA7EE738DC}" type="parTrans" cxnId="{6D45D248-3602-4FAA-9BA8-357592CBACEF}">
      <dgm:prSet/>
      <dgm:spPr/>
      <dgm:t>
        <a:bodyPr/>
        <a:lstStyle/>
        <a:p>
          <a:endParaRPr lang="ru-RU"/>
        </a:p>
      </dgm:t>
    </dgm:pt>
    <dgm:pt modelId="{29CDB291-6D9F-47A1-A473-3B47494C2B72}" type="sibTrans" cxnId="{6D45D248-3602-4FAA-9BA8-357592CBACEF}">
      <dgm:prSet/>
      <dgm:spPr/>
      <dgm:t>
        <a:bodyPr/>
        <a:lstStyle/>
        <a:p>
          <a:endParaRPr lang="ru-RU"/>
        </a:p>
      </dgm:t>
    </dgm:pt>
    <dgm:pt modelId="{03103198-1EA0-49BC-93AC-5F75852E847F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Конституцией (уставом) субъекта РФ </a:t>
          </a:r>
          <a:r>
            <a:rPr lang="ru-RU" i="1" dirty="0"/>
            <a:t>может быть</a:t>
          </a:r>
          <a:r>
            <a:rPr lang="ru-RU" dirty="0"/>
            <a:t> установлена должность </a:t>
          </a:r>
          <a:r>
            <a:rPr lang="ru-RU" b="1" dirty="0"/>
            <a:t>высшего должностного лица </a:t>
          </a:r>
          <a:r>
            <a:rPr lang="ru-RU" dirty="0"/>
            <a:t>субъекта Российской Федерации. </a:t>
          </a:r>
        </a:p>
      </dgm:t>
    </dgm:pt>
    <dgm:pt modelId="{B014C6F0-3BD0-4FFE-9532-434721D6C443}" type="parTrans" cxnId="{505BB0A3-8BE9-4908-A0CA-DFC1CC1CB74D}">
      <dgm:prSet/>
      <dgm:spPr/>
      <dgm:t>
        <a:bodyPr/>
        <a:lstStyle/>
        <a:p>
          <a:endParaRPr lang="ru-RU"/>
        </a:p>
      </dgm:t>
    </dgm:pt>
    <dgm:pt modelId="{4EDBA3EE-0FE1-40EA-B1A4-8B620A3B8B79}" type="sibTrans" cxnId="{505BB0A3-8BE9-4908-A0CA-DFC1CC1CB74D}">
      <dgm:prSet/>
      <dgm:spPr/>
      <dgm:t>
        <a:bodyPr/>
        <a:lstStyle/>
        <a:p>
          <a:endParaRPr lang="ru-RU"/>
        </a:p>
      </dgm:t>
    </dgm:pt>
    <dgm:pt modelId="{F21F9F7F-4F94-41A5-B1FE-01715B5D2A6F}" type="pres">
      <dgm:prSet presAssocID="{E906BE74-E818-4A0D-9EBC-A52C41D6B839}" presName="linear" presStyleCnt="0">
        <dgm:presLayoutVars>
          <dgm:animLvl val="lvl"/>
          <dgm:resizeHandles val="exact"/>
        </dgm:presLayoutVars>
      </dgm:prSet>
      <dgm:spPr/>
    </dgm:pt>
    <dgm:pt modelId="{10D37B13-5C8C-450D-A163-80C2F5D9557A}" type="pres">
      <dgm:prSet presAssocID="{DB516F8F-7E3D-4531-AAB2-65F0174F6AB6}" presName="parentText" presStyleLbl="node1" presStyleIdx="0" presStyleCnt="4" custScaleY="42411">
        <dgm:presLayoutVars>
          <dgm:chMax val="0"/>
          <dgm:bulletEnabled val="1"/>
        </dgm:presLayoutVars>
      </dgm:prSet>
      <dgm:spPr/>
    </dgm:pt>
    <dgm:pt modelId="{60A77479-981D-4D2A-BFED-A56379909414}" type="pres">
      <dgm:prSet presAssocID="{CE408F18-2272-4E6F-816F-7F061E999698}" presName="spacer" presStyleCnt="0"/>
      <dgm:spPr/>
    </dgm:pt>
    <dgm:pt modelId="{39987B27-3F87-4943-BC3D-9280CA43C3BE}" type="pres">
      <dgm:prSet presAssocID="{54BD48F3-21EC-4315-A979-3C1BB71CF1DC}" presName="parentText" presStyleLbl="node1" presStyleIdx="1" presStyleCnt="4" custScaleY="42411">
        <dgm:presLayoutVars>
          <dgm:chMax val="0"/>
          <dgm:bulletEnabled val="1"/>
        </dgm:presLayoutVars>
      </dgm:prSet>
      <dgm:spPr/>
    </dgm:pt>
    <dgm:pt modelId="{39D81BEC-C52C-4CBE-8680-8C306CF4072E}" type="pres">
      <dgm:prSet presAssocID="{7DF3D27F-0021-4187-884D-722CB422C253}" presName="spacer" presStyleCnt="0"/>
      <dgm:spPr/>
    </dgm:pt>
    <dgm:pt modelId="{55622057-701C-45A3-BBD4-9545E6B1C111}" type="pres">
      <dgm:prSet presAssocID="{2D75F57C-9719-4E97-A1A3-C95D70F19F1F}" presName="parentText" presStyleLbl="node1" presStyleIdx="2" presStyleCnt="4" custScaleY="90910">
        <dgm:presLayoutVars>
          <dgm:chMax val="0"/>
          <dgm:bulletEnabled val="1"/>
        </dgm:presLayoutVars>
      </dgm:prSet>
      <dgm:spPr/>
    </dgm:pt>
    <dgm:pt modelId="{00D26AD4-52A7-4CC3-8E38-8C198C318F4B}" type="pres">
      <dgm:prSet presAssocID="{29CDB291-6D9F-47A1-A473-3B47494C2B72}" presName="spacer" presStyleCnt="0"/>
      <dgm:spPr/>
    </dgm:pt>
    <dgm:pt modelId="{10DFAE7F-8BD5-413A-9C00-DC01E9397BDC}" type="pres">
      <dgm:prSet presAssocID="{03103198-1EA0-49BC-93AC-5F75852E847F}" presName="parentText" presStyleLbl="node1" presStyleIdx="3" presStyleCnt="4" custScaleY="62093">
        <dgm:presLayoutVars>
          <dgm:chMax val="0"/>
          <dgm:bulletEnabled val="1"/>
        </dgm:presLayoutVars>
      </dgm:prSet>
      <dgm:spPr/>
    </dgm:pt>
  </dgm:ptLst>
  <dgm:cxnLst>
    <dgm:cxn modelId="{387B5107-177F-4FE0-9721-69B7E9EF7A8A}" type="presOf" srcId="{03103198-1EA0-49BC-93AC-5F75852E847F}" destId="{10DFAE7F-8BD5-413A-9C00-DC01E9397BDC}" srcOrd="0" destOrd="0" presId="urn:microsoft.com/office/officeart/2005/8/layout/vList2"/>
    <dgm:cxn modelId="{77823129-B495-4DB2-8E21-492815DFB32B}" srcId="{E906BE74-E818-4A0D-9EBC-A52C41D6B839}" destId="{54BD48F3-21EC-4315-A979-3C1BB71CF1DC}" srcOrd="1" destOrd="0" parTransId="{B08652C9-9C36-4788-B6E8-DE215C9655A0}" sibTransId="{7DF3D27F-0021-4187-884D-722CB422C253}"/>
    <dgm:cxn modelId="{0B867E35-5F74-4CDA-8622-A234135C68B7}" type="presOf" srcId="{54BD48F3-21EC-4315-A979-3C1BB71CF1DC}" destId="{39987B27-3F87-4943-BC3D-9280CA43C3BE}" srcOrd="0" destOrd="0" presId="urn:microsoft.com/office/officeart/2005/8/layout/vList2"/>
    <dgm:cxn modelId="{6D45D248-3602-4FAA-9BA8-357592CBACEF}" srcId="{E906BE74-E818-4A0D-9EBC-A52C41D6B839}" destId="{2D75F57C-9719-4E97-A1A3-C95D70F19F1F}" srcOrd="2" destOrd="0" parTransId="{564277B9-EBA9-4D08-BA76-61EA7EE738DC}" sibTransId="{29CDB291-6D9F-47A1-A473-3B47494C2B72}"/>
    <dgm:cxn modelId="{36F5536F-B5D5-462C-B14B-A204F503CAA1}" type="presOf" srcId="{E906BE74-E818-4A0D-9EBC-A52C41D6B839}" destId="{F21F9F7F-4F94-41A5-B1FE-01715B5D2A6F}" srcOrd="0" destOrd="0" presId="urn:microsoft.com/office/officeart/2005/8/layout/vList2"/>
    <dgm:cxn modelId="{505BB0A3-8BE9-4908-A0CA-DFC1CC1CB74D}" srcId="{E906BE74-E818-4A0D-9EBC-A52C41D6B839}" destId="{03103198-1EA0-49BC-93AC-5F75852E847F}" srcOrd="3" destOrd="0" parTransId="{B014C6F0-3BD0-4FFE-9532-434721D6C443}" sibTransId="{4EDBA3EE-0FE1-40EA-B1A4-8B620A3B8B79}"/>
    <dgm:cxn modelId="{37955BB1-BD12-4BBB-9B6B-1BA0C79DC832}" type="presOf" srcId="{2D75F57C-9719-4E97-A1A3-C95D70F19F1F}" destId="{55622057-701C-45A3-BBD4-9545E6B1C111}" srcOrd="0" destOrd="0" presId="urn:microsoft.com/office/officeart/2005/8/layout/vList2"/>
    <dgm:cxn modelId="{73A373C1-CF11-44EE-9F4C-BB62989C2455}" type="presOf" srcId="{DB516F8F-7E3D-4531-AAB2-65F0174F6AB6}" destId="{10D37B13-5C8C-450D-A163-80C2F5D9557A}" srcOrd="0" destOrd="0" presId="urn:microsoft.com/office/officeart/2005/8/layout/vList2"/>
    <dgm:cxn modelId="{689511C2-8221-4AF7-80DE-D46A7684CA83}" srcId="{E906BE74-E818-4A0D-9EBC-A52C41D6B839}" destId="{DB516F8F-7E3D-4531-AAB2-65F0174F6AB6}" srcOrd="0" destOrd="0" parTransId="{A7014C8E-7C36-45C7-994C-23B2B4F27D8C}" sibTransId="{CE408F18-2272-4E6F-816F-7F061E999698}"/>
    <dgm:cxn modelId="{C7E8C332-42A5-41EB-BB20-5988431F5ACA}" type="presParOf" srcId="{F21F9F7F-4F94-41A5-B1FE-01715B5D2A6F}" destId="{10D37B13-5C8C-450D-A163-80C2F5D9557A}" srcOrd="0" destOrd="0" presId="urn:microsoft.com/office/officeart/2005/8/layout/vList2"/>
    <dgm:cxn modelId="{BAEDA0CB-2118-4017-B5B2-CEB9FDECCFFB}" type="presParOf" srcId="{F21F9F7F-4F94-41A5-B1FE-01715B5D2A6F}" destId="{60A77479-981D-4D2A-BFED-A56379909414}" srcOrd="1" destOrd="0" presId="urn:microsoft.com/office/officeart/2005/8/layout/vList2"/>
    <dgm:cxn modelId="{1E5E5FE0-AFF9-4725-8619-415D532856AE}" type="presParOf" srcId="{F21F9F7F-4F94-41A5-B1FE-01715B5D2A6F}" destId="{39987B27-3F87-4943-BC3D-9280CA43C3BE}" srcOrd="2" destOrd="0" presId="urn:microsoft.com/office/officeart/2005/8/layout/vList2"/>
    <dgm:cxn modelId="{5C15DF05-37E3-4B40-AE95-8ACE9C46FAE0}" type="presParOf" srcId="{F21F9F7F-4F94-41A5-B1FE-01715B5D2A6F}" destId="{39D81BEC-C52C-4CBE-8680-8C306CF4072E}" srcOrd="3" destOrd="0" presId="urn:microsoft.com/office/officeart/2005/8/layout/vList2"/>
    <dgm:cxn modelId="{43086F97-B692-4D6B-A53E-F7F3D661388D}" type="presParOf" srcId="{F21F9F7F-4F94-41A5-B1FE-01715B5D2A6F}" destId="{55622057-701C-45A3-BBD4-9545E6B1C111}" srcOrd="4" destOrd="0" presId="urn:microsoft.com/office/officeart/2005/8/layout/vList2"/>
    <dgm:cxn modelId="{15A762B3-DCA6-4123-BA9D-D6F38EB2AD11}" type="presParOf" srcId="{F21F9F7F-4F94-41A5-B1FE-01715B5D2A6F}" destId="{00D26AD4-52A7-4CC3-8E38-8C198C318F4B}" srcOrd="5" destOrd="0" presId="urn:microsoft.com/office/officeart/2005/8/layout/vList2"/>
    <dgm:cxn modelId="{2EF2737A-FF1B-45CB-862F-6C51911CB459}" type="presParOf" srcId="{F21F9F7F-4F94-41A5-B1FE-01715B5D2A6F}" destId="{10DFAE7F-8BD5-413A-9C00-DC01E9397BD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7C0603DF-6DE2-4666-BF53-E35E32BF2E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8140E15-5624-4F6B-BDE6-0E66B86D7940}">
      <dgm:prSet custT="1"/>
      <dgm:spPr/>
      <dgm:t>
        <a:bodyPr/>
        <a:lstStyle/>
        <a:p>
          <a:r>
            <a:rPr lang="ru-RU" sz="3000" dirty="0"/>
            <a:t>Федеральные округа</a:t>
          </a:r>
        </a:p>
      </dgm:t>
    </dgm:pt>
    <dgm:pt modelId="{F82169A3-1659-4DF4-B7AA-16DE80DCB657}" type="parTrans" cxnId="{B08C0465-9C6E-40B1-B70F-255189D07EE3}">
      <dgm:prSet/>
      <dgm:spPr/>
      <dgm:t>
        <a:bodyPr/>
        <a:lstStyle/>
        <a:p>
          <a:endParaRPr lang="ru-RU" sz="3000"/>
        </a:p>
      </dgm:t>
    </dgm:pt>
    <dgm:pt modelId="{33D6A88F-B6F7-450C-8B7C-13D30BA6B0E9}" type="sibTrans" cxnId="{B08C0465-9C6E-40B1-B70F-255189D07EE3}">
      <dgm:prSet/>
      <dgm:spPr/>
      <dgm:t>
        <a:bodyPr/>
        <a:lstStyle/>
        <a:p>
          <a:endParaRPr lang="ru-RU" sz="3000"/>
        </a:p>
      </dgm:t>
    </dgm:pt>
    <dgm:pt modelId="{3CF8F377-42E2-46B1-9A22-3B5BF5D29BA7}">
      <dgm:prSet custT="1"/>
      <dgm:spPr/>
      <dgm:t>
        <a:bodyPr/>
        <a:lstStyle/>
        <a:p>
          <a:r>
            <a:rPr lang="ru-RU" sz="3000" b="0" i="0"/>
            <a:t>Макрорегионы</a:t>
          </a:r>
          <a:endParaRPr lang="ru-RU" sz="3000"/>
        </a:p>
      </dgm:t>
    </dgm:pt>
    <dgm:pt modelId="{5943FE7C-5738-48F5-81C7-22C6919D4C23}" type="parTrans" cxnId="{58A98077-646A-411B-9079-E01C1EC27A44}">
      <dgm:prSet/>
      <dgm:spPr/>
      <dgm:t>
        <a:bodyPr/>
        <a:lstStyle/>
        <a:p>
          <a:endParaRPr lang="ru-RU" sz="3000"/>
        </a:p>
      </dgm:t>
    </dgm:pt>
    <dgm:pt modelId="{77F85DDD-5F08-41A3-9C70-C1CACE85CDFF}" type="sibTrans" cxnId="{58A98077-646A-411B-9079-E01C1EC27A44}">
      <dgm:prSet/>
      <dgm:spPr/>
      <dgm:t>
        <a:bodyPr/>
        <a:lstStyle/>
        <a:p>
          <a:endParaRPr lang="ru-RU" sz="3000"/>
        </a:p>
      </dgm:t>
    </dgm:pt>
    <dgm:pt modelId="{CA0E430B-FCAC-42BC-A342-983C5123441A}">
      <dgm:prSet custT="1"/>
      <dgm:spPr/>
      <dgm:t>
        <a:bodyPr/>
        <a:lstStyle/>
        <a:p>
          <a:r>
            <a:rPr lang="ru-RU" sz="3000" b="0" i="0" dirty="0"/>
            <a:t>Экономические районы</a:t>
          </a:r>
          <a:endParaRPr lang="ru-RU" sz="3000" dirty="0"/>
        </a:p>
      </dgm:t>
    </dgm:pt>
    <dgm:pt modelId="{0A9C6560-35F0-45C5-9C53-36159F867CC3}" type="parTrans" cxnId="{D07E416C-4E53-4886-8A43-03D226949D50}">
      <dgm:prSet/>
      <dgm:spPr/>
      <dgm:t>
        <a:bodyPr/>
        <a:lstStyle/>
        <a:p>
          <a:endParaRPr lang="ru-RU" sz="3000"/>
        </a:p>
      </dgm:t>
    </dgm:pt>
    <dgm:pt modelId="{2E576B8C-B450-44A7-8970-37F64033A156}" type="sibTrans" cxnId="{D07E416C-4E53-4886-8A43-03D226949D50}">
      <dgm:prSet/>
      <dgm:spPr/>
      <dgm:t>
        <a:bodyPr/>
        <a:lstStyle/>
        <a:p>
          <a:endParaRPr lang="ru-RU" sz="3000"/>
        </a:p>
      </dgm:t>
    </dgm:pt>
    <dgm:pt modelId="{D880988C-F465-49C3-BAF2-AE946C1CF1CE}">
      <dgm:prSet custT="1"/>
      <dgm:spPr/>
      <dgm:t>
        <a:bodyPr/>
        <a:lstStyle/>
        <a:p>
          <a:r>
            <a:rPr lang="ru-RU" sz="3000" dirty="0"/>
            <a:t>Военные округа</a:t>
          </a:r>
        </a:p>
      </dgm:t>
    </dgm:pt>
    <dgm:pt modelId="{852962D0-84F3-4DFC-BDB4-0A41C75B808B}" type="parTrans" cxnId="{40E3E0E4-5F78-483B-B7AC-8BA5C8CBEE2C}">
      <dgm:prSet/>
      <dgm:spPr/>
      <dgm:t>
        <a:bodyPr/>
        <a:lstStyle/>
        <a:p>
          <a:endParaRPr lang="ru-RU" sz="3000"/>
        </a:p>
      </dgm:t>
    </dgm:pt>
    <dgm:pt modelId="{A612F793-4B67-477E-85CD-742CDFA846AC}" type="sibTrans" cxnId="{40E3E0E4-5F78-483B-B7AC-8BA5C8CBEE2C}">
      <dgm:prSet/>
      <dgm:spPr/>
      <dgm:t>
        <a:bodyPr/>
        <a:lstStyle/>
        <a:p>
          <a:endParaRPr lang="ru-RU" sz="3000"/>
        </a:p>
      </dgm:t>
    </dgm:pt>
    <dgm:pt modelId="{46217DBD-D40C-4B50-B310-808A5E4D3AFB}" type="pres">
      <dgm:prSet presAssocID="{7C0603DF-6DE2-4666-BF53-E35E32BF2E4D}" presName="diagram" presStyleCnt="0">
        <dgm:presLayoutVars>
          <dgm:dir/>
          <dgm:resizeHandles val="exact"/>
        </dgm:presLayoutVars>
      </dgm:prSet>
      <dgm:spPr/>
    </dgm:pt>
    <dgm:pt modelId="{1305E649-B981-43E5-A039-79EE3E5219AD}" type="pres">
      <dgm:prSet presAssocID="{98140E15-5624-4F6B-BDE6-0E66B86D7940}" presName="node" presStyleLbl="node1" presStyleIdx="0" presStyleCnt="4" custScaleX="161051">
        <dgm:presLayoutVars>
          <dgm:bulletEnabled val="1"/>
        </dgm:presLayoutVars>
      </dgm:prSet>
      <dgm:spPr/>
    </dgm:pt>
    <dgm:pt modelId="{806AB280-E4A9-406F-8B0E-9C9587820E67}" type="pres">
      <dgm:prSet presAssocID="{33D6A88F-B6F7-450C-8B7C-13D30BA6B0E9}" presName="sibTrans" presStyleCnt="0"/>
      <dgm:spPr/>
    </dgm:pt>
    <dgm:pt modelId="{BCDEB7C2-163A-4E62-BC8B-5089038A02CC}" type="pres">
      <dgm:prSet presAssocID="{3CF8F377-42E2-46B1-9A22-3B5BF5D29BA7}" presName="node" presStyleLbl="node1" presStyleIdx="1" presStyleCnt="4" custScaleX="161051">
        <dgm:presLayoutVars>
          <dgm:bulletEnabled val="1"/>
        </dgm:presLayoutVars>
      </dgm:prSet>
      <dgm:spPr/>
    </dgm:pt>
    <dgm:pt modelId="{F510ED70-0FCC-47C9-A8D9-A88734352583}" type="pres">
      <dgm:prSet presAssocID="{77F85DDD-5F08-41A3-9C70-C1CACE85CDFF}" presName="sibTrans" presStyleCnt="0"/>
      <dgm:spPr/>
    </dgm:pt>
    <dgm:pt modelId="{02927325-2B65-4734-ADA7-72FAB38CEF0D}" type="pres">
      <dgm:prSet presAssocID="{CA0E430B-FCAC-42BC-A342-983C5123441A}" presName="node" presStyleLbl="node1" presStyleIdx="2" presStyleCnt="4" custScaleX="161051">
        <dgm:presLayoutVars>
          <dgm:bulletEnabled val="1"/>
        </dgm:presLayoutVars>
      </dgm:prSet>
      <dgm:spPr/>
    </dgm:pt>
    <dgm:pt modelId="{7F79D980-362C-426C-A7C9-1CD317F642B5}" type="pres">
      <dgm:prSet presAssocID="{2E576B8C-B450-44A7-8970-37F64033A156}" presName="sibTrans" presStyleCnt="0"/>
      <dgm:spPr/>
    </dgm:pt>
    <dgm:pt modelId="{C8B9BDD3-37FC-4F02-AD38-BCCB0E06179F}" type="pres">
      <dgm:prSet presAssocID="{D880988C-F465-49C3-BAF2-AE946C1CF1CE}" presName="node" presStyleLbl="node1" presStyleIdx="3" presStyleCnt="4" custScaleX="161051">
        <dgm:presLayoutVars>
          <dgm:bulletEnabled val="1"/>
        </dgm:presLayoutVars>
      </dgm:prSet>
      <dgm:spPr/>
    </dgm:pt>
  </dgm:ptLst>
  <dgm:cxnLst>
    <dgm:cxn modelId="{7679DE1A-01F7-436B-8584-8FF67C5A565E}" type="presOf" srcId="{3CF8F377-42E2-46B1-9A22-3B5BF5D29BA7}" destId="{BCDEB7C2-163A-4E62-BC8B-5089038A02CC}" srcOrd="0" destOrd="0" presId="urn:microsoft.com/office/officeart/2005/8/layout/default"/>
    <dgm:cxn modelId="{CC12D824-CE56-461C-AF46-8B5D664FFAA3}" type="presOf" srcId="{CA0E430B-FCAC-42BC-A342-983C5123441A}" destId="{02927325-2B65-4734-ADA7-72FAB38CEF0D}" srcOrd="0" destOrd="0" presId="urn:microsoft.com/office/officeart/2005/8/layout/default"/>
    <dgm:cxn modelId="{B08C0465-9C6E-40B1-B70F-255189D07EE3}" srcId="{7C0603DF-6DE2-4666-BF53-E35E32BF2E4D}" destId="{98140E15-5624-4F6B-BDE6-0E66B86D7940}" srcOrd="0" destOrd="0" parTransId="{F82169A3-1659-4DF4-B7AA-16DE80DCB657}" sibTransId="{33D6A88F-B6F7-450C-8B7C-13D30BA6B0E9}"/>
    <dgm:cxn modelId="{D07E416C-4E53-4886-8A43-03D226949D50}" srcId="{7C0603DF-6DE2-4666-BF53-E35E32BF2E4D}" destId="{CA0E430B-FCAC-42BC-A342-983C5123441A}" srcOrd="2" destOrd="0" parTransId="{0A9C6560-35F0-45C5-9C53-36159F867CC3}" sibTransId="{2E576B8C-B450-44A7-8970-37F64033A156}"/>
    <dgm:cxn modelId="{C76ABC4C-9BDF-4CF3-BDC1-FB45C0207B18}" type="presOf" srcId="{D880988C-F465-49C3-BAF2-AE946C1CF1CE}" destId="{C8B9BDD3-37FC-4F02-AD38-BCCB0E06179F}" srcOrd="0" destOrd="0" presId="urn:microsoft.com/office/officeart/2005/8/layout/default"/>
    <dgm:cxn modelId="{58A98077-646A-411B-9079-E01C1EC27A44}" srcId="{7C0603DF-6DE2-4666-BF53-E35E32BF2E4D}" destId="{3CF8F377-42E2-46B1-9A22-3B5BF5D29BA7}" srcOrd="1" destOrd="0" parTransId="{5943FE7C-5738-48F5-81C7-22C6919D4C23}" sibTransId="{77F85DDD-5F08-41A3-9C70-C1CACE85CDFF}"/>
    <dgm:cxn modelId="{E0F33599-8AE3-470C-8198-27647B8B7837}" type="presOf" srcId="{98140E15-5624-4F6B-BDE6-0E66B86D7940}" destId="{1305E649-B981-43E5-A039-79EE3E5219AD}" srcOrd="0" destOrd="0" presId="urn:microsoft.com/office/officeart/2005/8/layout/default"/>
    <dgm:cxn modelId="{B5841CAF-71B3-48AE-B5D4-6D9B4B246E03}" type="presOf" srcId="{7C0603DF-6DE2-4666-BF53-E35E32BF2E4D}" destId="{46217DBD-D40C-4B50-B310-808A5E4D3AFB}" srcOrd="0" destOrd="0" presId="urn:microsoft.com/office/officeart/2005/8/layout/default"/>
    <dgm:cxn modelId="{40E3E0E4-5F78-483B-B7AC-8BA5C8CBEE2C}" srcId="{7C0603DF-6DE2-4666-BF53-E35E32BF2E4D}" destId="{D880988C-F465-49C3-BAF2-AE946C1CF1CE}" srcOrd="3" destOrd="0" parTransId="{852962D0-84F3-4DFC-BDB4-0A41C75B808B}" sibTransId="{A612F793-4B67-477E-85CD-742CDFA846AC}"/>
    <dgm:cxn modelId="{4D7F5778-C865-4185-AD4F-9C2F2DA6E503}" type="presParOf" srcId="{46217DBD-D40C-4B50-B310-808A5E4D3AFB}" destId="{1305E649-B981-43E5-A039-79EE3E5219AD}" srcOrd="0" destOrd="0" presId="urn:microsoft.com/office/officeart/2005/8/layout/default"/>
    <dgm:cxn modelId="{04DD089C-1956-456D-9012-8D137B0C60F6}" type="presParOf" srcId="{46217DBD-D40C-4B50-B310-808A5E4D3AFB}" destId="{806AB280-E4A9-406F-8B0E-9C9587820E67}" srcOrd="1" destOrd="0" presId="urn:microsoft.com/office/officeart/2005/8/layout/default"/>
    <dgm:cxn modelId="{F4262FE4-B29A-40C7-9B30-432CBDC9A21E}" type="presParOf" srcId="{46217DBD-D40C-4B50-B310-808A5E4D3AFB}" destId="{BCDEB7C2-163A-4E62-BC8B-5089038A02CC}" srcOrd="2" destOrd="0" presId="urn:microsoft.com/office/officeart/2005/8/layout/default"/>
    <dgm:cxn modelId="{9101603C-3F47-4FEE-AAE3-9D795E1B953B}" type="presParOf" srcId="{46217DBD-D40C-4B50-B310-808A5E4D3AFB}" destId="{F510ED70-0FCC-47C9-A8D9-A88734352583}" srcOrd="3" destOrd="0" presId="urn:microsoft.com/office/officeart/2005/8/layout/default"/>
    <dgm:cxn modelId="{B4C52511-6A87-4F79-B178-5B650FCC903A}" type="presParOf" srcId="{46217DBD-D40C-4B50-B310-808A5E4D3AFB}" destId="{02927325-2B65-4734-ADA7-72FAB38CEF0D}" srcOrd="4" destOrd="0" presId="urn:microsoft.com/office/officeart/2005/8/layout/default"/>
    <dgm:cxn modelId="{A45E0FEB-B5BF-4ECE-9837-4801087D2799}" type="presParOf" srcId="{46217DBD-D40C-4B50-B310-808A5E4D3AFB}" destId="{7F79D980-362C-426C-A7C9-1CD317F642B5}" srcOrd="5" destOrd="0" presId="urn:microsoft.com/office/officeart/2005/8/layout/default"/>
    <dgm:cxn modelId="{098EE540-182F-4ECB-AE1A-CBA088434576}" type="presParOf" srcId="{46217DBD-D40C-4B50-B310-808A5E4D3AFB}" destId="{C8B9BDD3-37FC-4F02-AD38-BCCB0E06179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7C0603DF-6DE2-4666-BF53-E35E32BF2E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8140E15-5624-4F6B-BDE6-0E66B86D7940}">
      <dgm:prSet custT="1"/>
      <dgm:spPr/>
      <dgm:t>
        <a:bodyPr anchor="t"/>
        <a:lstStyle/>
        <a:p>
          <a:r>
            <a:rPr lang="ru-RU" sz="3000" dirty="0"/>
            <a:t>Федеральные округа</a:t>
          </a:r>
        </a:p>
      </dgm:t>
    </dgm:pt>
    <dgm:pt modelId="{F82169A3-1659-4DF4-B7AA-16DE80DCB657}" type="parTrans" cxnId="{B08C0465-9C6E-40B1-B70F-255189D07EE3}">
      <dgm:prSet/>
      <dgm:spPr/>
      <dgm:t>
        <a:bodyPr/>
        <a:lstStyle/>
        <a:p>
          <a:endParaRPr lang="ru-RU" sz="3000"/>
        </a:p>
      </dgm:t>
    </dgm:pt>
    <dgm:pt modelId="{33D6A88F-B6F7-450C-8B7C-13D30BA6B0E9}" type="sibTrans" cxnId="{B08C0465-9C6E-40B1-B70F-255189D07EE3}">
      <dgm:prSet/>
      <dgm:spPr/>
      <dgm:t>
        <a:bodyPr/>
        <a:lstStyle/>
        <a:p>
          <a:endParaRPr lang="ru-RU" sz="3000"/>
        </a:p>
      </dgm:t>
    </dgm:pt>
    <dgm:pt modelId="{46217DBD-D40C-4B50-B310-808A5E4D3AFB}" type="pres">
      <dgm:prSet presAssocID="{7C0603DF-6DE2-4666-BF53-E35E32BF2E4D}" presName="diagram" presStyleCnt="0">
        <dgm:presLayoutVars>
          <dgm:dir/>
          <dgm:resizeHandles val="exact"/>
        </dgm:presLayoutVars>
      </dgm:prSet>
      <dgm:spPr/>
    </dgm:pt>
    <dgm:pt modelId="{1305E649-B981-43E5-A039-79EE3E5219AD}" type="pres">
      <dgm:prSet presAssocID="{98140E15-5624-4F6B-BDE6-0E66B86D7940}" presName="node" presStyleLbl="node1" presStyleIdx="0" presStyleCnt="1" custScaleX="161051">
        <dgm:presLayoutVars>
          <dgm:bulletEnabled val="1"/>
        </dgm:presLayoutVars>
      </dgm:prSet>
      <dgm:spPr/>
    </dgm:pt>
  </dgm:ptLst>
  <dgm:cxnLst>
    <dgm:cxn modelId="{B08C0465-9C6E-40B1-B70F-255189D07EE3}" srcId="{7C0603DF-6DE2-4666-BF53-E35E32BF2E4D}" destId="{98140E15-5624-4F6B-BDE6-0E66B86D7940}" srcOrd="0" destOrd="0" parTransId="{F82169A3-1659-4DF4-B7AA-16DE80DCB657}" sibTransId="{33D6A88F-B6F7-450C-8B7C-13D30BA6B0E9}"/>
    <dgm:cxn modelId="{E0F33599-8AE3-470C-8198-27647B8B7837}" type="presOf" srcId="{98140E15-5624-4F6B-BDE6-0E66B86D7940}" destId="{1305E649-B981-43E5-A039-79EE3E5219AD}" srcOrd="0" destOrd="0" presId="urn:microsoft.com/office/officeart/2005/8/layout/default"/>
    <dgm:cxn modelId="{B5841CAF-71B3-48AE-B5D4-6D9B4B246E03}" type="presOf" srcId="{7C0603DF-6DE2-4666-BF53-E35E32BF2E4D}" destId="{46217DBD-D40C-4B50-B310-808A5E4D3AFB}" srcOrd="0" destOrd="0" presId="urn:microsoft.com/office/officeart/2005/8/layout/default"/>
    <dgm:cxn modelId="{4D7F5778-C865-4185-AD4F-9C2F2DA6E503}" type="presParOf" srcId="{46217DBD-D40C-4B50-B310-808A5E4D3AFB}" destId="{1305E649-B981-43E5-A039-79EE3E5219AD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7C0603DF-6DE2-4666-BF53-E35E32BF2E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8140E15-5624-4F6B-BDE6-0E66B86D7940}">
      <dgm:prSet custT="1"/>
      <dgm:spPr/>
      <dgm:t>
        <a:bodyPr/>
        <a:lstStyle/>
        <a:p>
          <a:r>
            <a:rPr lang="ru-RU" sz="3000" dirty="0"/>
            <a:t>Федеральные округа</a:t>
          </a:r>
        </a:p>
      </dgm:t>
    </dgm:pt>
    <dgm:pt modelId="{F82169A3-1659-4DF4-B7AA-16DE80DCB657}" type="parTrans" cxnId="{B08C0465-9C6E-40B1-B70F-255189D07EE3}">
      <dgm:prSet/>
      <dgm:spPr/>
      <dgm:t>
        <a:bodyPr/>
        <a:lstStyle/>
        <a:p>
          <a:endParaRPr lang="ru-RU" sz="3000"/>
        </a:p>
      </dgm:t>
    </dgm:pt>
    <dgm:pt modelId="{33D6A88F-B6F7-450C-8B7C-13D30BA6B0E9}" type="sibTrans" cxnId="{B08C0465-9C6E-40B1-B70F-255189D07EE3}">
      <dgm:prSet/>
      <dgm:spPr/>
      <dgm:t>
        <a:bodyPr/>
        <a:lstStyle/>
        <a:p>
          <a:endParaRPr lang="ru-RU" sz="3000"/>
        </a:p>
      </dgm:t>
    </dgm:pt>
    <dgm:pt modelId="{3CF8F377-42E2-46B1-9A22-3B5BF5D29BA7}">
      <dgm:prSet custT="1"/>
      <dgm:spPr/>
      <dgm:t>
        <a:bodyPr/>
        <a:lstStyle/>
        <a:p>
          <a:r>
            <a:rPr lang="ru-RU" sz="3000" b="0" i="0"/>
            <a:t>Макрорегионы</a:t>
          </a:r>
          <a:endParaRPr lang="ru-RU" sz="3000"/>
        </a:p>
      </dgm:t>
    </dgm:pt>
    <dgm:pt modelId="{5943FE7C-5738-48F5-81C7-22C6919D4C23}" type="parTrans" cxnId="{58A98077-646A-411B-9079-E01C1EC27A44}">
      <dgm:prSet/>
      <dgm:spPr/>
      <dgm:t>
        <a:bodyPr/>
        <a:lstStyle/>
        <a:p>
          <a:endParaRPr lang="ru-RU" sz="3000"/>
        </a:p>
      </dgm:t>
    </dgm:pt>
    <dgm:pt modelId="{77F85DDD-5F08-41A3-9C70-C1CACE85CDFF}" type="sibTrans" cxnId="{58A98077-646A-411B-9079-E01C1EC27A44}">
      <dgm:prSet/>
      <dgm:spPr/>
      <dgm:t>
        <a:bodyPr/>
        <a:lstStyle/>
        <a:p>
          <a:endParaRPr lang="ru-RU" sz="3000"/>
        </a:p>
      </dgm:t>
    </dgm:pt>
    <dgm:pt modelId="{CA0E430B-FCAC-42BC-A342-983C5123441A}">
      <dgm:prSet custT="1"/>
      <dgm:spPr/>
      <dgm:t>
        <a:bodyPr/>
        <a:lstStyle/>
        <a:p>
          <a:r>
            <a:rPr lang="ru-RU" sz="3000" b="0" i="0" dirty="0"/>
            <a:t>Экономические районы</a:t>
          </a:r>
          <a:endParaRPr lang="ru-RU" sz="3000" dirty="0"/>
        </a:p>
      </dgm:t>
    </dgm:pt>
    <dgm:pt modelId="{0A9C6560-35F0-45C5-9C53-36159F867CC3}" type="parTrans" cxnId="{D07E416C-4E53-4886-8A43-03D226949D50}">
      <dgm:prSet/>
      <dgm:spPr/>
      <dgm:t>
        <a:bodyPr/>
        <a:lstStyle/>
        <a:p>
          <a:endParaRPr lang="ru-RU" sz="3000"/>
        </a:p>
      </dgm:t>
    </dgm:pt>
    <dgm:pt modelId="{2E576B8C-B450-44A7-8970-37F64033A156}" type="sibTrans" cxnId="{D07E416C-4E53-4886-8A43-03D226949D50}">
      <dgm:prSet/>
      <dgm:spPr/>
      <dgm:t>
        <a:bodyPr/>
        <a:lstStyle/>
        <a:p>
          <a:endParaRPr lang="ru-RU" sz="3000"/>
        </a:p>
      </dgm:t>
    </dgm:pt>
    <dgm:pt modelId="{D880988C-F465-49C3-BAF2-AE946C1CF1CE}">
      <dgm:prSet custT="1"/>
      <dgm:spPr/>
      <dgm:t>
        <a:bodyPr/>
        <a:lstStyle/>
        <a:p>
          <a:r>
            <a:rPr lang="ru-RU" sz="3000" dirty="0"/>
            <a:t>Военные округа</a:t>
          </a:r>
        </a:p>
      </dgm:t>
    </dgm:pt>
    <dgm:pt modelId="{852962D0-84F3-4DFC-BDB4-0A41C75B808B}" type="parTrans" cxnId="{40E3E0E4-5F78-483B-B7AC-8BA5C8CBEE2C}">
      <dgm:prSet/>
      <dgm:spPr/>
      <dgm:t>
        <a:bodyPr/>
        <a:lstStyle/>
        <a:p>
          <a:endParaRPr lang="ru-RU" sz="3000"/>
        </a:p>
      </dgm:t>
    </dgm:pt>
    <dgm:pt modelId="{A612F793-4B67-477E-85CD-742CDFA846AC}" type="sibTrans" cxnId="{40E3E0E4-5F78-483B-B7AC-8BA5C8CBEE2C}">
      <dgm:prSet/>
      <dgm:spPr/>
      <dgm:t>
        <a:bodyPr/>
        <a:lstStyle/>
        <a:p>
          <a:endParaRPr lang="ru-RU" sz="3000"/>
        </a:p>
      </dgm:t>
    </dgm:pt>
    <dgm:pt modelId="{46217DBD-D40C-4B50-B310-808A5E4D3AFB}" type="pres">
      <dgm:prSet presAssocID="{7C0603DF-6DE2-4666-BF53-E35E32BF2E4D}" presName="diagram" presStyleCnt="0">
        <dgm:presLayoutVars>
          <dgm:dir/>
          <dgm:resizeHandles val="exact"/>
        </dgm:presLayoutVars>
      </dgm:prSet>
      <dgm:spPr/>
    </dgm:pt>
    <dgm:pt modelId="{1305E649-B981-43E5-A039-79EE3E5219AD}" type="pres">
      <dgm:prSet presAssocID="{98140E15-5624-4F6B-BDE6-0E66B86D7940}" presName="node" presStyleLbl="node1" presStyleIdx="0" presStyleCnt="4" custScaleX="161051">
        <dgm:presLayoutVars>
          <dgm:bulletEnabled val="1"/>
        </dgm:presLayoutVars>
      </dgm:prSet>
      <dgm:spPr/>
    </dgm:pt>
    <dgm:pt modelId="{806AB280-E4A9-406F-8B0E-9C9587820E67}" type="pres">
      <dgm:prSet presAssocID="{33D6A88F-B6F7-450C-8B7C-13D30BA6B0E9}" presName="sibTrans" presStyleCnt="0"/>
      <dgm:spPr/>
    </dgm:pt>
    <dgm:pt modelId="{BCDEB7C2-163A-4E62-BC8B-5089038A02CC}" type="pres">
      <dgm:prSet presAssocID="{3CF8F377-42E2-46B1-9A22-3B5BF5D29BA7}" presName="node" presStyleLbl="node1" presStyleIdx="1" presStyleCnt="4" custScaleX="161051">
        <dgm:presLayoutVars>
          <dgm:bulletEnabled val="1"/>
        </dgm:presLayoutVars>
      </dgm:prSet>
      <dgm:spPr/>
    </dgm:pt>
    <dgm:pt modelId="{F510ED70-0FCC-47C9-A8D9-A88734352583}" type="pres">
      <dgm:prSet presAssocID="{77F85DDD-5F08-41A3-9C70-C1CACE85CDFF}" presName="sibTrans" presStyleCnt="0"/>
      <dgm:spPr/>
    </dgm:pt>
    <dgm:pt modelId="{02927325-2B65-4734-ADA7-72FAB38CEF0D}" type="pres">
      <dgm:prSet presAssocID="{CA0E430B-FCAC-42BC-A342-983C5123441A}" presName="node" presStyleLbl="node1" presStyleIdx="2" presStyleCnt="4" custScaleX="161051">
        <dgm:presLayoutVars>
          <dgm:bulletEnabled val="1"/>
        </dgm:presLayoutVars>
      </dgm:prSet>
      <dgm:spPr/>
    </dgm:pt>
    <dgm:pt modelId="{7F79D980-362C-426C-A7C9-1CD317F642B5}" type="pres">
      <dgm:prSet presAssocID="{2E576B8C-B450-44A7-8970-37F64033A156}" presName="sibTrans" presStyleCnt="0"/>
      <dgm:spPr/>
    </dgm:pt>
    <dgm:pt modelId="{C8B9BDD3-37FC-4F02-AD38-BCCB0E06179F}" type="pres">
      <dgm:prSet presAssocID="{D880988C-F465-49C3-BAF2-AE946C1CF1CE}" presName="node" presStyleLbl="node1" presStyleIdx="3" presStyleCnt="4" custScaleX="161051">
        <dgm:presLayoutVars>
          <dgm:bulletEnabled val="1"/>
        </dgm:presLayoutVars>
      </dgm:prSet>
      <dgm:spPr/>
    </dgm:pt>
  </dgm:ptLst>
  <dgm:cxnLst>
    <dgm:cxn modelId="{7679DE1A-01F7-436B-8584-8FF67C5A565E}" type="presOf" srcId="{3CF8F377-42E2-46B1-9A22-3B5BF5D29BA7}" destId="{BCDEB7C2-163A-4E62-BC8B-5089038A02CC}" srcOrd="0" destOrd="0" presId="urn:microsoft.com/office/officeart/2005/8/layout/default"/>
    <dgm:cxn modelId="{CC12D824-CE56-461C-AF46-8B5D664FFAA3}" type="presOf" srcId="{CA0E430B-FCAC-42BC-A342-983C5123441A}" destId="{02927325-2B65-4734-ADA7-72FAB38CEF0D}" srcOrd="0" destOrd="0" presId="urn:microsoft.com/office/officeart/2005/8/layout/default"/>
    <dgm:cxn modelId="{B08C0465-9C6E-40B1-B70F-255189D07EE3}" srcId="{7C0603DF-6DE2-4666-BF53-E35E32BF2E4D}" destId="{98140E15-5624-4F6B-BDE6-0E66B86D7940}" srcOrd="0" destOrd="0" parTransId="{F82169A3-1659-4DF4-B7AA-16DE80DCB657}" sibTransId="{33D6A88F-B6F7-450C-8B7C-13D30BA6B0E9}"/>
    <dgm:cxn modelId="{D07E416C-4E53-4886-8A43-03D226949D50}" srcId="{7C0603DF-6DE2-4666-BF53-E35E32BF2E4D}" destId="{CA0E430B-FCAC-42BC-A342-983C5123441A}" srcOrd="2" destOrd="0" parTransId="{0A9C6560-35F0-45C5-9C53-36159F867CC3}" sibTransId="{2E576B8C-B450-44A7-8970-37F64033A156}"/>
    <dgm:cxn modelId="{C76ABC4C-9BDF-4CF3-BDC1-FB45C0207B18}" type="presOf" srcId="{D880988C-F465-49C3-BAF2-AE946C1CF1CE}" destId="{C8B9BDD3-37FC-4F02-AD38-BCCB0E06179F}" srcOrd="0" destOrd="0" presId="urn:microsoft.com/office/officeart/2005/8/layout/default"/>
    <dgm:cxn modelId="{58A98077-646A-411B-9079-E01C1EC27A44}" srcId="{7C0603DF-6DE2-4666-BF53-E35E32BF2E4D}" destId="{3CF8F377-42E2-46B1-9A22-3B5BF5D29BA7}" srcOrd="1" destOrd="0" parTransId="{5943FE7C-5738-48F5-81C7-22C6919D4C23}" sibTransId="{77F85DDD-5F08-41A3-9C70-C1CACE85CDFF}"/>
    <dgm:cxn modelId="{E0F33599-8AE3-470C-8198-27647B8B7837}" type="presOf" srcId="{98140E15-5624-4F6B-BDE6-0E66B86D7940}" destId="{1305E649-B981-43E5-A039-79EE3E5219AD}" srcOrd="0" destOrd="0" presId="urn:microsoft.com/office/officeart/2005/8/layout/default"/>
    <dgm:cxn modelId="{B5841CAF-71B3-48AE-B5D4-6D9B4B246E03}" type="presOf" srcId="{7C0603DF-6DE2-4666-BF53-E35E32BF2E4D}" destId="{46217DBD-D40C-4B50-B310-808A5E4D3AFB}" srcOrd="0" destOrd="0" presId="urn:microsoft.com/office/officeart/2005/8/layout/default"/>
    <dgm:cxn modelId="{40E3E0E4-5F78-483B-B7AC-8BA5C8CBEE2C}" srcId="{7C0603DF-6DE2-4666-BF53-E35E32BF2E4D}" destId="{D880988C-F465-49C3-BAF2-AE946C1CF1CE}" srcOrd="3" destOrd="0" parTransId="{852962D0-84F3-4DFC-BDB4-0A41C75B808B}" sibTransId="{A612F793-4B67-477E-85CD-742CDFA846AC}"/>
    <dgm:cxn modelId="{4D7F5778-C865-4185-AD4F-9C2F2DA6E503}" type="presParOf" srcId="{46217DBD-D40C-4B50-B310-808A5E4D3AFB}" destId="{1305E649-B981-43E5-A039-79EE3E5219AD}" srcOrd="0" destOrd="0" presId="urn:microsoft.com/office/officeart/2005/8/layout/default"/>
    <dgm:cxn modelId="{04DD089C-1956-456D-9012-8D137B0C60F6}" type="presParOf" srcId="{46217DBD-D40C-4B50-B310-808A5E4D3AFB}" destId="{806AB280-E4A9-406F-8B0E-9C9587820E67}" srcOrd="1" destOrd="0" presId="urn:microsoft.com/office/officeart/2005/8/layout/default"/>
    <dgm:cxn modelId="{F4262FE4-B29A-40C7-9B30-432CBDC9A21E}" type="presParOf" srcId="{46217DBD-D40C-4B50-B310-808A5E4D3AFB}" destId="{BCDEB7C2-163A-4E62-BC8B-5089038A02CC}" srcOrd="2" destOrd="0" presId="urn:microsoft.com/office/officeart/2005/8/layout/default"/>
    <dgm:cxn modelId="{9101603C-3F47-4FEE-AAE3-9D795E1B953B}" type="presParOf" srcId="{46217DBD-D40C-4B50-B310-808A5E4D3AFB}" destId="{F510ED70-0FCC-47C9-A8D9-A88734352583}" srcOrd="3" destOrd="0" presId="urn:microsoft.com/office/officeart/2005/8/layout/default"/>
    <dgm:cxn modelId="{B4C52511-6A87-4F79-B178-5B650FCC903A}" type="presParOf" srcId="{46217DBD-D40C-4B50-B310-808A5E4D3AFB}" destId="{02927325-2B65-4734-ADA7-72FAB38CEF0D}" srcOrd="4" destOrd="0" presId="urn:microsoft.com/office/officeart/2005/8/layout/default"/>
    <dgm:cxn modelId="{A45E0FEB-B5BF-4ECE-9837-4801087D2799}" type="presParOf" srcId="{46217DBD-D40C-4B50-B310-808A5E4D3AFB}" destId="{7F79D980-362C-426C-A7C9-1CD317F642B5}" srcOrd="5" destOrd="0" presId="urn:microsoft.com/office/officeart/2005/8/layout/default"/>
    <dgm:cxn modelId="{098EE540-182F-4ECB-AE1A-CBA088434576}" type="presParOf" srcId="{46217DBD-D40C-4B50-B310-808A5E4D3AFB}" destId="{C8B9BDD3-37FC-4F02-AD38-BCCB0E06179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7C0603DF-6DE2-4666-BF53-E35E32BF2E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CF8F377-42E2-46B1-9A22-3B5BF5D29BA7}">
      <dgm:prSet custT="1"/>
      <dgm:spPr/>
      <dgm:t>
        <a:bodyPr anchor="t"/>
        <a:lstStyle/>
        <a:p>
          <a:r>
            <a:rPr lang="ru-RU" sz="3000" b="0" i="0" dirty="0"/>
            <a:t>Макрорегионы</a:t>
          </a:r>
          <a:endParaRPr lang="ru-RU" sz="3000" dirty="0"/>
        </a:p>
      </dgm:t>
    </dgm:pt>
    <dgm:pt modelId="{5943FE7C-5738-48F5-81C7-22C6919D4C23}" type="parTrans" cxnId="{58A98077-646A-411B-9079-E01C1EC27A44}">
      <dgm:prSet/>
      <dgm:spPr/>
      <dgm:t>
        <a:bodyPr/>
        <a:lstStyle/>
        <a:p>
          <a:endParaRPr lang="ru-RU" sz="3000"/>
        </a:p>
      </dgm:t>
    </dgm:pt>
    <dgm:pt modelId="{77F85DDD-5F08-41A3-9C70-C1CACE85CDFF}" type="sibTrans" cxnId="{58A98077-646A-411B-9079-E01C1EC27A44}">
      <dgm:prSet/>
      <dgm:spPr/>
      <dgm:t>
        <a:bodyPr/>
        <a:lstStyle/>
        <a:p>
          <a:endParaRPr lang="ru-RU" sz="3000"/>
        </a:p>
      </dgm:t>
    </dgm:pt>
    <dgm:pt modelId="{46217DBD-D40C-4B50-B310-808A5E4D3AFB}" type="pres">
      <dgm:prSet presAssocID="{7C0603DF-6DE2-4666-BF53-E35E32BF2E4D}" presName="diagram" presStyleCnt="0">
        <dgm:presLayoutVars>
          <dgm:dir/>
          <dgm:resizeHandles val="exact"/>
        </dgm:presLayoutVars>
      </dgm:prSet>
      <dgm:spPr/>
    </dgm:pt>
    <dgm:pt modelId="{BCDEB7C2-163A-4E62-BC8B-5089038A02CC}" type="pres">
      <dgm:prSet presAssocID="{3CF8F377-42E2-46B1-9A22-3B5BF5D29BA7}" presName="node" presStyleLbl="node1" presStyleIdx="0" presStyleCnt="1" custScaleX="161051">
        <dgm:presLayoutVars>
          <dgm:bulletEnabled val="1"/>
        </dgm:presLayoutVars>
      </dgm:prSet>
      <dgm:spPr/>
    </dgm:pt>
  </dgm:ptLst>
  <dgm:cxnLst>
    <dgm:cxn modelId="{7679DE1A-01F7-436B-8584-8FF67C5A565E}" type="presOf" srcId="{3CF8F377-42E2-46B1-9A22-3B5BF5D29BA7}" destId="{BCDEB7C2-163A-4E62-BC8B-5089038A02CC}" srcOrd="0" destOrd="0" presId="urn:microsoft.com/office/officeart/2005/8/layout/default"/>
    <dgm:cxn modelId="{58A98077-646A-411B-9079-E01C1EC27A44}" srcId="{7C0603DF-6DE2-4666-BF53-E35E32BF2E4D}" destId="{3CF8F377-42E2-46B1-9A22-3B5BF5D29BA7}" srcOrd="0" destOrd="0" parTransId="{5943FE7C-5738-48F5-81C7-22C6919D4C23}" sibTransId="{77F85DDD-5F08-41A3-9C70-C1CACE85CDFF}"/>
    <dgm:cxn modelId="{B5841CAF-71B3-48AE-B5D4-6D9B4B246E03}" type="presOf" srcId="{7C0603DF-6DE2-4666-BF53-E35E32BF2E4D}" destId="{46217DBD-D40C-4B50-B310-808A5E4D3AFB}" srcOrd="0" destOrd="0" presId="urn:microsoft.com/office/officeart/2005/8/layout/default"/>
    <dgm:cxn modelId="{F4262FE4-B29A-40C7-9B30-432CBDC9A21E}" type="presParOf" srcId="{46217DBD-D40C-4B50-B310-808A5E4D3AFB}" destId="{BCDEB7C2-163A-4E62-BC8B-5089038A02CC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7C0603DF-6DE2-4666-BF53-E35E32BF2E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8140E15-5624-4F6B-BDE6-0E66B86D7940}">
      <dgm:prSet custT="1"/>
      <dgm:spPr/>
      <dgm:t>
        <a:bodyPr/>
        <a:lstStyle/>
        <a:p>
          <a:r>
            <a:rPr lang="ru-RU" sz="3000" dirty="0"/>
            <a:t>Федеральные округа</a:t>
          </a:r>
        </a:p>
      </dgm:t>
    </dgm:pt>
    <dgm:pt modelId="{F82169A3-1659-4DF4-B7AA-16DE80DCB657}" type="parTrans" cxnId="{B08C0465-9C6E-40B1-B70F-255189D07EE3}">
      <dgm:prSet/>
      <dgm:spPr/>
      <dgm:t>
        <a:bodyPr/>
        <a:lstStyle/>
        <a:p>
          <a:endParaRPr lang="ru-RU" sz="3000"/>
        </a:p>
      </dgm:t>
    </dgm:pt>
    <dgm:pt modelId="{33D6A88F-B6F7-450C-8B7C-13D30BA6B0E9}" type="sibTrans" cxnId="{B08C0465-9C6E-40B1-B70F-255189D07EE3}">
      <dgm:prSet/>
      <dgm:spPr/>
      <dgm:t>
        <a:bodyPr/>
        <a:lstStyle/>
        <a:p>
          <a:endParaRPr lang="ru-RU" sz="3000"/>
        </a:p>
      </dgm:t>
    </dgm:pt>
    <dgm:pt modelId="{3CF8F377-42E2-46B1-9A22-3B5BF5D29BA7}">
      <dgm:prSet custT="1"/>
      <dgm:spPr/>
      <dgm:t>
        <a:bodyPr/>
        <a:lstStyle/>
        <a:p>
          <a:r>
            <a:rPr lang="ru-RU" sz="3000" b="0" i="0"/>
            <a:t>Макрорегионы</a:t>
          </a:r>
          <a:endParaRPr lang="ru-RU" sz="3000"/>
        </a:p>
      </dgm:t>
    </dgm:pt>
    <dgm:pt modelId="{5943FE7C-5738-48F5-81C7-22C6919D4C23}" type="parTrans" cxnId="{58A98077-646A-411B-9079-E01C1EC27A44}">
      <dgm:prSet/>
      <dgm:spPr/>
      <dgm:t>
        <a:bodyPr/>
        <a:lstStyle/>
        <a:p>
          <a:endParaRPr lang="ru-RU" sz="3000"/>
        </a:p>
      </dgm:t>
    </dgm:pt>
    <dgm:pt modelId="{77F85DDD-5F08-41A3-9C70-C1CACE85CDFF}" type="sibTrans" cxnId="{58A98077-646A-411B-9079-E01C1EC27A44}">
      <dgm:prSet/>
      <dgm:spPr/>
      <dgm:t>
        <a:bodyPr/>
        <a:lstStyle/>
        <a:p>
          <a:endParaRPr lang="ru-RU" sz="3000"/>
        </a:p>
      </dgm:t>
    </dgm:pt>
    <dgm:pt modelId="{CA0E430B-FCAC-42BC-A342-983C5123441A}">
      <dgm:prSet custT="1"/>
      <dgm:spPr/>
      <dgm:t>
        <a:bodyPr/>
        <a:lstStyle/>
        <a:p>
          <a:r>
            <a:rPr lang="ru-RU" sz="3000" b="0" i="0" dirty="0"/>
            <a:t>Экономические районы</a:t>
          </a:r>
          <a:endParaRPr lang="ru-RU" sz="3000" dirty="0"/>
        </a:p>
      </dgm:t>
    </dgm:pt>
    <dgm:pt modelId="{0A9C6560-35F0-45C5-9C53-36159F867CC3}" type="parTrans" cxnId="{D07E416C-4E53-4886-8A43-03D226949D50}">
      <dgm:prSet/>
      <dgm:spPr/>
      <dgm:t>
        <a:bodyPr/>
        <a:lstStyle/>
        <a:p>
          <a:endParaRPr lang="ru-RU" sz="3000"/>
        </a:p>
      </dgm:t>
    </dgm:pt>
    <dgm:pt modelId="{2E576B8C-B450-44A7-8970-37F64033A156}" type="sibTrans" cxnId="{D07E416C-4E53-4886-8A43-03D226949D50}">
      <dgm:prSet/>
      <dgm:spPr/>
      <dgm:t>
        <a:bodyPr/>
        <a:lstStyle/>
        <a:p>
          <a:endParaRPr lang="ru-RU" sz="3000"/>
        </a:p>
      </dgm:t>
    </dgm:pt>
    <dgm:pt modelId="{D880988C-F465-49C3-BAF2-AE946C1CF1CE}">
      <dgm:prSet custT="1"/>
      <dgm:spPr/>
      <dgm:t>
        <a:bodyPr/>
        <a:lstStyle/>
        <a:p>
          <a:r>
            <a:rPr lang="ru-RU" sz="3000" dirty="0"/>
            <a:t>Военные округа</a:t>
          </a:r>
        </a:p>
      </dgm:t>
    </dgm:pt>
    <dgm:pt modelId="{852962D0-84F3-4DFC-BDB4-0A41C75B808B}" type="parTrans" cxnId="{40E3E0E4-5F78-483B-B7AC-8BA5C8CBEE2C}">
      <dgm:prSet/>
      <dgm:spPr/>
      <dgm:t>
        <a:bodyPr/>
        <a:lstStyle/>
        <a:p>
          <a:endParaRPr lang="ru-RU" sz="3000"/>
        </a:p>
      </dgm:t>
    </dgm:pt>
    <dgm:pt modelId="{A612F793-4B67-477E-85CD-742CDFA846AC}" type="sibTrans" cxnId="{40E3E0E4-5F78-483B-B7AC-8BA5C8CBEE2C}">
      <dgm:prSet/>
      <dgm:spPr/>
      <dgm:t>
        <a:bodyPr/>
        <a:lstStyle/>
        <a:p>
          <a:endParaRPr lang="ru-RU" sz="3000"/>
        </a:p>
      </dgm:t>
    </dgm:pt>
    <dgm:pt modelId="{46217DBD-D40C-4B50-B310-808A5E4D3AFB}" type="pres">
      <dgm:prSet presAssocID="{7C0603DF-6DE2-4666-BF53-E35E32BF2E4D}" presName="diagram" presStyleCnt="0">
        <dgm:presLayoutVars>
          <dgm:dir/>
          <dgm:resizeHandles val="exact"/>
        </dgm:presLayoutVars>
      </dgm:prSet>
      <dgm:spPr/>
    </dgm:pt>
    <dgm:pt modelId="{1305E649-B981-43E5-A039-79EE3E5219AD}" type="pres">
      <dgm:prSet presAssocID="{98140E15-5624-4F6B-BDE6-0E66B86D7940}" presName="node" presStyleLbl="node1" presStyleIdx="0" presStyleCnt="4" custScaleX="161051">
        <dgm:presLayoutVars>
          <dgm:bulletEnabled val="1"/>
        </dgm:presLayoutVars>
      </dgm:prSet>
      <dgm:spPr/>
    </dgm:pt>
    <dgm:pt modelId="{806AB280-E4A9-406F-8B0E-9C9587820E67}" type="pres">
      <dgm:prSet presAssocID="{33D6A88F-B6F7-450C-8B7C-13D30BA6B0E9}" presName="sibTrans" presStyleCnt="0"/>
      <dgm:spPr/>
    </dgm:pt>
    <dgm:pt modelId="{BCDEB7C2-163A-4E62-BC8B-5089038A02CC}" type="pres">
      <dgm:prSet presAssocID="{3CF8F377-42E2-46B1-9A22-3B5BF5D29BA7}" presName="node" presStyleLbl="node1" presStyleIdx="1" presStyleCnt="4" custScaleX="161051">
        <dgm:presLayoutVars>
          <dgm:bulletEnabled val="1"/>
        </dgm:presLayoutVars>
      </dgm:prSet>
      <dgm:spPr/>
    </dgm:pt>
    <dgm:pt modelId="{F510ED70-0FCC-47C9-A8D9-A88734352583}" type="pres">
      <dgm:prSet presAssocID="{77F85DDD-5F08-41A3-9C70-C1CACE85CDFF}" presName="sibTrans" presStyleCnt="0"/>
      <dgm:spPr/>
    </dgm:pt>
    <dgm:pt modelId="{02927325-2B65-4734-ADA7-72FAB38CEF0D}" type="pres">
      <dgm:prSet presAssocID="{CA0E430B-FCAC-42BC-A342-983C5123441A}" presName="node" presStyleLbl="node1" presStyleIdx="2" presStyleCnt="4" custScaleX="161051">
        <dgm:presLayoutVars>
          <dgm:bulletEnabled val="1"/>
        </dgm:presLayoutVars>
      </dgm:prSet>
      <dgm:spPr/>
    </dgm:pt>
    <dgm:pt modelId="{7F79D980-362C-426C-A7C9-1CD317F642B5}" type="pres">
      <dgm:prSet presAssocID="{2E576B8C-B450-44A7-8970-37F64033A156}" presName="sibTrans" presStyleCnt="0"/>
      <dgm:spPr/>
    </dgm:pt>
    <dgm:pt modelId="{C8B9BDD3-37FC-4F02-AD38-BCCB0E06179F}" type="pres">
      <dgm:prSet presAssocID="{D880988C-F465-49C3-BAF2-AE946C1CF1CE}" presName="node" presStyleLbl="node1" presStyleIdx="3" presStyleCnt="4" custScaleX="161051">
        <dgm:presLayoutVars>
          <dgm:bulletEnabled val="1"/>
        </dgm:presLayoutVars>
      </dgm:prSet>
      <dgm:spPr/>
    </dgm:pt>
  </dgm:ptLst>
  <dgm:cxnLst>
    <dgm:cxn modelId="{7679DE1A-01F7-436B-8584-8FF67C5A565E}" type="presOf" srcId="{3CF8F377-42E2-46B1-9A22-3B5BF5D29BA7}" destId="{BCDEB7C2-163A-4E62-BC8B-5089038A02CC}" srcOrd="0" destOrd="0" presId="urn:microsoft.com/office/officeart/2005/8/layout/default"/>
    <dgm:cxn modelId="{CC12D824-CE56-461C-AF46-8B5D664FFAA3}" type="presOf" srcId="{CA0E430B-FCAC-42BC-A342-983C5123441A}" destId="{02927325-2B65-4734-ADA7-72FAB38CEF0D}" srcOrd="0" destOrd="0" presId="urn:microsoft.com/office/officeart/2005/8/layout/default"/>
    <dgm:cxn modelId="{B08C0465-9C6E-40B1-B70F-255189D07EE3}" srcId="{7C0603DF-6DE2-4666-BF53-E35E32BF2E4D}" destId="{98140E15-5624-4F6B-BDE6-0E66B86D7940}" srcOrd="0" destOrd="0" parTransId="{F82169A3-1659-4DF4-B7AA-16DE80DCB657}" sibTransId="{33D6A88F-B6F7-450C-8B7C-13D30BA6B0E9}"/>
    <dgm:cxn modelId="{D07E416C-4E53-4886-8A43-03D226949D50}" srcId="{7C0603DF-6DE2-4666-BF53-E35E32BF2E4D}" destId="{CA0E430B-FCAC-42BC-A342-983C5123441A}" srcOrd="2" destOrd="0" parTransId="{0A9C6560-35F0-45C5-9C53-36159F867CC3}" sibTransId="{2E576B8C-B450-44A7-8970-37F64033A156}"/>
    <dgm:cxn modelId="{C76ABC4C-9BDF-4CF3-BDC1-FB45C0207B18}" type="presOf" srcId="{D880988C-F465-49C3-BAF2-AE946C1CF1CE}" destId="{C8B9BDD3-37FC-4F02-AD38-BCCB0E06179F}" srcOrd="0" destOrd="0" presId="urn:microsoft.com/office/officeart/2005/8/layout/default"/>
    <dgm:cxn modelId="{58A98077-646A-411B-9079-E01C1EC27A44}" srcId="{7C0603DF-6DE2-4666-BF53-E35E32BF2E4D}" destId="{3CF8F377-42E2-46B1-9A22-3B5BF5D29BA7}" srcOrd="1" destOrd="0" parTransId="{5943FE7C-5738-48F5-81C7-22C6919D4C23}" sibTransId="{77F85DDD-5F08-41A3-9C70-C1CACE85CDFF}"/>
    <dgm:cxn modelId="{E0F33599-8AE3-470C-8198-27647B8B7837}" type="presOf" srcId="{98140E15-5624-4F6B-BDE6-0E66B86D7940}" destId="{1305E649-B981-43E5-A039-79EE3E5219AD}" srcOrd="0" destOrd="0" presId="urn:microsoft.com/office/officeart/2005/8/layout/default"/>
    <dgm:cxn modelId="{B5841CAF-71B3-48AE-B5D4-6D9B4B246E03}" type="presOf" srcId="{7C0603DF-6DE2-4666-BF53-E35E32BF2E4D}" destId="{46217DBD-D40C-4B50-B310-808A5E4D3AFB}" srcOrd="0" destOrd="0" presId="urn:microsoft.com/office/officeart/2005/8/layout/default"/>
    <dgm:cxn modelId="{40E3E0E4-5F78-483B-B7AC-8BA5C8CBEE2C}" srcId="{7C0603DF-6DE2-4666-BF53-E35E32BF2E4D}" destId="{D880988C-F465-49C3-BAF2-AE946C1CF1CE}" srcOrd="3" destOrd="0" parTransId="{852962D0-84F3-4DFC-BDB4-0A41C75B808B}" sibTransId="{A612F793-4B67-477E-85CD-742CDFA846AC}"/>
    <dgm:cxn modelId="{4D7F5778-C865-4185-AD4F-9C2F2DA6E503}" type="presParOf" srcId="{46217DBD-D40C-4B50-B310-808A5E4D3AFB}" destId="{1305E649-B981-43E5-A039-79EE3E5219AD}" srcOrd="0" destOrd="0" presId="urn:microsoft.com/office/officeart/2005/8/layout/default"/>
    <dgm:cxn modelId="{04DD089C-1956-456D-9012-8D137B0C60F6}" type="presParOf" srcId="{46217DBD-D40C-4B50-B310-808A5E4D3AFB}" destId="{806AB280-E4A9-406F-8B0E-9C9587820E67}" srcOrd="1" destOrd="0" presId="urn:microsoft.com/office/officeart/2005/8/layout/default"/>
    <dgm:cxn modelId="{F4262FE4-B29A-40C7-9B30-432CBDC9A21E}" type="presParOf" srcId="{46217DBD-D40C-4B50-B310-808A5E4D3AFB}" destId="{BCDEB7C2-163A-4E62-BC8B-5089038A02CC}" srcOrd="2" destOrd="0" presId="urn:microsoft.com/office/officeart/2005/8/layout/default"/>
    <dgm:cxn modelId="{9101603C-3F47-4FEE-AAE3-9D795E1B953B}" type="presParOf" srcId="{46217DBD-D40C-4B50-B310-808A5E4D3AFB}" destId="{F510ED70-0FCC-47C9-A8D9-A88734352583}" srcOrd="3" destOrd="0" presId="urn:microsoft.com/office/officeart/2005/8/layout/default"/>
    <dgm:cxn modelId="{B4C52511-6A87-4F79-B178-5B650FCC903A}" type="presParOf" srcId="{46217DBD-D40C-4B50-B310-808A5E4D3AFB}" destId="{02927325-2B65-4734-ADA7-72FAB38CEF0D}" srcOrd="4" destOrd="0" presId="urn:microsoft.com/office/officeart/2005/8/layout/default"/>
    <dgm:cxn modelId="{A45E0FEB-B5BF-4ECE-9837-4801087D2799}" type="presParOf" srcId="{46217DBD-D40C-4B50-B310-808A5E4D3AFB}" destId="{7F79D980-362C-426C-A7C9-1CD317F642B5}" srcOrd="5" destOrd="0" presId="urn:microsoft.com/office/officeart/2005/8/layout/default"/>
    <dgm:cxn modelId="{098EE540-182F-4ECB-AE1A-CBA088434576}" type="presParOf" srcId="{46217DBD-D40C-4B50-B310-808A5E4D3AFB}" destId="{C8B9BDD3-37FC-4F02-AD38-BCCB0E06179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7C0603DF-6DE2-4666-BF53-E35E32BF2E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A0E430B-FCAC-42BC-A342-983C5123441A}">
      <dgm:prSet custT="1"/>
      <dgm:spPr/>
      <dgm:t>
        <a:bodyPr anchor="t"/>
        <a:lstStyle/>
        <a:p>
          <a:r>
            <a:rPr lang="ru-RU" sz="3000" b="0" i="0" dirty="0"/>
            <a:t>Экономические районы</a:t>
          </a:r>
          <a:endParaRPr lang="ru-RU" sz="3000" dirty="0"/>
        </a:p>
      </dgm:t>
    </dgm:pt>
    <dgm:pt modelId="{0A9C6560-35F0-45C5-9C53-36159F867CC3}" type="parTrans" cxnId="{D07E416C-4E53-4886-8A43-03D226949D50}">
      <dgm:prSet/>
      <dgm:spPr/>
      <dgm:t>
        <a:bodyPr/>
        <a:lstStyle/>
        <a:p>
          <a:endParaRPr lang="ru-RU" sz="3000"/>
        </a:p>
      </dgm:t>
    </dgm:pt>
    <dgm:pt modelId="{2E576B8C-B450-44A7-8970-37F64033A156}" type="sibTrans" cxnId="{D07E416C-4E53-4886-8A43-03D226949D50}">
      <dgm:prSet/>
      <dgm:spPr/>
      <dgm:t>
        <a:bodyPr/>
        <a:lstStyle/>
        <a:p>
          <a:endParaRPr lang="ru-RU" sz="3000"/>
        </a:p>
      </dgm:t>
    </dgm:pt>
    <dgm:pt modelId="{46217DBD-D40C-4B50-B310-808A5E4D3AFB}" type="pres">
      <dgm:prSet presAssocID="{7C0603DF-6DE2-4666-BF53-E35E32BF2E4D}" presName="diagram" presStyleCnt="0">
        <dgm:presLayoutVars>
          <dgm:dir/>
          <dgm:resizeHandles val="exact"/>
        </dgm:presLayoutVars>
      </dgm:prSet>
      <dgm:spPr/>
    </dgm:pt>
    <dgm:pt modelId="{02927325-2B65-4734-ADA7-72FAB38CEF0D}" type="pres">
      <dgm:prSet presAssocID="{CA0E430B-FCAC-42BC-A342-983C5123441A}" presName="node" presStyleLbl="node1" presStyleIdx="0" presStyleCnt="1" custScaleX="161051">
        <dgm:presLayoutVars>
          <dgm:bulletEnabled val="1"/>
        </dgm:presLayoutVars>
      </dgm:prSet>
      <dgm:spPr/>
    </dgm:pt>
  </dgm:ptLst>
  <dgm:cxnLst>
    <dgm:cxn modelId="{CC12D824-CE56-461C-AF46-8B5D664FFAA3}" type="presOf" srcId="{CA0E430B-FCAC-42BC-A342-983C5123441A}" destId="{02927325-2B65-4734-ADA7-72FAB38CEF0D}" srcOrd="0" destOrd="0" presId="urn:microsoft.com/office/officeart/2005/8/layout/default"/>
    <dgm:cxn modelId="{D07E416C-4E53-4886-8A43-03D226949D50}" srcId="{7C0603DF-6DE2-4666-BF53-E35E32BF2E4D}" destId="{CA0E430B-FCAC-42BC-A342-983C5123441A}" srcOrd="0" destOrd="0" parTransId="{0A9C6560-35F0-45C5-9C53-36159F867CC3}" sibTransId="{2E576B8C-B450-44A7-8970-37F64033A156}"/>
    <dgm:cxn modelId="{B5841CAF-71B3-48AE-B5D4-6D9B4B246E03}" type="presOf" srcId="{7C0603DF-6DE2-4666-BF53-E35E32BF2E4D}" destId="{46217DBD-D40C-4B50-B310-808A5E4D3AFB}" srcOrd="0" destOrd="0" presId="urn:microsoft.com/office/officeart/2005/8/layout/default"/>
    <dgm:cxn modelId="{B4C52511-6A87-4F79-B178-5B650FCC903A}" type="presParOf" srcId="{46217DBD-D40C-4B50-B310-808A5E4D3AFB}" destId="{02927325-2B65-4734-ADA7-72FAB38CEF0D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7C0603DF-6DE2-4666-BF53-E35E32BF2E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8140E15-5624-4F6B-BDE6-0E66B86D7940}">
      <dgm:prSet custT="1"/>
      <dgm:spPr/>
      <dgm:t>
        <a:bodyPr/>
        <a:lstStyle/>
        <a:p>
          <a:r>
            <a:rPr lang="ru-RU" sz="3000" dirty="0"/>
            <a:t>Федеральные округа</a:t>
          </a:r>
        </a:p>
      </dgm:t>
    </dgm:pt>
    <dgm:pt modelId="{F82169A3-1659-4DF4-B7AA-16DE80DCB657}" type="parTrans" cxnId="{B08C0465-9C6E-40B1-B70F-255189D07EE3}">
      <dgm:prSet/>
      <dgm:spPr/>
      <dgm:t>
        <a:bodyPr/>
        <a:lstStyle/>
        <a:p>
          <a:endParaRPr lang="ru-RU" sz="3000"/>
        </a:p>
      </dgm:t>
    </dgm:pt>
    <dgm:pt modelId="{33D6A88F-B6F7-450C-8B7C-13D30BA6B0E9}" type="sibTrans" cxnId="{B08C0465-9C6E-40B1-B70F-255189D07EE3}">
      <dgm:prSet/>
      <dgm:spPr/>
      <dgm:t>
        <a:bodyPr/>
        <a:lstStyle/>
        <a:p>
          <a:endParaRPr lang="ru-RU" sz="3000"/>
        </a:p>
      </dgm:t>
    </dgm:pt>
    <dgm:pt modelId="{3CF8F377-42E2-46B1-9A22-3B5BF5D29BA7}">
      <dgm:prSet custT="1"/>
      <dgm:spPr/>
      <dgm:t>
        <a:bodyPr/>
        <a:lstStyle/>
        <a:p>
          <a:r>
            <a:rPr lang="ru-RU" sz="3000" b="0" i="0"/>
            <a:t>Макрорегионы</a:t>
          </a:r>
          <a:endParaRPr lang="ru-RU" sz="3000"/>
        </a:p>
      </dgm:t>
    </dgm:pt>
    <dgm:pt modelId="{5943FE7C-5738-48F5-81C7-22C6919D4C23}" type="parTrans" cxnId="{58A98077-646A-411B-9079-E01C1EC27A44}">
      <dgm:prSet/>
      <dgm:spPr/>
      <dgm:t>
        <a:bodyPr/>
        <a:lstStyle/>
        <a:p>
          <a:endParaRPr lang="ru-RU" sz="3000"/>
        </a:p>
      </dgm:t>
    </dgm:pt>
    <dgm:pt modelId="{77F85DDD-5F08-41A3-9C70-C1CACE85CDFF}" type="sibTrans" cxnId="{58A98077-646A-411B-9079-E01C1EC27A44}">
      <dgm:prSet/>
      <dgm:spPr/>
      <dgm:t>
        <a:bodyPr/>
        <a:lstStyle/>
        <a:p>
          <a:endParaRPr lang="ru-RU" sz="3000"/>
        </a:p>
      </dgm:t>
    </dgm:pt>
    <dgm:pt modelId="{CA0E430B-FCAC-42BC-A342-983C5123441A}">
      <dgm:prSet custT="1"/>
      <dgm:spPr/>
      <dgm:t>
        <a:bodyPr/>
        <a:lstStyle/>
        <a:p>
          <a:r>
            <a:rPr lang="ru-RU" sz="3000" b="0" i="0" dirty="0"/>
            <a:t>Экономические районы</a:t>
          </a:r>
          <a:endParaRPr lang="ru-RU" sz="3000" dirty="0"/>
        </a:p>
      </dgm:t>
    </dgm:pt>
    <dgm:pt modelId="{0A9C6560-35F0-45C5-9C53-36159F867CC3}" type="parTrans" cxnId="{D07E416C-4E53-4886-8A43-03D226949D50}">
      <dgm:prSet/>
      <dgm:spPr/>
      <dgm:t>
        <a:bodyPr/>
        <a:lstStyle/>
        <a:p>
          <a:endParaRPr lang="ru-RU" sz="3000"/>
        </a:p>
      </dgm:t>
    </dgm:pt>
    <dgm:pt modelId="{2E576B8C-B450-44A7-8970-37F64033A156}" type="sibTrans" cxnId="{D07E416C-4E53-4886-8A43-03D226949D50}">
      <dgm:prSet/>
      <dgm:spPr/>
      <dgm:t>
        <a:bodyPr/>
        <a:lstStyle/>
        <a:p>
          <a:endParaRPr lang="ru-RU" sz="3000"/>
        </a:p>
      </dgm:t>
    </dgm:pt>
    <dgm:pt modelId="{D880988C-F465-49C3-BAF2-AE946C1CF1CE}">
      <dgm:prSet custT="1"/>
      <dgm:spPr/>
      <dgm:t>
        <a:bodyPr/>
        <a:lstStyle/>
        <a:p>
          <a:r>
            <a:rPr lang="ru-RU" sz="3000" dirty="0"/>
            <a:t>Военные округа</a:t>
          </a:r>
        </a:p>
      </dgm:t>
    </dgm:pt>
    <dgm:pt modelId="{852962D0-84F3-4DFC-BDB4-0A41C75B808B}" type="parTrans" cxnId="{40E3E0E4-5F78-483B-B7AC-8BA5C8CBEE2C}">
      <dgm:prSet/>
      <dgm:spPr/>
      <dgm:t>
        <a:bodyPr/>
        <a:lstStyle/>
        <a:p>
          <a:endParaRPr lang="ru-RU" sz="3000"/>
        </a:p>
      </dgm:t>
    </dgm:pt>
    <dgm:pt modelId="{A612F793-4B67-477E-85CD-742CDFA846AC}" type="sibTrans" cxnId="{40E3E0E4-5F78-483B-B7AC-8BA5C8CBEE2C}">
      <dgm:prSet/>
      <dgm:spPr/>
      <dgm:t>
        <a:bodyPr/>
        <a:lstStyle/>
        <a:p>
          <a:endParaRPr lang="ru-RU" sz="3000"/>
        </a:p>
      </dgm:t>
    </dgm:pt>
    <dgm:pt modelId="{46217DBD-D40C-4B50-B310-808A5E4D3AFB}" type="pres">
      <dgm:prSet presAssocID="{7C0603DF-6DE2-4666-BF53-E35E32BF2E4D}" presName="diagram" presStyleCnt="0">
        <dgm:presLayoutVars>
          <dgm:dir/>
          <dgm:resizeHandles val="exact"/>
        </dgm:presLayoutVars>
      </dgm:prSet>
      <dgm:spPr/>
    </dgm:pt>
    <dgm:pt modelId="{1305E649-B981-43E5-A039-79EE3E5219AD}" type="pres">
      <dgm:prSet presAssocID="{98140E15-5624-4F6B-BDE6-0E66B86D7940}" presName="node" presStyleLbl="node1" presStyleIdx="0" presStyleCnt="4" custScaleX="161051">
        <dgm:presLayoutVars>
          <dgm:bulletEnabled val="1"/>
        </dgm:presLayoutVars>
      </dgm:prSet>
      <dgm:spPr/>
    </dgm:pt>
    <dgm:pt modelId="{806AB280-E4A9-406F-8B0E-9C9587820E67}" type="pres">
      <dgm:prSet presAssocID="{33D6A88F-B6F7-450C-8B7C-13D30BA6B0E9}" presName="sibTrans" presStyleCnt="0"/>
      <dgm:spPr/>
    </dgm:pt>
    <dgm:pt modelId="{BCDEB7C2-163A-4E62-BC8B-5089038A02CC}" type="pres">
      <dgm:prSet presAssocID="{3CF8F377-42E2-46B1-9A22-3B5BF5D29BA7}" presName="node" presStyleLbl="node1" presStyleIdx="1" presStyleCnt="4" custScaleX="161051">
        <dgm:presLayoutVars>
          <dgm:bulletEnabled val="1"/>
        </dgm:presLayoutVars>
      </dgm:prSet>
      <dgm:spPr/>
    </dgm:pt>
    <dgm:pt modelId="{F510ED70-0FCC-47C9-A8D9-A88734352583}" type="pres">
      <dgm:prSet presAssocID="{77F85DDD-5F08-41A3-9C70-C1CACE85CDFF}" presName="sibTrans" presStyleCnt="0"/>
      <dgm:spPr/>
    </dgm:pt>
    <dgm:pt modelId="{02927325-2B65-4734-ADA7-72FAB38CEF0D}" type="pres">
      <dgm:prSet presAssocID="{CA0E430B-FCAC-42BC-A342-983C5123441A}" presName="node" presStyleLbl="node1" presStyleIdx="2" presStyleCnt="4" custScaleX="161051">
        <dgm:presLayoutVars>
          <dgm:bulletEnabled val="1"/>
        </dgm:presLayoutVars>
      </dgm:prSet>
      <dgm:spPr/>
    </dgm:pt>
    <dgm:pt modelId="{7F79D980-362C-426C-A7C9-1CD317F642B5}" type="pres">
      <dgm:prSet presAssocID="{2E576B8C-B450-44A7-8970-37F64033A156}" presName="sibTrans" presStyleCnt="0"/>
      <dgm:spPr/>
    </dgm:pt>
    <dgm:pt modelId="{C8B9BDD3-37FC-4F02-AD38-BCCB0E06179F}" type="pres">
      <dgm:prSet presAssocID="{D880988C-F465-49C3-BAF2-AE946C1CF1CE}" presName="node" presStyleLbl="node1" presStyleIdx="3" presStyleCnt="4" custScaleX="161051">
        <dgm:presLayoutVars>
          <dgm:bulletEnabled val="1"/>
        </dgm:presLayoutVars>
      </dgm:prSet>
      <dgm:spPr/>
    </dgm:pt>
  </dgm:ptLst>
  <dgm:cxnLst>
    <dgm:cxn modelId="{7679DE1A-01F7-436B-8584-8FF67C5A565E}" type="presOf" srcId="{3CF8F377-42E2-46B1-9A22-3B5BF5D29BA7}" destId="{BCDEB7C2-163A-4E62-BC8B-5089038A02CC}" srcOrd="0" destOrd="0" presId="urn:microsoft.com/office/officeart/2005/8/layout/default"/>
    <dgm:cxn modelId="{CC12D824-CE56-461C-AF46-8B5D664FFAA3}" type="presOf" srcId="{CA0E430B-FCAC-42BC-A342-983C5123441A}" destId="{02927325-2B65-4734-ADA7-72FAB38CEF0D}" srcOrd="0" destOrd="0" presId="urn:microsoft.com/office/officeart/2005/8/layout/default"/>
    <dgm:cxn modelId="{B08C0465-9C6E-40B1-B70F-255189D07EE3}" srcId="{7C0603DF-6DE2-4666-BF53-E35E32BF2E4D}" destId="{98140E15-5624-4F6B-BDE6-0E66B86D7940}" srcOrd="0" destOrd="0" parTransId="{F82169A3-1659-4DF4-B7AA-16DE80DCB657}" sibTransId="{33D6A88F-B6F7-450C-8B7C-13D30BA6B0E9}"/>
    <dgm:cxn modelId="{D07E416C-4E53-4886-8A43-03D226949D50}" srcId="{7C0603DF-6DE2-4666-BF53-E35E32BF2E4D}" destId="{CA0E430B-FCAC-42BC-A342-983C5123441A}" srcOrd="2" destOrd="0" parTransId="{0A9C6560-35F0-45C5-9C53-36159F867CC3}" sibTransId="{2E576B8C-B450-44A7-8970-37F64033A156}"/>
    <dgm:cxn modelId="{C76ABC4C-9BDF-4CF3-BDC1-FB45C0207B18}" type="presOf" srcId="{D880988C-F465-49C3-BAF2-AE946C1CF1CE}" destId="{C8B9BDD3-37FC-4F02-AD38-BCCB0E06179F}" srcOrd="0" destOrd="0" presId="urn:microsoft.com/office/officeart/2005/8/layout/default"/>
    <dgm:cxn modelId="{58A98077-646A-411B-9079-E01C1EC27A44}" srcId="{7C0603DF-6DE2-4666-BF53-E35E32BF2E4D}" destId="{3CF8F377-42E2-46B1-9A22-3B5BF5D29BA7}" srcOrd="1" destOrd="0" parTransId="{5943FE7C-5738-48F5-81C7-22C6919D4C23}" sibTransId="{77F85DDD-5F08-41A3-9C70-C1CACE85CDFF}"/>
    <dgm:cxn modelId="{E0F33599-8AE3-470C-8198-27647B8B7837}" type="presOf" srcId="{98140E15-5624-4F6B-BDE6-0E66B86D7940}" destId="{1305E649-B981-43E5-A039-79EE3E5219AD}" srcOrd="0" destOrd="0" presId="urn:microsoft.com/office/officeart/2005/8/layout/default"/>
    <dgm:cxn modelId="{B5841CAF-71B3-48AE-B5D4-6D9B4B246E03}" type="presOf" srcId="{7C0603DF-6DE2-4666-BF53-E35E32BF2E4D}" destId="{46217DBD-D40C-4B50-B310-808A5E4D3AFB}" srcOrd="0" destOrd="0" presId="urn:microsoft.com/office/officeart/2005/8/layout/default"/>
    <dgm:cxn modelId="{40E3E0E4-5F78-483B-B7AC-8BA5C8CBEE2C}" srcId="{7C0603DF-6DE2-4666-BF53-E35E32BF2E4D}" destId="{D880988C-F465-49C3-BAF2-AE946C1CF1CE}" srcOrd="3" destOrd="0" parTransId="{852962D0-84F3-4DFC-BDB4-0A41C75B808B}" sibTransId="{A612F793-4B67-477E-85CD-742CDFA846AC}"/>
    <dgm:cxn modelId="{4D7F5778-C865-4185-AD4F-9C2F2DA6E503}" type="presParOf" srcId="{46217DBD-D40C-4B50-B310-808A5E4D3AFB}" destId="{1305E649-B981-43E5-A039-79EE3E5219AD}" srcOrd="0" destOrd="0" presId="urn:microsoft.com/office/officeart/2005/8/layout/default"/>
    <dgm:cxn modelId="{04DD089C-1956-456D-9012-8D137B0C60F6}" type="presParOf" srcId="{46217DBD-D40C-4B50-B310-808A5E4D3AFB}" destId="{806AB280-E4A9-406F-8B0E-9C9587820E67}" srcOrd="1" destOrd="0" presId="urn:microsoft.com/office/officeart/2005/8/layout/default"/>
    <dgm:cxn modelId="{F4262FE4-B29A-40C7-9B30-432CBDC9A21E}" type="presParOf" srcId="{46217DBD-D40C-4B50-B310-808A5E4D3AFB}" destId="{BCDEB7C2-163A-4E62-BC8B-5089038A02CC}" srcOrd="2" destOrd="0" presId="urn:microsoft.com/office/officeart/2005/8/layout/default"/>
    <dgm:cxn modelId="{9101603C-3F47-4FEE-AAE3-9D795E1B953B}" type="presParOf" srcId="{46217DBD-D40C-4B50-B310-808A5E4D3AFB}" destId="{F510ED70-0FCC-47C9-A8D9-A88734352583}" srcOrd="3" destOrd="0" presId="urn:microsoft.com/office/officeart/2005/8/layout/default"/>
    <dgm:cxn modelId="{B4C52511-6A87-4F79-B178-5B650FCC903A}" type="presParOf" srcId="{46217DBD-D40C-4B50-B310-808A5E4D3AFB}" destId="{02927325-2B65-4734-ADA7-72FAB38CEF0D}" srcOrd="4" destOrd="0" presId="urn:microsoft.com/office/officeart/2005/8/layout/default"/>
    <dgm:cxn modelId="{A45E0FEB-B5BF-4ECE-9837-4801087D2799}" type="presParOf" srcId="{46217DBD-D40C-4B50-B310-808A5E4D3AFB}" destId="{7F79D980-362C-426C-A7C9-1CD317F642B5}" srcOrd="5" destOrd="0" presId="urn:microsoft.com/office/officeart/2005/8/layout/default"/>
    <dgm:cxn modelId="{098EE540-182F-4ECB-AE1A-CBA088434576}" type="presParOf" srcId="{46217DBD-D40C-4B50-B310-808A5E4D3AFB}" destId="{C8B9BDD3-37FC-4F02-AD38-BCCB0E06179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7C0603DF-6DE2-4666-BF53-E35E32BF2E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880988C-F465-49C3-BAF2-AE946C1CF1CE}">
      <dgm:prSet custT="1"/>
      <dgm:spPr/>
      <dgm:t>
        <a:bodyPr anchor="t"/>
        <a:lstStyle/>
        <a:p>
          <a:r>
            <a:rPr lang="ru-RU" sz="3000" dirty="0"/>
            <a:t>Военные округа</a:t>
          </a:r>
        </a:p>
      </dgm:t>
    </dgm:pt>
    <dgm:pt modelId="{852962D0-84F3-4DFC-BDB4-0A41C75B808B}" type="parTrans" cxnId="{40E3E0E4-5F78-483B-B7AC-8BA5C8CBEE2C}">
      <dgm:prSet/>
      <dgm:spPr/>
      <dgm:t>
        <a:bodyPr/>
        <a:lstStyle/>
        <a:p>
          <a:endParaRPr lang="ru-RU" sz="3000"/>
        </a:p>
      </dgm:t>
    </dgm:pt>
    <dgm:pt modelId="{A612F793-4B67-477E-85CD-742CDFA846AC}" type="sibTrans" cxnId="{40E3E0E4-5F78-483B-B7AC-8BA5C8CBEE2C}">
      <dgm:prSet/>
      <dgm:spPr/>
      <dgm:t>
        <a:bodyPr/>
        <a:lstStyle/>
        <a:p>
          <a:endParaRPr lang="ru-RU" sz="3000"/>
        </a:p>
      </dgm:t>
    </dgm:pt>
    <dgm:pt modelId="{46217DBD-D40C-4B50-B310-808A5E4D3AFB}" type="pres">
      <dgm:prSet presAssocID="{7C0603DF-6DE2-4666-BF53-E35E32BF2E4D}" presName="diagram" presStyleCnt="0">
        <dgm:presLayoutVars>
          <dgm:dir/>
          <dgm:resizeHandles val="exact"/>
        </dgm:presLayoutVars>
      </dgm:prSet>
      <dgm:spPr/>
    </dgm:pt>
    <dgm:pt modelId="{C8B9BDD3-37FC-4F02-AD38-BCCB0E06179F}" type="pres">
      <dgm:prSet presAssocID="{D880988C-F465-49C3-BAF2-AE946C1CF1CE}" presName="node" presStyleLbl="node1" presStyleIdx="0" presStyleCnt="1" custScaleX="161051">
        <dgm:presLayoutVars>
          <dgm:bulletEnabled val="1"/>
        </dgm:presLayoutVars>
      </dgm:prSet>
      <dgm:spPr/>
    </dgm:pt>
  </dgm:ptLst>
  <dgm:cxnLst>
    <dgm:cxn modelId="{C76ABC4C-9BDF-4CF3-BDC1-FB45C0207B18}" type="presOf" srcId="{D880988C-F465-49C3-BAF2-AE946C1CF1CE}" destId="{C8B9BDD3-37FC-4F02-AD38-BCCB0E06179F}" srcOrd="0" destOrd="0" presId="urn:microsoft.com/office/officeart/2005/8/layout/default"/>
    <dgm:cxn modelId="{B5841CAF-71B3-48AE-B5D4-6D9B4B246E03}" type="presOf" srcId="{7C0603DF-6DE2-4666-BF53-E35E32BF2E4D}" destId="{46217DBD-D40C-4B50-B310-808A5E4D3AFB}" srcOrd="0" destOrd="0" presId="urn:microsoft.com/office/officeart/2005/8/layout/default"/>
    <dgm:cxn modelId="{40E3E0E4-5F78-483B-B7AC-8BA5C8CBEE2C}" srcId="{7C0603DF-6DE2-4666-BF53-E35E32BF2E4D}" destId="{D880988C-F465-49C3-BAF2-AE946C1CF1CE}" srcOrd="0" destOrd="0" parTransId="{852962D0-84F3-4DFC-BDB4-0A41C75B808B}" sibTransId="{A612F793-4B67-477E-85CD-742CDFA846AC}"/>
    <dgm:cxn modelId="{098EE540-182F-4ECB-AE1A-CBA088434576}" type="presParOf" srcId="{46217DBD-D40C-4B50-B310-808A5E4D3AFB}" destId="{C8B9BDD3-37FC-4F02-AD38-BCCB0E06179F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67A46B-FFD0-4E64-A8E5-80186212397D}">
      <dsp:nvSpPr>
        <dsp:cNvPr id="0" name=""/>
        <dsp:cNvSpPr/>
      </dsp:nvSpPr>
      <dsp:spPr>
        <a:xfrm>
          <a:off x="0" y="58359"/>
          <a:ext cx="10515600" cy="18720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kern="1200" dirty="0"/>
            <a:t>– это способ </a:t>
          </a:r>
          <a:r>
            <a:rPr lang="ru-RU" sz="2900" b="1" kern="1200" dirty="0"/>
            <a:t>административной и территориальной организации </a:t>
          </a:r>
          <a:r>
            <a:rPr lang="ru-RU" sz="2900" b="0" kern="1200" dirty="0"/>
            <a:t>(строения, устройства) государства или государств, образующих союз (федерацию).</a:t>
          </a:r>
          <a:endParaRPr lang="ru-RU" sz="2900" kern="1200" dirty="0"/>
        </a:p>
      </dsp:txBody>
      <dsp:txXfrm>
        <a:off x="91388" y="149747"/>
        <a:ext cx="10332824" cy="1689313"/>
      </dsp:txXfrm>
    </dsp:sp>
    <dsp:sp modelId="{D7FEAC02-561E-4ACF-B0A4-DFDEF4C1A2D9}">
      <dsp:nvSpPr>
        <dsp:cNvPr id="0" name=""/>
        <dsp:cNvSpPr/>
      </dsp:nvSpPr>
      <dsp:spPr>
        <a:xfrm>
          <a:off x="0" y="2013969"/>
          <a:ext cx="10515600" cy="249173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kern="1200" dirty="0"/>
            <a:t>– это административно территориальная и национально-государственная организация государственной власти, </a:t>
          </a:r>
          <a:r>
            <a:rPr lang="ru-RU" sz="2900" b="1" kern="1200" dirty="0"/>
            <a:t>раскрывающая взаимоотношения между отдельными частями государства</a:t>
          </a:r>
          <a:r>
            <a:rPr lang="ru-RU" sz="2900" b="0" kern="1200" dirty="0"/>
            <a:t>, в частности между центральными и местными органами управления. </a:t>
          </a:r>
          <a:endParaRPr lang="ru-RU" sz="2900" kern="1200" dirty="0"/>
        </a:p>
      </dsp:txBody>
      <dsp:txXfrm>
        <a:off x="121636" y="2135605"/>
        <a:ext cx="10272328" cy="22484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640" y="640883"/>
          <a:ext cx="3128940" cy="306957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Унитарное</a:t>
          </a:r>
          <a:endParaRPr lang="en-US" sz="3000" kern="1200" dirty="0"/>
        </a:p>
      </dsp:txBody>
      <dsp:txXfrm>
        <a:off x="151484" y="790727"/>
        <a:ext cx="2829252" cy="2769882"/>
      </dsp:txXfrm>
    </dsp:sp>
    <dsp:sp modelId="{BA60DA64-5FA9-4A97-BF3A-E93FADFF78E7}">
      <dsp:nvSpPr>
        <dsp:cNvPr id="0" name=""/>
        <dsp:cNvSpPr/>
      </dsp:nvSpPr>
      <dsp:spPr>
        <a:xfrm>
          <a:off x="3693329" y="640883"/>
          <a:ext cx="3128940" cy="306957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Федерация</a:t>
          </a:r>
          <a:endParaRPr lang="en-US" sz="3000" kern="1200" dirty="0"/>
        </a:p>
      </dsp:txBody>
      <dsp:txXfrm>
        <a:off x="3843173" y="790727"/>
        <a:ext cx="2829252" cy="2769882"/>
      </dsp:txXfrm>
    </dsp:sp>
    <dsp:sp modelId="{14065A0C-677E-478D-B402-557D0932B4C7}">
      <dsp:nvSpPr>
        <dsp:cNvPr id="0" name=""/>
        <dsp:cNvSpPr/>
      </dsp:nvSpPr>
      <dsp:spPr>
        <a:xfrm>
          <a:off x="7385019" y="640883"/>
          <a:ext cx="3128940" cy="306957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Конфедерация</a:t>
          </a:r>
          <a:endParaRPr lang="en-US" sz="3000" kern="1200" dirty="0"/>
        </a:p>
      </dsp:txBody>
      <dsp:txXfrm>
        <a:off x="7534863" y="790727"/>
        <a:ext cx="2829252" cy="27698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25395" y="5"/>
          <a:ext cx="10464809" cy="420626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Унитарное</a:t>
          </a:r>
          <a:endParaRPr lang="en-US" sz="3000" kern="1200" dirty="0"/>
        </a:p>
      </dsp:txBody>
      <dsp:txXfrm>
        <a:off x="230728" y="205338"/>
        <a:ext cx="10054143" cy="37955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25395" y="5"/>
          <a:ext cx="10464809" cy="420626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Унитарное</a:t>
          </a:r>
          <a:endParaRPr lang="en-US" sz="3000" kern="1200" dirty="0"/>
        </a:p>
      </dsp:txBody>
      <dsp:txXfrm>
        <a:off x="230728" y="205338"/>
        <a:ext cx="10054143" cy="37955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640" y="640883"/>
          <a:ext cx="3128940" cy="306957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Унитарное</a:t>
          </a:r>
          <a:endParaRPr lang="en-US" sz="3000" kern="1200" dirty="0"/>
        </a:p>
      </dsp:txBody>
      <dsp:txXfrm>
        <a:off x="151484" y="790727"/>
        <a:ext cx="2829252" cy="2769882"/>
      </dsp:txXfrm>
    </dsp:sp>
    <dsp:sp modelId="{BA60DA64-5FA9-4A97-BF3A-E93FADFF78E7}">
      <dsp:nvSpPr>
        <dsp:cNvPr id="0" name=""/>
        <dsp:cNvSpPr/>
      </dsp:nvSpPr>
      <dsp:spPr>
        <a:xfrm>
          <a:off x="3693329" y="640883"/>
          <a:ext cx="3128940" cy="306957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Федерация</a:t>
          </a:r>
          <a:endParaRPr lang="en-US" sz="3000" kern="1200" dirty="0"/>
        </a:p>
      </dsp:txBody>
      <dsp:txXfrm>
        <a:off x="3843173" y="790727"/>
        <a:ext cx="2829252" cy="2769882"/>
      </dsp:txXfrm>
    </dsp:sp>
    <dsp:sp modelId="{14065A0C-677E-478D-B402-557D0932B4C7}">
      <dsp:nvSpPr>
        <dsp:cNvPr id="0" name=""/>
        <dsp:cNvSpPr/>
      </dsp:nvSpPr>
      <dsp:spPr>
        <a:xfrm>
          <a:off x="7385019" y="640883"/>
          <a:ext cx="3128940" cy="306957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Конфедерация</a:t>
          </a:r>
          <a:endParaRPr lang="en-US" sz="3000" kern="1200" dirty="0"/>
        </a:p>
      </dsp:txBody>
      <dsp:txXfrm>
        <a:off x="7534863" y="790727"/>
        <a:ext cx="2829252" cy="276988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60DA64-5FA9-4A97-BF3A-E93FADFF78E7}">
      <dsp:nvSpPr>
        <dsp:cNvPr id="0" name=""/>
        <dsp:cNvSpPr/>
      </dsp:nvSpPr>
      <dsp:spPr>
        <a:xfrm>
          <a:off x="6766" y="5124"/>
          <a:ext cx="10502067" cy="4341089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Федерация</a:t>
          </a:r>
          <a:endParaRPr lang="en-US" sz="3000" kern="1200" dirty="0"/>
        </a:p>
      </dsp:txBody>
      <dsp:txXfrm>
        <a:off x="218680" y="217038"/>
        <a:ext cx="10078239" cy="391726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60DA64-5FA9-4A97-BF3A-E93FADFF78E7}">
      <dsp:nvSpPr>
        <dsp:cNvPr id="0" name=""/>
        <dsp:cNvSpPr/>
      </dsp:nvSpPr>
      <dsp:spPr>
        <a:xfrm>
          <a:off x="6766" y="5124"/>
          <a:ext cx="10502067" cy="4341089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Федерация</a:t>
          </a:r>
          <a:endParaRPr lang="en-US" sz="3000" kern="1200" dirty="0"/>
        </a:p>
      </dsp:txBody>
      <dsp:txXfrm>
        <a:off x="218680" y="217038"/>
        <a:ext cx="10078239" cy="391726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640" y="640883"/>
          <a:ext cx="3128940" cy="306957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Унитарное</a:t>
          </a:r>
          <a:endParaRPr lang="en-US" sz="3000" kern="1200" dirty="0"/>
        </a:p>
      </dsp:txBody>
      <dsp:txXfrm>
        <a:off x="151484" y="790727"/>
        <a:ext cx="2829252" cy="2769882"/>
      </dsp:txXfrm>
    </dsp:sp>
    <dsp:sp modelId="{BA60DA64-5FA9-4A97-BF3A-E93FADFF78E7}">
      <dsp:nvSpPr>
        <dsp:cNvPr id="0" name=""/>
        <dsp:cNvSpPr/>
      </dsp:nvSpPr>
      <dsp:spPr>
        <a:xfrm>
          <a:off x="3693329" y="640883"/>
          <a:ext cx="3128940" cy="306957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Федерация</a:t>
          </a:r>
          <a:endParaRPr lang="en-US" sz="3000" kern="1200" dirty="0"/>
        </a:p>
      </dsp:txBody>
      <dsp:txXfrm>
        <a:off x="3843173" y="790727"/>
        <a:ext cx="2829252" cy="2769882"/>
      </dsp:txXfrm>
    </dsp:sp>
    <dsp:sp modelId="{14065A0C-677E-478D-B402-557D0932B4C7}">
      <dsp:nvSpPr>
        <dsp:cNvPr id="0" name=""/>
        <dsp:cNvSpPr/>
      </dsp:nvSpPr>
      <dsp:spPr>
        <a:xfrm>
          <a:off x="7385019" y="640883"/>
          <a:ext cx="3128940" cy="306957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Конфедерация</a:t>
          </a:r>
          <a:endParaRPr lang="en-US" sz="3000" kern="1200" dirty="0"/>
        </a:p>
      </dsp:txBody>
      <dsp:txXfrm>
        <a:off x="7534863" y="790727"/>
        <a:ext cx="2829252" cy="276988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065A0C-677E-478D-B402-557D0932B4C7}">
      <dsp:nvSpPr>
        <dsp:cNvPr id="0" name=""/>
        <dsp:cNvSpPr/>
      </dsp:nvSpPr>
      <dsp:spPr>
        <a:xfrm>
          <a:off x="6766" y="5124"/>
          <a:ext cx="10502067" cy="4341089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Конфедерация</a:t>
          </a:r>
          <a:endParaRPr lang="en-US" sz="3000" kern="1200" dirty="0"/>
        </a:p>
      </dsp:txBody>
      <dsp:txXfrm>
        <a:off x="218680" y="217038"/>
        <a:ext cx="10078239" cy="391726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065A0C-677E-478D-B402-557D0932B4C7}">
      <dsp:nvSpPr>
        <dsp:cNvPr id="0" name=""/>
        <dsp:cNvSpPr/>
      </dsp:nvSpPr>
      <dsp:spPr>
        <a:xfrm>
          <a:off x="6766" y="5124"/>
          <a:ext cx="10502067" cy="4341089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Конфедерация</a:t>
          </a:r>
          <a:endParaRPr lang="en-US" sz="3000" kern="1200" dirty="0"/>
        </a:p>
      </dsp:txBody>
      <dsp:txXfrm>
        <a:off x="218680" y="217038"/>
        <a:ext cx="10078239" cy="391726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67A46B-FFD0-4E64-A8E5-80186212397D}">
      <dsp:nvSpPr>
        <dsp:cNvPr id="0" name=""/>
        <dsp:cNvSpPr/>
      </dsp:nvSpPr>
      <dsp:spPr>
        <a:xfrm>
          <a:off x="0" y="41646"/>
          <a:ext cx="10515600" cy="188642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1" kern="1200" dirty="0"/>
            <a:t>Федерация</a:t>
          </a:r>
          <a:r>
            <a:rPr lang="ru-RU" sz="2600" b="0" kern="1200" dirty="0"/>
            <a:t> – это форма государственного устройства, при которой части федеративного государств являются</a:t>
          </a:r>
          <a:r>
            <a:rPr lang="ru-RU" sz="2600" b="1" kern="1200" dirty="0"/>
            <a:t> государственными образованиями</a:t>
          </a:r>
          <a:r>
            <a:rPr lang="ru-RU" sz="2600" b="0" kern="1200" dirty="0"/>
            <a:t>, обладающими юридически определённой </a:t>
          </a:r>
          <a:r>
            <a:rPr lang="ru-RU" sz="2600" b="1" kern="1200" dirty="0"/>
            <a:t>самостоятельностью</a:t>
          </a:r>
          <a:r>
            <a:rPr lang="ru-RU" sz="2600" b="0" kern="1200" dirty="0"/>
            <a:t>.</a:t>
          </a:r>
        </a:p>
      </dsp:txBody>
      <dsp:txXfrm>
        <a:off x="92088" y="133734"/>
        <a:ext cx="10331424" cy="1702253"/>
      </dsp:txXfrm>
    </dsp:sp>
    <dsp:sp modelId="{D7FEAC02-561E-4ACF-B0A4-DFDEF4C1A2D9}">
      <dsp:nvSpPr>
        <dsp:cNvPr id="0" name=""/>
        <dsp:cNvSpPr/>
      </dsp:nvSpPr>
      <dsp:spPr>
        <a:xfrm>
          <a:off x="0" y="2011596"/>
          <a:ext cx="10515600" cy="25108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kern="1200" dirty="0"/>
            <a:t>Для федерации характерно наличие территориальных образований — </a:t>
          </a:r>
          <a:r>
            <a:rPr lang="ru-RU" sz="2600" b="1" kern="1200" dirty="0"/>
            <a:t>субъектов федерации</a:t>
          </a:r>
          <a:r>
            <a:rPr lang="ru-RU" sz="2600" b="0" kern="1200" dirty="0"/>
            <a:t>, которые не обладают государственным суверенитетом, но имеют </a:t>
          </a:r>
          <a:r>
            <a:rPr lang="ru-RU" sz="2600" b="1" kern="1200" dirty="0"/>
            <a:t>достаточно широкие полномочия</a:t>
          </a:r>
          <a:r>
            <a:rPr lang="ru-RU" sz="2600" b="0" kern="1200" dirty="0"/>
            <a:t> в проведении внутренней политики.</a:t>
          </a:r>
        </a:p>
      </dsp:txBody>
      <dsp:txXfrm>
        <a:off x="122568" y="2134164"/>
        <a:ext cx="10270464" cy="226568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67A46B-FFD0-4E64-A8E5-80186212397D}">
      <dsp:nvSpPr>
        <dsp:cNvPr id="0" name=""/>
        <dsp:cNvSpPr/>
      </dsp:nvSpPr>
      <dsp:spPr>
        <a:xfrm>
          <a:off x="0" y="6890"/>
          <a:ext cx="10515600" cy="227672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1" kern="1200" dirty="0"/>
            <a:t>Субъект РФ </a:t>
          </a:r>
          <a:r>
            <a:rPr lang="ru-RU" sz="3200" b="0" kern="1200" dirty="0"/>
            <a:t>— название территориальной единицы верхнего уровня в РФ. Согласно Конституции РФ Россия состоит из </a:t>
          </a:r>
          <a:r>
            <a:rPr lang="ru-RU" sz="3200" b="0" u="sng" kern="1200" dirty="0"/>
            <a:t>равноправных</a:t>
          </a:r>
          <a:r>
            <a:rPr lang="ru-RU" sz="3200" b="0" kern="1200" dirty="0"/>
            <a:t> субъектов Российской Федерации.</a:t>
          </a:r>
        </a:p>
      </dsp:txBody>
      <dsp:txXfrm>
        <a:off x="111141" y="118031"/>
        <a:ext cx="10293318" cy="205444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4C5B17-EC97-4A12-9CFC-4FE035D42D23}">
      <dsp:nvSpPr>
        <dsp:cNvPr id="0" name=""/>
        <dsp:cNvSpPr/>
      </dsp:nvSpPr>
      <dsp:spPr>
        <a:xfrm>
          <a:off x="0" y="2111"/>
          <a:ext cx="8318047" cy="221247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kern="1200" dirty="0"/>
            <a:t>часть 1 статьи 65 Конституции РФ содержит исчерпывающий перечень и официальное наименование всех субъектов РФ </a:t>
          </a:r>
          <a:br>
            <a:rPr lang="ru-RU" sz="3100" b="0" kern="1200" dirty="0"/>
          </a:br>
          <a:r>
            <a:rPr lang="ru-RU" sz="3100" b="0" kern="1200" dirty="0"/>
            <a:t>(всего </a:t>
          </a:r>
          <a:r>
            <a:rPr lang="ru-RU" sz="3100" b="1" kern="1200" dirty="0"/>
            <a:t>89 субъектов</a:t>
          </a:r>
          <a:r>
            <a:rPr lang="ru-RU" sz="3100" b="0" kern="1200" dirty="0"/>
            <a:t>).</a:t>
          </a:r>
          <a:endParaRPr lang="en-US" sz="3100" kern="1200" dirty="0"/>
        </a:p>
      </dsp:txBody>
      <dsp:txXfrm>
        <a:off x="108004" y="110115"/>
        <a:ext cx="8102039" cy="199646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537" y="0"/>
          <a:ext cx="3347025" cy="481270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163925" y="163388"/>
        <a:ext cx="3020249" cy="4485925"/>
      </dsp:txXfrm>
    </dsp:sp>
    <dsp:sp modelId="{BA60DA64-5FA9-4A97-BF3A-E93FADFF78E7}">
      <dsp:nvSpPr>
        <dsp:cNvPr id="0" name=""/>
        <dsp:cNvSpPr/>
      </dsp:nvSpPr>
      <dsp:spPr>
        <a:xfrm>
          <a:off x="3578392" y="0"/>
          <a:ext cx="3347025" cy="481270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3741780" y="163388"/>
        <a:ext cx="3020249" cy="4485925"/>
      </dsp:txXfrm>
    </dsp:sp>
    <dsp:sp modelId="{14065A0C-677E-478D-B402-557D0932B4C7}">
      <dsp:nvSpPr>
        <dsp:cNvPr id="0" name=""/>
        <dsp:cNvSpPr/>
      </dsp:nvSpPr>
      <dsp:spPr>
        <a:xfrm>
          <a:off x="7157500" y="0"/>
          <a:ext cx="3347025" cy="481270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7320888" y="163388"/>
        <a:ext cx="3020249" cy="448592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E735AC-E6EB-4E72-B24D-D51A96DFABBF}">
      <dsp:nvSpPr>
        <dsp:cNvPr id="0" name=""/>
        <dsp:cNvSpPr/>
      </dsp:nvSpPr>
      <dsp:spPr>
        <a:xfrm>
          <a:off x="0" y="146050"/>
          <a:ext cx="3286125" cy="1971675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kern="1200" dirty="0"/>
            <a:t>6 типов субъектов РФ</a:t>
          </a:r>
        </a:p>
      </dsp:txBody>
      <dsp:txXfrm>
        <a:off x="0" y="146050"/>
        <a:ext cx="3286125" cy="1971675"/>
      </dsp:txXfrm>
    </dsp:sp>
    <dsp:sp modelId="{250FC8AA-17F7-422B-A97D-433F2B903ACF}">
      <dsp:nvSpPr>
        <dsp:cNvPr id="0" name=""/>
        <dsp:cNvSpPr/>
      </dsp:nvSpPr>
      <dsp:spPr>
        <a:xfrm>
          <a:off x="3614737" y="146050"/>
          <a:ext cx="3286125" cy="1971675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kern="1200" dirty="0"/>
            <a:t>Самый большое количество субъектов</a:t>
          </a:r>
        </a:p>
      </dsp:txBody>
      <dsp:txXfrm>
        <a:off x="3614737" y="146050"/>
        <a:ext cx="3286125" cy="1971675"/>
      </dsp:txXfrm>
    </dsp:sp>
    <dsp:sp modelId="{A094A621-96AB-4672-8595-B87536E52FE6}">
      <dsp:nvSpPr>
        <dsp:cNvPr id="0" name=""/>
        <dsp:cNvSpPr/>
      </dsp:nvSpPr>
      <dsp:spPr>
        <a:xfrm>
          <a:off x="7229475" y="146050"/>
          <a:ext cx="3286125" cy="1971675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kern="1200" dirty="0"/>
            <a:t>Разный тип образования субъектов </a:t>
          </a:r>
        </a:p>
      </dsp:txBody>
      <dsp:txXfrm>
        <a:off x="7229475" y="146050"/>
        <a:ext cx="3286125" cy="1971675"/>
      </dsp:txXfrm>
    </dsp:sp>
    <dsp:sp modelId="{5C36A777-74EA-4AB4-8DCE-3C649898F636}">
      <dsp:nvSpPr>
        <dsp:cNvPr id="0" name=""/>
        <dsp:cNvSpPr/>
      </dsp:nvSpPr>
      <dsp:spPr>
        <a:xfrm>
          <a:off x="0" y="2446337"/>
          <a:ext cx="3286125" cy="1971675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kern="1200" dirty="0"/>
            <a:t>8 федеральных округов </a:t>
          </a:r>
        </a:p>
      </dsp:txBody>
      <dsp:txXfrm>
        <a:off x="0" y="2446337"/>
        <a:ext cx="3286125" cy="1971675"/>
      </dsp:txXfrm>
    </dsp:sp>
    <dsp:sp modelId="{B071796A-C25E-4561-BA3D-575CDFB2EC59}">
      <dsp:nvSpPr>
        <dsp:cNvPr id="0" name=""/>
        <dsp:cNvSpPr/>
      </dsp:nvSpPr>
      <dsp:spPr>
        <a:xfrm>
          <a:off x="3614737" y="2446337"/>
          <a:ext cx="3286125" cy="1971675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kern="1200" dirty="0"/>
            <a:t>Федеративные договоры</a:t>
          </a:r>
        </a:p>
      </dsp:txBody>
      <dsp:txXfrm>
        <a:off x="3614737" y="2446337"/>
        <a:ext cx="3286125" cy="1971675"/>
      </dsp:txXfrm>
    </dsp:sp>
    <dsp:sp modelId="{A5AEBE7E-AC1F-4535-B2CB-727C8426B1D2}">
      <dsp:nvSpPr>
        <dsp:cNvPr id="0" name=""/>
        <dsp:cNvSpPr/>
      </dsp:nvSpPr>
      <dsp:spPr>
        <a:xfrm>
          <a:off x="7229475" y="2446337"/>
          <a:ext cx="3286125" cy="1971675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kern="1200" dirty="0"/>
            <a:t>Существенные региональные диспропорции</a:t>
          </a:r>
        </a:p>
      </dsp:txBody>
      <dsp:txXfrm>
        <a:off x="7229475" y="2446337"/>
        <a:ext cx="3286125" cy="197167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FEF469-430B-4C99-AE6A-90C2DE29C6F3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062E8A-5C39-4C0D-AD39-DDEDD68FCE1F}">
      <dsp:nvSpPr>
        <dsp:cNvPr id="0" name=""/>
        <dsp:cNvSpPr/>
      </dsp:nvSpPr>
      <dsp:spPr>
        <a:xfrm>
          <a:off x="0" y="0"/>
          <a:ext cx="10515600" cy="570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1800" kern="1200" dirty="0">
              <a:solidFill>
                <a:srgbClr val="000066"/>
              </a:solidFill>
              <a:latin typeface="+mn-lt"/>
            </a:rPr>
            <a:t>не обладают суверенитетом</a:t>
          </a:r>
        </a:p>
      </dsp:txBody>
      <dsp:txXfrm>
        <a:off x="0" y="0"/>
        <a:ext cx="10515600" cy="570507"/>
      </dsp:txXfrm>
    </dsp:sp>
    <dsp:sp modelId="{8DE095C9-B2DD-4D2C-BC81-49C09280AD83}">
      <dsp:nvSpPr>
        <dsp:cNvPr id="0" name=""/>
        <dsp:cNvSpPr/>
      </dsp:nvSpPr>
      <dsp:spPr>
        <a:xfrm>
          <a:off x="0" y="570507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4A9CE6-9096-4B7F-9C5D-79B385F713A2}">
      <dsp:nvSpPr>
        <dsp:cNvPr id="0" name=""/>
        <dsp:cNvSpPr/>
      </dsp:nvSpPr>
      <dsp:spPr>
        <a:xfrm>
          <a:off x="0" y="570507"/>
          <a:ext cx="10515600" cy="570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1800" kern="1200" dirty="0">
              <a:solidFill>
                <a:srgbClr val="000066"/>
              </a:solidFill>
              <a:latin typeface="+mn-lt"/>
            </a:rPr>
            <a:t>не имеют права на отделение</a:t>
          </a:r>
        </a:p>
      </dsp:txBody>
      <dsp:txXfrm>
        <a:off x="0" y="570507"/>
        <a:ext cx="10515600" cy="570507"/>
      </dsp:txXfrm>
    </dsp:sp>
    <dsp:sp modelId="{15F970D4-F0E2-48B6-AB97-5AB201DD9A91}">
      <dsp:nvSpPr>
        <dsp:cNvPr id="0" name=""/>
        <dsp:cNvSpPr/>
      </dsp:nvSpPr>
      <dsp:spPr>
        <a:xfrm>
          <a:off x="0" y="1141015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24CC16-E021-4F56-8AC6-34B61AAFF2E5}">
      <dsp:nvSpPr>
        <dsp:cNvPr id="0" name=""/>
        <dsp:cNvSpPr/>
      </dsp:nvSpPr>
      <dsp:spPr>
        <a:xfrm>
          <a:off x="0" y="1141015"/>
          <a:ext cx="10515600" cy="570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1800" kern="1200" dirty="0">
              <a:solidFill>
                <a:srgbClr val="000066"/>
              </a:solidFill>
              <a:latin typeface="+mn-lt"/>
            </a:rPr>
            <a:t>перед лицом федеральной власти субъекты Федерации равны</a:t>
          </a:r>
        </a:p>
      </dsp:txBody>
      <dsp:txXfrm>
        <a:off x="0" y="1141015"/>
        <a:ext cx="10515600" cy="570507"/>
      </dsp:txXfrm>
    </dsp:sp>
    <dsp:sp modelId="{35ABFF32-9D4B-485C-8380-6213BC4371DC}">
      <dsp:nvSpPr>
        <dsp:cNvPr id="0" name=""/>
        <dsp:cNvSpPr/>
      </dsp:nvSpPr>
      <dsp:spPr>
        <a:xfrm>
          <a:off x="0" y="1711523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CB9EEF-EA88-4B60-97B6-86ACB443EEB5}">
      <dsp:nvSpPr>
        <dsp:cNvPr id="0" name=""/>
        <dsp:cNvSpPr/>
      </dsp:nvSpPr>
      <dsp:spPr>
        <a:xfrm>
          <a:off x="0" y="1711523"/>
          <a:ext cx="10515600" cy="570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1800" kern="1200" dirty="0">
              <a:solidFill>
                <a:srgbClr val="000066"/>
              </a:solidFill>
              <a:latin typeface="+mn-lt"/>
            </a:rPr>
            <a:t>каждый субъект федерации, помимо федеральных органов, имеет свою исполнительную, законодательную и судебную ветви власти</a:t>
          </a:r>
        </a:p>
      </dsp:txBody>
      <dsp:txXfrm>
        <a:off x="0" y="1711523"/>
        <a:ext cx="10515600" cy="570507"/>
      </dsp:txXfrm>
    </dsp:sp>
    <dsp:sp modelId="{67CAEF8B-C494-4425-8D29-0E9C859147F1}">
      <dsp:nvSpPr>
        <dsp:cNvPr id="0" name=""/>
        <dsp:cNvSpPr/>
      </dsp:nvSpPr>
      <dsp:spPr>
        <a:xfrm>
          <a:off x="0" y="2282031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8D7E6B-AA72-4990-A0FC-8FEF81A67574}">
      <dsp:nvSpPr>
        <dsp:cNvPr id="0" name=""/>
        <dsp:cNvSpPr/>
      </dsp:nvSpPr>
      <dsp:spPr>
        <a:xfrm>
          <a:off x="0" y="2282031"/>
          <a:ext cx="10515600" cy="570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1800" kern="1200" dirty="0">
              <a:solidFill>
                <a:srgbClr val="000066"/>
              </a:solidFill>
              <a:latin typeface="+mn-lt"/>
            </a:rPr>
            <a:t>субъекты федерации имеют по два представителя в верхней палате российского парламента — Совете Федерации</a:t>
          </a:r>
        </a:p>
      </dsp:txBody>
      <dsp:txXfrm>
        <a:off x="0" y="2282031"/>
        <a:ext cx="10515600" cy="570507"/>
      </dsp:txXfrm>
    </dsp:sp>
    <dsp:sp modelId="{2EE6F1CD-43BF-4E7E-AB02-34CC450E5842}">
      <dsp:nvSpPr>
        <dsp:cNvPr id="0" name=""/>
        <dsp:cNvSpPr/>
      </dsp:nvSpPr>
      <dsp:spPr>
        <a:xfrm>
          <a:off x="0" y="2852539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2763F-8EF7-4543-916F-7B3537D82091}">
      <dsp:nvSpPr>
        <dsp:cNvPr id="0" name=""/>
        <dsp:cNvSpPr/>
      </dsp:nvSpPr>
      <dsp:spPr>
        <a:xfrm>
          <a:off x="0" y="2852539"/>
          <a:ext cx="10515600" cy="570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1800" kern="1200" dirty="0">
              <a:solidFill>
                <a:srgbClr val="000066"/>
              </a:solidFill>
              <a:latin typeface="+mn-lt"/>
            </a:rPr>
            <a:t>субъекты имеют полномочия решать вопросы, отнесённые Конституцией к ведению субъектов</a:t>
          </a:r>
        </a:p>
      </dsp:txBody>
      <dsp:txXfrm>
        <a:off x="0" y="2852539"/>
        <a:ext cx="10515600" cy="570507"/>
      </dsp:txXfrm>
    </dsp:sp>
    <dsp:sp modelId="{F38BB1A3-F298-4633-BC8A-D8B8395CA8AA}">
      <dsp:nvSpPr>
        <dsp:cNvPr id="0" name=""/>
        <dsp:cNvSpPr/>
      </dsp:nvSpPr>
      <dsp:spPr>
        <a:xfrm>
          <a:off x="0" y="3423047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295AAC-EA6D-49B3-BA0C-7081D8FE77A7}">
      <dsp:nvSpPr>
        <dsp:cNvPr id="0" name=""/>
        <dsp:cNvSpPr/>
      </dsp:nvSpPr>
      <dsp:spPr>
        <a:xfrm>
          <a:off x="0" y="3423047"/>
          <a:ext cx="10515600" cy="570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1800" kern="1200" dirty="0">
              <a:solidFill>
                <a:srgbClr val="000066"/>
              </a:solidFill>
              <a:latin typeface="+mn-lt"/>
            </a:rPr>
            <a:t>закон субъекта РФ не может противоречить федеральному законодательству</a:t>
          </a:r>
        </a:p>
      </dsp:txBody>
      <dsp:txXfrm>
        <a:off x="0" y="3423047"/>
        <a:ext cx="10515600" cy="570507"/>
      </dsp:txXfrm>
    </dsp:sp>
    <dsp:sp modelId="{5220E811-E736-4913-BCB2-43667B1EFC9F}">
      <dsp:nvSpPr>
        <dsp:cNvPr id="0" name=""/>
        <dsp:cNvSpPr/>
      </dsp:nvSpPr>
      <dsp:spPr>
        <a:xfrm>
          <a:off x="0" y="3993555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60C1DF-DC6D-47EB-9545-D81B0BF0AFB1}">
      <dsp:nvSpPr>
        <dsp:cNvPr id="0" name=""/>
        <dsp:cNvSpPr/>
      </dsp:nvSpPr>
      <dsp:spPr>
        <a:xfrm>
          <a:off x="0" y="3993555"/>
          <a:ext cx="10515600" cy="570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1800" kern="1200" dirty="0">
              <a:solidFill>
                <a:srgbClr val="000066"/>
              </a:solidFill>
              <a:latin typeface="+mn-lt"/>
            </a:rPr>
            <a:t>граждане любого субъекта РФ имеют равные основные права и обязанности на территории РФ</a:t>
          </a:r>
        </a:p>
      </dsp:txBody>
      <dsp:txXfrm>
        <a:off x="0" y="3993555"/>
        <a:ext cx="10515600" cy="57050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B89B34-D2F7-4B7D-B7F5-7AFB655A2668}">
      <dsp:nvSpPr>
        <dsp:cNvPr id="0" name=""/>
        <dsp:cNvSpPr/>
      </dsp:nvSpPr>
      <dsp:spPr>
        <a:xfrm>
          <a:off x="0" y="20854"/>
          <a:ext cx="5643567" cy="23127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население какого-либо иностранного государства или террито­рии </a:t>
          </a:r>
          <a:r>
            <a:rPr lang="ru-RU" sz="2500" b="1" kern="1200" dirty="0"/>
            <a:t>изъявит желание быть принятым</a:t>
          </a:r>
          <a:r>
            <a:rPr lang="ru-RU" sz="2500" kern="1200" dirty="0"/>
            <a:t> в Российскую Федерацию</a:t>
          </a:r>
        </a:p>
      </dsp:txBody>
      <dsp:txXfrm>
        <a:off x="0" y="20854"/>
        <a:ext cx="5643567" cy="2312779"/>
      </dsp:txXfrm>
    </dsp:sp>
    <dsp:sp modelId="{28E335C7-6B8F-40BD-96A8-F7358F4771A2}">
      <dsp:nvSpPr>
        <dsp:cNvPr id="0" name=""/>
        <dsp:cNvSpPr/>
      </dsp:nvSpPr>
      <dsp:spPr>
        <a:xfrm>
          <a:off x="6007648" y="20854"/>
          <a:ext cx="5643567" cy="23127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новый субъект федерации образуется на территории, </a:t>
          </a:r>
          <a:r>
            <a:rPr lang="ru-RU" sz="2500" b="1" kern="1200" dirty="0"/>
            <a:t>входящей в состав какого-либо </a:t>
          </a:r>
          <a:r>
            <a:rPr lang="ru-RU" sz="2500" kern="1200" dirty="0"/>
            <a:t>одного или нескольких из названных в Конституции </a:t>
          </a:r>
          <a:r>
            <a:rPr lang="ru-RU" sz="2500" b="1" kern="1200" dirty="0"/>
            <a:t>субъектов федерации</a:t>
          </a:r>
        </a:p>
      </dsp:txBody>
      <dsp:txXfrm>
        <a:off x="6007648" y="20854"/>
        <a:ext cx="5643567" cy="231277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91AA9A-86C3-400C-9960-4A42E8B36C06}">
      <dsp:nvSpPr>
        <dsp:cNvPr id="0" name=""/>
        <dsp:cNvSpPr/>
      </dsp:nvSpPr>
      <dsp:spPr>
        <a:xfrm>
          <a:off x="0" y="26357"/>
          <a:ext cx="11677940" cy="1784250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Порядок образования нового субъекта установлен Федеральный конституционный закон «</a:t>
          </a:r>
          <a:r>
            <a:rPr lang="ru-RU" sz="2500" b="1" i="1" kern="1200" dirty="0"/>
            <a:t>О порядке принятия в Российскую Федерацию и образования в ее составе нового субъекта Российской Федерации</a:t>
          </a:r>
          <a:r>
            <a:rPr lang="ru-RU" sz="2500" kern="1200" dirty="0"/>
            <a:t>» от 17.12.2001 N 6-ФКЗ. </a:t>
          </a:r>
        </a:p>
      </dsp:txBody>
      <dsp:txXfrm>
        <a:off x="87100" y="113457"/>
        <a:ext cx="11503740" cy="161005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B80442-C3BD-41A4-8274-460B076C63C9}">
      <dsp:nvSpPr>
        <dsp:cNvPr id="0" name=""/>
        <dsp:cNvSpPr/>
      </dsp:nvSpPr>
      <dsp:spPr>
        <a:xfrm>
          <a:off x="0" y="134362"/>
          <a:ext cx="11511935" cy="1319759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– это юридически закрепленное за органом государственного управления </a:t>
          </a:r>
          <a:r>
            <a:rPr lang="ru-RU" sz="2400" b="1" kern="1200"/>
            <a:t>право и обязанность</a:t>
          </a:r>
          <a:r>
            <a:rPr lang="ru-RU" sz="2400" kern="1200"/>
            <a:t> на принятие правовых актов и осуществление иных мер воздействия для решения конкретных задач государственного управления.</a:t>
          </a:r>
        </a:p>
      </dsp:txBody>
      <dsp:txXfrm>
        <a:off x="64425" y="198787"/>
        <a:ext cx="11383085" cy="1190909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5B492C-315D-4720-B2ED-5E69A7DE4E9E}">
      <dsp:nvSpPr>
        <dsp:cNvPr id="0" name=""/>
        <dsp:cNvSpPr/>
      </dsp:nvSpPr>
      <dsp:spPr>
        <a:xfrm>
          <a:off x="0" y="383"/>
          <a:ext cx="115119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0E8406-A3FF-4994-BC21-7C3370BE48F3}">
      <dsp:nvSpPr>
        <dsp:cNvPr id="0" name=""/>
        <dsp:cNvSpPr/>
      </dsp:nvSpPr>
      <dsp:spPr>
        <a:xfrm>
          <a:off x="0" y="383"/>
          <a:ext cx="11511934" cy="627710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accent1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chemeClr val="bg1"/>
              </a:solidFill>
            </a:rPr>
            <a:t>Правовая база разграничения предметов:</a:t>
          </a:r>
        </a:p>
      </dsp:txBody>
      <dsp:txXfrm>
        <a:off x="0" y="383"/>
        <a:ext cx="11511934" cy="627710"/>
      </dsp:txXfrm>
    </dsp:sp>
    <dsp:sp modelId="{040D0EFB-3B50-44CD-8E03-2B0C8548D6EB}">
      <dsp:nvSpPr>
        <dsp:cNvPr id="0" name=""/>
        <dsp:cNvSpPr/>
      </dsp:nvSpPr>
      <dsp:spPr>
        <a:xfrm>
          <a:off x="0" y="628094"/>
          <a:ext cx="115119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B7909-C220-47C3-A1E7-AE5E5DDA4812}">
      <dsp:nvSpPr>
        <dsp:cNvPr id="0" name=""/>
        <dsp:cNvSpPr/>
      </dsp:nvSpPr>
      <dsp:spPr>
        <a:xfrm>
          <a:off x="0" y="628094"/>
          <a:ext cx="11511934" cy="627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- Конституция РФ (ч.2 ст. 11, ст. 71, 72,73),</a:t>
          </a:r>
        </a:p>
      </dsp:txBody>
      <dsp:txXfrm>
        <a:off x="0" y="628094"/>
        <a:ext cx="11511934" cy="627710"/>
      </dsp:txXfrm>
    </dsp:sp>
    <dsp:sp modelId="{E9FEAB48-4271-41B2-8ACA-BB2F01F6482F}">
      <dsp:nvSpPr>
        <dsp:cNvPr id="0" name=""/>
        <dsp:cNvSpPr/>
      </dsp:nvSpPr>
      <dsp:spPr>
        <a:xfrm>
          <a:off x="0" y="1255805"/>
          <a:ext cx="115119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B5DE8A-4881-4968-811D-2B6C6BFF6C91}">
      <dsp:nvSpPr>
        <dsp:cNvPr id="0" name=""/>
        <dsp:cNvSpPr/>
      </dsp:nvSpPr>
      <dsp:spPr>
        <a:xfrm>
          <a:off x="0" y="1255805"/>
          <a:ext cx="11511934" cy="627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- Федеративные и иные договоры (между субъектами Федерации и Федерацией). </a:t>
          </a:r>
        </a:p>
      </dsp:txBody>
      <dsp:txXfrm>
        <a:off x="0" y="1255805"/>
        <a:ext cx="11511934" cy="627710"/>
      </dsp:txXfrm>
    </dsp:sp>
    <dsp:sp modelId="{3EE131E8-BBAA-4759-B7B1-12A63795B46E}">
      <dsp:nvSpPr>
        <dsp:cNvPr id="0" name=""/>
        <dsp:cNvSpPr/>
      </dsp:nvSpPr>
      <dsp:spPr>
        <a:xfrm>
          <a:off x="0" y="1883515"/>
          <a:ext cx="115119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6E63F1-BE9B-4EC7-9562-8A8D99A3871F}">
      <dsp:nvSpPr>
        <dsp:cNvPr id="0" name=""/>
        <dsp:cNvSpPr/>
      </dsp:nvSpPr>
      <dsp:spPr>
        <a:xfrm>
          <a:off x="0" y="1883515"/>
          <a:ext cx="11511934" cy="627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- Федеральный закон от 6 октября 1999г. № 184-ФЗ «Об общих принципах организации законодательных (представительных) и исполнительных органов государственной власти субъектов Российской Федерации»: </a:t>
          </a:r>
        </a:p>
      </dsp:txBody>
      <dsp:txXfrm>
        <a:off x="0" y="1883515"/>
        <a:ext cx="11511934" cy="627710"/>
      </dsp:txXfrm>
    </dsp:sp>
    <dsp:sp modelId="{051190FD-6DC1-49C9-A506-0881DC2388EF}">
      <dsp:nvSpPr>
        <dsp:cNvPr id="0" name=""/>
        <dsp:cNvSpPr/>
      </dsp:nvSpPr>
      <dsp:spPr>
        <a:xfrm>
          <a:off x="0" y="2511226"/>
          <a:ext cx="115119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2A50BC-81B2-4967-B9BA-A7F49DF16F7E}">
      <dsp:nvSpPr>
        <dsp:cNvPr id="0" name=""/>
        <dsp:cNvSpPr/>
      </dsp:nvSpPr>
      <dsp:spPr>
        <a:xfrm>
          <a:off x="0" y="2511226"/>
          <a:ext cx="11511934" cy="627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-  иные законы, указы Президента РФ, постановления Правительства РФ. </a:t>
          </a:r>
        </a:p>
      </dsp:txBody>
      <dsp:txXfrm>
        <a:off x="0" y="2511226"/>
        <a:ext cx="11511934" cy="62771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C53429-0A86-413B-9764-1EEC25D85324}">
      <dsp:nvSpPr>
        <dsp:cNvPr id="0" name=""/>
        <dsp:cNvSpPr/>
      </dsp:nvSpPr>
      <dsp:spPr>
        <a:xfrm>
          <a:off x="0" y="58519"/>
          <a:ext cx="11617778" cy="7499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конституционность / верховенство Конституции РФ и федеральных законов</a:t>
          </a:r>
        </a:p>
      </dsp:txBody>
      <dsp:txXfrm>
        <a:off x="36609" y="95128"/>
        <a:ext cx="11544560" cy="676716"/>
      </dsp:txXfrm>
    </dsp:sp>
    <dsp:sp modelId="{B1888FDB-F030-4671-A1E0-689D04350C95}">
      <dsp:nvSpPr>
        <dsp:cNvPr id="0" name=""/>
        <dsp:cNvSpPr/>
      </dsp:nvSpPr>
      <dsp:spPr>
        <a:xfrm>
          <a:off x="0" y="880453"/>
          <a:ext cx="11617778" cy="9981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равноправие субъектов РФ при разграничении предметов ведения и полномочий / недопустимость ущемления прав и интересов субъектов РФ</a:t>
          </a:r>
        </a:p>
      </dsp:txBody>
      <dsp:txXfrm>
        <a:off x="48726" y="929179"/>
        <a:ext cx="11520326" cy="900704"/>
      </dsp:txXfrm>
    </dsp:sp>
    <dsp:sp modelId="{58EDFCE8-6783-46D9-A17A-2DC1B2EE39D6}">
      <dsp:nvSpPr>
        <dsp:cNvPr id="0" name=""/>
        <dsp:cNvSpPr/>
      </dsp:nvSpPr>
      <dsp:spPr>
        <a:xfrm>
          <a:off x="0" y="1950610"/>
          <a:ext cx="11617778" cy="681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согласование интересов РФ и интересов субъектов РФ;</a:t>
          </a:r>
        </a:p>
      </dsp:txBody>
      <dsp:txXfrm>
        <a:off x="33281" y="1983891"/>
        <a:ext cx="11551216" cy="615198"/>
      </dsp:txXfrm>
    </dsp:sp>
    <dsp:sp modelId="{B7FCAC7E-4DEA-45DD-AEAF-1819DAE28892}">
      <dsp:nvSpPr>
        <dsp:cNvPr id="0" name=""/>
        <dsp:cNvSpPr/>
      </dsp:nvSpPr>
      <dsp:spPr>
        <a:xfrm>
          <a:off x="0" y="2704370"/>
          <a:ext cx="11617778" cy="681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добровольность заключения договоров, соглашений</a:t>
          </a:r>
        </a:p>
      </dsp:txBody>
      <dsp:txXfrm>
        <a:off x="33281" y="2737651"/>
        <a:ext cx="11551216" cy="615198"/>
      </dsp:txXfrm>
    </dsp:sp>
    <dsp:sp modelId="{D1FFD68B-BCDE-460F-9026-9CD131EB5998}">
      <dsp:nvSpPr>
        <dsp:cNvPr id="0" name=""/>
        <dsp:cNvSpPr/>
      </dsp:nvSpPr>
      <dsp:spPr>
        <a:xfrm>
          <a:off x="0" y="3458131"/>
          <a:ext cx="11617778" cy="681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обеспеченность ресурсами</a:t>
          </a:r>
        </a:p>
      </dsp:txBody>
      <dsp:txXfrm>
        <a:off x="33281" y="3491412"/>
        <a:ext cx="11551216" cy="615198"/>
      </dsp:txXfrm>
    </dsp:sp>
    <dsp:sp modelId="{6E3A0A1C-0DB0-4684-B575-F0A337EC88AB}">
      <dsp:nvSpPr>
        <dsp:cNvPr id="0" name=""/>
        <dsp:cNvSpPr/>
      </dsp:nvSpPr>
      <dsp:spPr>
        <a:xfrm>
          <a:off x="0" y="4211892"/>
          <a:ext cx="11617778" cy="681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гласность заключения договоров, соглашений</a:t>
          </a:r>
        </a:p>
      </dsp:txBody>
      <dsp:txXfrm>
        <a:off x="33281" y="4245173"/>
        <a:ext cx="11551216" cy="615198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484DAA-BBEB-4898-B439-51D7F0BACB1E}">
      <dsp:nvSpPr>
        <dsp:cNvPr id="0" name=""/>
        <dsp:cNvSpPr/>
      </dsp:nvSpPr>
      <dsp:spPr>
        <a:xfrm>
          <a:off x="0" y="21616"/>
          <a:ext cx="11810611" cy="1209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ст. 2 Федерального закона от 6 октября 1999 г. N 184-ФЗ "</a:t>
          </a:r>
          <a:r>
            <a:rPr lang="ru-RU" sz="2200" b="1" kern="1200" dirty="0"/>
            <a:t>Об общих принципах организации законодательных (представительных) и исполнительных органов государственной власти субъектов Российской Федерации</a:t>
          </a:r>
          <a:r>
            <a:rPr lang="ru-RU" sz="2200" kern="1200" dirty="0"/>
            <a:t>" </a:t>
          </a:r>
        </a:p>
      </dsp:txBody>
      <dsp:txXfrm>
        <a:off x="59057" y="80673"/>
        <a:ext cx="11692497" cy="1091666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D37B13-5C8C-450D-A163-80C2F5D9557A}">
      <dsp:nvSpPr>
        <dsp:cNvPr id="0" name=""/>
        <dsp:cNvSpPr/>
      </dsp:nvSpPr>
      <dsp:spPr>
        <a:xfrm>
          <a:off x="0" y="334326"/>
          <a:ext cx="11810611" cy="5238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Систему органов государственной власти субъекта Российской Федерации составляют: </a:t>
          </a:r>
        </a:p>
      </dsp:txBody>
      <dsp:txXfrm>
        <a:off x="25573" y="359899"/>
        <a:ext cx="11759465" cy="472722"/>
      </dsp:txXfrm>
    </dsp:sp>
    <dsp:sp modelId="{39987B27-3F87-4943-BC3D-9280CA43C3BE}">
      <dsp:nvSpPr>
        <dsp:cNvPr id="0" name=""/>
        <dsp:cNvSpPr/>
      </dsp:nvSpPr>
      <dsp:spPr>
        <a:xfrm>
          <a:off x="0" y="921555"/>
          <a:ext cx="11810611" cy="523868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1" kern="1200" dirty="0"/>
            <a:t>законодательный</a:t>
          </a:r>
          <a:r>
            <a:rPr lang="ru-RU" sz="1900" kern="1200" dirty="0"/>
            <a:t> (представительный) орган государственной власти субъекта Российской Федерации; </a:t>
          </a:r>
        </a:p>
      </dsp:txBody>
      <dsp:txXfrm>
        <a:off x="25573" y="947128"/>
        <a:ext cx="11759465" cy="472722"/>
      </dsp:txXfrm>
    </dsp:sp>
    <dsp:sp modelId="{55622057-701C-45A3-BBD4-9545E6B1C111}">
      <dsp:nvSpPr>
        <dsp:cNvPr id="0" name=""/>
        <dsp:cNvSpPr/>
      </dsp:nvSpPr>
      <dsp:spPr>
        <a:xfrm>
          <a:off x="0" y="1508783"/>
          <a:ext cx="11810611" cy="1122937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высший </a:t>
          </a:r>
          <a:r>
            <a:rPr lang="ru-RU" sz="1900" b="1" kern="1200" dirty="0"/>
            <a:t>исполнительный</a:t>
          </a:r>
          <a:r>
            <a:rPr lang="ru-RU" sz="1900" kern="1200" dirty="0"/>
            <a:t> орган государственной власти субъекта Российской Федерации; иные органы государственной власти субъекта Российской Федерации, образуемые в соответствии с конституцией (уставом) субъекта Российской Федерации.</a:t>
          </a:r>
        </a:p>
      </dsp:txBody>
      <dsp:txXfrm>
        <a:off x="54817" y="1563600"/>
        <a:ext cx="11700977" cy="1013303"/>
      </dsp:txXfrm>
    </dsp:sp>
    <dsp:sp modelId="{10DFAE7F-8BD5-413A-9C00-DC01E9397BDC}">
      <dsp:nvSpPr>
        <dsp:cNvPr id="0" name=""/>
        <dsp:cNvSpPr/>
      </dsp:nvSpPr>
      <dsp:spPr>
        <a:xfrm>
          <a:off x="0" y="2695080"/>
          <a:ext cx="11810611" cy="766984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Конституцией (уставом) субъекта РФ </a:t>
          </a:r>
          <a:r>
            <a:rPr lang="ru-RU" sz="1900" i="1" kern="1200" dirty="0"/>
            <a:t>может быть</a:t>
          </a:r>
          <a:r>
            <a:rPr lang="ru-RU" sz="1900" kern="1200" dirty="0"/>
            <a:t> установлена должность </a:t>
          </a:r>
          <a:r>
            <a:rPr lang="ru-RU" sz="1900" b="1" kern="1200" dirty="0"/>
            <a:t>высшего должностного лица </a:t>
          </a:r>
          <a:r>
            <a:rPr lang="ru-RU" sz="1900" kern="1200" dirty="0"/>
            <a:t>субъекта Российской Федерации. </a:t>
          </a:r>
        </a:p>
      </dsp:txBody>
      <dsp:txXfrm>
        <a:off x="37441" y="2732521"/>
        <a:ext cx="11735729" cy="692102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05E649-B981-43E5-A039-79EE3E5219AD}">
      <dsp:nvSpPr>
        <dsp:cNvPr id="0" name=""/>
        <dsp:cNvSpPr/>
      </dsp:nvSpPr>
      <dsp:spPr>
        <a:xfrm>
          <a:off x="6432" y="29578"/>
          <a:ext cx="5668097" cy="2111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Федеральные округа</a:t>
          </a:r>
        </a:p>
      </dsp:txBody>
      <dsp:txXfrm>
        <a:off x="6432" y="29578"/>
        <a:ext cx="5668097" cy="2111665"/>
      </dsp:txXfrm>
    </dsp:sp>
    <dsp:sp modelId="{BCDEB7C2-163A-4E62-BC8B-5089038A02CC}">
      <dsp:nvSpPr>
        <dsp:cNvPr id="0" name=""/>
        <dsp:cNvSpPr/>
      </dsp:nvSpPr>
      <dsp:spPr>
        <a:xfrm>
          <a:off x="6026473" y="29578"/>
          <a:ext cx="5668097" cy="2111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Макрорегионы</a:t>
          </a:r>
          <a:endParaRPr lang="ru-RU" sz="3000" kern="1200"/>
        </a:p>
      </dsp:txBody>
      <dsp:txXfrm>
        <a:off x="6026473" y="29578"/>
        <a:ext cx="5668097" cy="2111665"/>
      </dsp:txXfrm>
    </dsp:sp>
    <dsp:sp modelId="{02927325-2B65-4734-ADA7-72FAB38CEF0D}">
      <dsp:nvSpPr>
        <dsp:cNvPr id="0" name=""/>
        <dsp:cNvSpPr/>
      </dsp:nvSpPr>
      <dsp:spPr>
        <a:xfrm>
          <a:off x="6432" y="2493188"/>
          <a:ext cx="5668097" cy="2111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/>
            <a:t>Экономические районы</a:t>
          </a:r>
          <a:endParaRPr lang="ru-RU" sz="3000" kern="1200" dirty="0"/>
        </a:p>
      </dsp:txBody>
      <dsp:txXfrm>
        <a:off x="6432" y="2493188"/>
        <a:ext cx="5668097" cy="2111665"/>
      </dsp:txXfrm>
    </dsp:sp>
    <dsp:sp modelId="{C8B9BDD3-37FC-4F02-AD38-BCCB0E06179F}">
      <dsp:nvSpPr>
        <dsp:cNvPr id="0" name=""/>
        <dsp:cNvSpPr/>
      </dsp:nvSpPr>
      <dsp:spPr>
        <a:xfrm>
          <a:off x="6026473" y="2493188"/>
          <a:ext cx="5668097" cy="2111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Военные округа</a:t>
          </a:r>
        </a:p>
      </dsp:txBody>
      <dsp:txXfrm>
        <a:off x="6026473" y="2493188"/>
        <a:ext cx="5668097" cy="2111665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05E649-B981-43E5-A039-79EE3E5219AD}">
      <dsp:nvSpPr>
        <dsp:cNvPr id="0" name=""/>
        <dsp:cNvSpPr/>
      </dsp:nvSpPr>
      <dsp:spPr>
        <a:xfrm>
          <a:off x="7576" y="140418"/>
          <a:ext cx="11685849" cy="43535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Федеральные округа</a:t>
          </a:r>
        </a:p>
      </dsp:txBody>
      <dsp:txXfrm>
        <a:off x="7576" y="140418"/>
        <a:ext cx="11685849" cy="4353595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05E649-B981-43E5-A039-79EE3E5219AD}">
      <dsp:nvSpPr>
        <dsp:cNvPr id="0" name=""/>
        <dsp:cNvSpPr/>
      </dsp:nvSpPr>
      <dsp:spPr>
        <a:xfrm>
          <a:off x="6432" y="29578"/>
          <a:ext cx="5668097" cy="2111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Федеральные округа</a:t>
          </a:r>
        </a:p>
      </dsp:txBody>
      <dsp:txXfrm>
        <a:off x="6432" y="29578"/>
        <a:ext cx="5668097" cy="2111665"/>
      </dsp:txXfrm>
    </dsp:sp>
    <dsp:sp modelId="{BCDEB7C2-163A-4E62-BC8B-5089038A02CC}">
      <dsp:nvSpPr>
        <dsp:cNvPr id="0" name=""/>
        <dsp:cNvSpPr/>
      </dsp:nvSpPr>
      <dsp:spPr>
        <a:xfrm>
          <a:off x="6026473" y="29578"/>
          <a:ext cx="5668097" cy="2111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Макрорегионы</a:t>
          </a:r>
          <a:endParaRPr lang="ru-RU" sz="3000" kern="1200"/>
        </a:p>
      </dsp:txBody>
      <dsp:txXfrm>
        <a:off x="6026473" y="29578"/>
        <a:ext cx="5668097" cy="2111665"/>
      </dsp:txXfrm>
    </dsp:sp>
    <dsp:sp modelId="{02927325-2B65-4734-ADA7-72FAB38CEF0D}">
      <dsp:nvSpPr>
        <dsp:cNvPr id="0" name=""/>
        <dsp:cNvSpPr/>
      </dsp:nvSpPr>
      <dsp:spPr>
        <a:xfrm>
          <a:off x="6432" y="2493188"/>
          <a:ext cx="5668097" cy="2111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/>
            <a:t>Экономические районы</a:t>
          </a:r>
          <a:endParaRPr lang="ru-RU" sz="3000" kern="1200" dirty="0"/>
        </a:p>
      </dsp:txBody>
      <dsp:txXfrm>
        <a:off x="6432" y="2493188"/>
        <a:ext cx="5668097" cy="2111665"/>
      </dsp:txXfrm>
    </dsp:sp>
    <dsp:sp modelId="{C8B9BDD3-37FC-4F02-AD38-BCCB0E06179F}">
      <dsp:nvSpPr>
        <dsp:cNvPr id="0" name=""/>
        <dsp:cNvSpPr/>
      </dsp:nvSpPr>
      <dsp:spPr>
        <a:xfrm>
          <a:off x="6026473" y="2493188"/>
          <a:ext cx="5668097" cy="2111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Военные округа</a:t>
          </a:r>
        </a:p>
      </dsp:txBody>
      <dsp:txXfrm>
        <a:off x="6026473" y="2493188"/>
        <a:ext cx="5668097" cy="2111665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DEB7C2-163A-4E62-BC8B-5089038A02CC}">
      <dsp:nvSpPr>
        <dsp:cNvPr id="0" name=""/>
        <dsp:cNvSpPr/>
      </dsp:nvSpPr>
      <dsp:spPr>
        <a:xfrm>
          <a:off x="7576" y="140418"/>
          <a:ext cx="11685849" cy="43535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/>
            <a:t>Макрорегионы</a:t>
          </a:r>
          <a:endParaRPr lang="ru-RU" sz="3000" kern="1200" dirty="0"/>
        </a:p>
      </dsp:txBody>
      <dsp:txXfrm>
        <a:off x="7576" y="140418"/>
        <a:ext cx="11685849" cy="4353595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05E649-B981-43E5-A039-79EE3E5219AD}">
      <dsp:nvSpPr>
        <dsp:cNvPr id="0" name=""/>
        <dsp:cNvSpPr/>
      </dsp:nvSpPr>
      <dsp:spPr>
        <a:xfrm>
          <a:off x="6432" y="29578"/>
          <a:ext cx="5668097" cy="2111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Федеральные округа</a:t>
          </a:r>
        </a:p>
      </dsp:txBody>
      <dsp:txXfrm>
        <a:off x="6432" y="29578"/>
        <a:ext cx="5668097" cy="2111665"/>
      </dsp:txXfrm>
    </dsp:sp>
    <dsp:sp modelId="{BCDEB7C2-163A-4E62-BC8B-5089038A02CC}">
      <dsp:nvSpPr>
        <dsp:cNvPr id="0" name=""/>
        <dsp:cNvSpPr/>
      </dsp:nvSpPr>
      <dsp:spPr>
        <a:xfrm>
          <a:off x="6026473" y="29578"/>
          <a:ext cx="5668097" cy="2111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Макрорегионы</a:t>
          </a:r>
          <a:endParaRPr lang="ru-RU" sz="3000" kern="1200"/>
        </a:p>
      </dsp:txBody>
      <dsp:txXfrm>
        <a:off x="6026473" y="29578"/>
        <a:ext cx="5668097" cy="2111665"/>
      </dsp:txXfrm>
    </dsp:sp>
    <dsp:sp modelId="{02927325-2B65-4734-ADA7-72FAB38CEF0D}">
      <dsp:nvSpPr>
        <dsp:cNvPr id="0" name=""/>
        <dsp:cNvSpPr/>
      </dsp:nvSpPr>
      <dsp:spPr>
        <a:xfrm>
          <a:off x="6432" y="2493188"/>
          <a:ext cx="5668097" cy="2111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/>
            <a:t>Экономические районы</a:t>
          </a:r>
          <a:endParaRPr lang="ru-RU" sz="3000" kern="1200" dirty="0"/>
        </a:p>
      </dsp:txBody>
      <dsp:txXfrm>
        <a:off x="6432" y="2493188"/>
        <a:ext cx="5668097" cy="2111665"/>
      </dsp:txXfrm>
    </dsp:sp>
    <dsp:sp modelId="{C8B9BDD3-37FC-4F02-AD38-BCCB0E06179F}">
      <dsp:nvSpPr>
        <dsp:cNvPr id="0" name=""/>
        <dsp:cNvSpPr/>
      </dsp:nvSpPr>
      <dsp:spPr>
        <a:xfrm>
          <a:off x="6026473" y="2493188"/>
          <a:ext cx="5668097" cy="2111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Военные округа</a:t>
          </a:r>
        </a:p>
      </dsp:txBody>
      <dsp:txXfrm>
        <a:off x="6026473" y="2493188"/>
        <a:ext cx="5668097" cy="2111665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927325-2B65-4734-ADA7-72FAB38CEF0D}">
      <dsp:nvSpPr>
        <dsp:cNvPr id="0" name=""/>
        <dsp:cNvSpPr/>
      </dsp:nvSpPr>
      <dsp:spPr>
        <a:xfrm>
          <a:off x="7576" y="140418"/>
          <a:ext cx="11685849" cy="43535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/>
            <a:t>Экономические районы</a:t>
          </a:r>
          <a:endParaRPr lang="ru-RU" sz="3000" kern="1200" dirty="0"/>
        </a:p>
      </dsp:txBody>
      <dsp:txXfrm>
        <a:off x="7576" y="140418"/>
        <a:ext cx="11685849" cy="4353595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05E649-B981-43E5-A039-79EE3E5219AD}">
      <dsp:nvSpPr>
        <dsp:cNvPr id="0" name=""/>
        <dsp:cNvSpPr/>
      </dsp:nvSpPr>
      <dsp:spPr>
        <a:xfrm>
          <a:off x="6432" y="29578"/>
          <a:ext cx="5668097" cy="2111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Федеральные округа</a:t>
          </a:r>
        </a:p>
      </dsp:txBody>
      <dsp:txXfrm>
        <a:off x="6432" y="29578"/>
        <a:ext cx="5668097" cy="2111665"/>
      </dsp:txXfrm>
    </dsp:sp>
    <dsp:sp modelId="{BCDEB7C2-163A-4E62-BC8B-5089038A02CC}">
      <dsp:nvSpPr>
        <dsp:cNvPr id="0" name=""/>
        <dsp:cNvSpPr/>
      </dsp:nvSpPr>
      <dsp:spPr>
        <a:xfrm>
          <a:off x="6026473" y="29578"/>
          <a:ext cx="5668097" cy="2111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Макрорегионы</a:t>
          </a:r>
          <a:endParaRPr lang="ru-RU" sz="3000" kern="1200"/>
        </a:p>
      </dsp:txBody>
      <dsp:txXfrm>
        <a:off x="6026473" y="29578"/>
        <a:ext cx="5668097" cy="2111665"/>
      </dsp:txXfrm>
    </dsp:sp>
    <dsp:sp modelId="{02927325-2B65-4734-ADA7-72FAB38CEF0D}">
      <dsp:nvSpPr>
        <dsp:cNvPr id="0" name=""/>
        <dsp:cNvSpPr/>
      </dsp:nvSpPr>
      <dsp:spPr>
        <a:xfrm>
          <a:off x="6432" y="2493188"/>
          <a:ext cx="5668097" cy="2111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/>
            <a:t>Экономические районы</a:t>
          </a:r>
          <a:endParaRPr lang="ru-RU" sz="3000" kern="1200" dirty="0"/>
        </a:p>
      </dsp:txBody>
      <dsp:txXfrm>
        <a:off x="6432" y="2493188"/>
        <a:ext cx="5668097" cy="2111665"/>
      </dsp:txXfrm>
    </dsp:sp>
    <dsp:sp modelId="{C8B9BDD3-37FC-4F02-AD38-BCCB0E06179F}">
      <dsp:nvSpPr>
        <dsp:cNvPr id="0" name=""/>
        <dsp:cNvSpPr/>
      </dsp:nvSpPr>
      <dsp:spPr>
        <a:xfrm>
          <a:off x="6026473" y="2493188"/>
          <a:ext cx="5668097" cy="2111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Военные округа</a:t>
          </a:r>
        </a:p>
      </dsp:txBody>
      <dsp:txXfrm>
        <a:off x="6026473" y="2493188"/>
        <a:ext cx="5668097" cy="2111665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B9BDD3-37FC-4F02-AD38-BCCB0E06179F}">
      <dsp:nvSpPr>
        <dsp:cNvPr id="0" name=""/>
        <dsp:cNvSpPr/>
      </dsp:nvSpPr>
      <dsp:spPr>
        <a:xfrm>
          <a:off x="7576" y="140418"/>
          <a:ext cx="11685849" cy="43535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Военные округа</a:t>
          </a:r>
        </a:p>
      </dsp:txBody>
      <dsp:txXfrm>
        <a:off x="7576" y="140418"/>
        <a:ext cx="11685849" cy="43535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08DC9-48E3-4ABC-BE58-6854D059098B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FA6E8-849D-47CC-BFE3-7A530CFB6D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438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e117f92279_2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e117f92279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35481A73-D4FD-AD9C-152F-F1D72BAC4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e117f92279_2_119:notes">
            <a:extLst>
              <a:ext uri="{FF2B5EF4-FFF2-40B4-BE49-F238E27FC236}">
                <a16:creationId xmlns:a16="http://schemas.microsoft.com/office/drawing/2014/main" id="{82E3BC60-FB6C-487A-A766-DE9569D3A7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e117f92279_2_119:notes">
            <a:extLst>
              <a:ext uri="{FF2B5EF4-FFF2-40B4-BE49-F238E27FC236}">
                <a16:creationId xmlns:a16="http://schemas.microsoft.com/office/drawing/2014/main" id="{74B1DCB3-CDEB-34C2-9A97-C30098A2F5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7008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6591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AE7F45-22C0-3755-4876-27C3A4FD9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98CB2-11BF-5143-5B99-39109A55C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E6FBF9-EAB2-A676-AB16-AA9310EC3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93059-A4B1-4F89-9A5E-D6BA2A7223C0}" type="datetime1">
              <a:rPr lang="ru-RU" smtClean="0"/>
              <a:t>13.11.2024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47C384-706B-4752-1FD4-83A1FEB00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E5DF13-632D-DFC3-8275-1E8C73C2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84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098566-D971-33E9-8DF3-0036EA41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6FD9A0-D1FD-E6B4-6BD2-28B2D270F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41F12B-7E09-57FB-EB1E-385BA3319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47D49-FE97-4534-9399-61FA1DFE3A15}" type="datetime1">
              <a:rPr lang="ru-RU" smtClean="0"/>
              <a:t>13.11.2024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BBEF9A-026E-BB46-2736-B3A171F6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3A777A-395A-1F6A-4745-650CB2197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871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20DB0B-38CB-B7B6-19DD-B6BDEF4C3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827E8A-645E-1582-FA5F-DC961A975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CFCC63-71EA-0937-AFAF-565691384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3BE77-0092-407F-9C3A-DAE1798E31BD}" type="datetime1">
              <a:rPr lang="ru-RU" smtClean="0"/>
              <a:t>13.11.2024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0E5CD9-3E16-4518-5027-E3A0E2409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DA5688-A25E-6FF8-0C6E-95A857B9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66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41FAE-8BEA-7920-602E-953C3DAA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3D5004-FE55-D18C-DBB3-09C34F9AA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2ED678-78EB-8806-D0F2-2729082B6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24ACA8-8C91-BEA4-F5BF-59AD0C026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4C5D4-DB31-479A-83AA-9B0D78097B6E}" type="datetime1">
              <a:rPr lang="ru-RU" smtClean="0"/>
              <a:t>13.11.2024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B578CD-1F47-45FC-67BC-510D1BFC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B34A73-08E3-64FB-8675-8FB11630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699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52592-FE17-3F4A-53F4-E741EE09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99846D-70C3-1BC8-1E5F-B0FB170EF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9C27FC-D4D5-453E-97DB-F5F458954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74B9D7-7DEF-806E-06DC-46D8AEFF3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F9A4598-F89F-129E-5695-03D42FF1F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A1F9239-0756-9A7C-E85F-ADE894209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D6A3B-929D-4387-89DA-6D3C4C08F32D}" type="datetime1">
              <a:rPr lang="ru-RU" smtClean="0"/>
              <a:t>13.11.2024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808823F-DFB2-C50E-820F-5059C6637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1C5CEF5-0D11-2D10-AE6C-64A890AB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79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2F36E-65F1-FEC9-0FF7-634EEE14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AB1B1C-B95E-329C-C548-5C467B9D4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FE3B-DA61-414E-979B-332CE4636471}" type="datetime1">
              <a:rPr lang="ru-RU" smtClean="0"/>
              <a:t>13.11.2024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2509588-C7A1-2BE6-561E-14A050B9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156672-23AF-C582-FE21-0F33C1B2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066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9D71F6-4BE9-7E1B-2903-499D02FE5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4D89-3FC7-49D3-B79F-205D84AB5CDF}" type="datetime1">
              <a:rPr lang="ru-RU" smtClean="0"/>
              <a:t>13.11.2024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4987A46-8CDB-298D-1113-5B479AE42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0B1345-4B76-6412-CB2E-BA7B16F4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89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15DEA-388D-4977-E6B7-E598ACA31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5E70B0-5D25-6257-DFEC-07D64ABE2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90997D-B080-181A-48C9-C927D8055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ECCC85-A963-0848-B0E9-FDABE9A3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632BB-88F6-4460-991F-1645A534CF4B}" type="datetime1">
              <a:rPr lang="ru-RU" smtClean="0"/>
              <a:t>13.11.2024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11ED01-45FE-F34D-5134-9F38C1F0B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0FC121-51F9-83CD-FA70-51DE15B6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25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728D05-6A82-F6B8-6DAF-169F620DD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B6A8E66-8047-3546-1AA4-D05A556D9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12A6AC-B33B-0820-2ADE-BF2B523A6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36B7B4-A4C8-49C1-02A7-26FA3B8CF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564D-C6CA-4D7F-8D0B-86900A4693DC}" type="datetime1">
              <a:rPr lang="ru-RU" smtClean="0"/>
              <a:t>13.11.2024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F3F352-1F38-D066-0AD3-8A41637B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3AA7A0-82E9-9AE9-6FEB-27980E11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6081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6B9492-6ADA-8A50-410F-D0CDFFEE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68F4F3-2256-1B6E-25D1-623B77135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E1122D-A8F8-0D37-A51D-6D4A65492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2CAB7-1EBC-4BF7-830D-3BEBBCFEDEE8}" type="datetime1">
              <a:rPr lang="ru-RU" smtClean="0"/>
              <a:t>13.11.2024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72637C-0929-6EFC-17A2-A095DA12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7DB81C-B0BC-E666-920B-777529FC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810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DE4B259-8597-372C-8F33-AB52C73DE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592995-794D-A29D-A96B-2C15C2682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8DA033-8ABD-5656-C140-0D703123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1A71-4F18-4FA3-94C7-F6E1F4AC2105}" type="datetime1">
              <a:rPr lang="ru-RU" smtClean="0"/>
              <a:t>13.11.2024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C36A27-1D8D-3463-3887-AC09B848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50BE79-CA70-6D5C-F7BB-58021106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731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415601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2"/>
          </p:nvPr>
        </p:nvSpPr>
        <p:spPr>
          <a:xfrm>
            <a:off x="6443201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676827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D0978-A11D-8D7D-C2F1-0B4CA24C2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683307-6209-7D9D-2CAC-7DDFBF114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1AB120-01F3-5632-03FD-D7B43C8B2B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5F4285-8F88-4F6B-8DBD-84D36D194500}" type="datetime1">
              <a:rPr lang="ru-RU" smtClean="0"/>
              <a:t>13.11.2024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B4C7C4-E408-BADE-1F27-131C777DA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D58696-7E0C-E070-8156-B50F1F43D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60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6.pn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5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12.png"/><Relationship Id="rId5" Type="http://schemas.openxmlformats.org/officeDocument/2006/relationships/diagramQuickStyle" Target="../diagrams/quickStyle7.xml"/><Relationship Id="rId10" Type="http://schemas.openxmlformats.org/officeDocument/2006/relationships/image" Target="../media/image11.png"/><Relationship Id="rId4" Type="http://schemas.openxmlformats.org/officeDocument/2006/relationships/diagramLayout" Target="../diagrams/layout7.xml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10" Type="http://schemas.openxmlformats.org/officeDocument/2006/relationships/image" Target="../media/image17.png"/><Relationship Id="rId4" Type="http://schemas.openxmlformats.org/officeDocument/2006/relationships/diagramLayout" Target="../diagrams/layout10.xml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2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3.xml"/><Relationship Id="rId13" Type="http://schemas.openxmlformats.org/officeDocument/2006/relationships/image" Target="../media/image18.jpeg"/><Relationship Id="rId3" Type="http://schemas.openxmlformats.org/officeDocument/2006/relationships/diagramLayout" Target="../diagrams/layout12.xml"/><Relationship Id="rId7" Type="http://schemas.openxmlformats.org/officeDocument/2006/relationships/image" Target="../media/image2.png"/><Relationship Id="rId12" Type="http://schemas.microsoft.com/office/2007/relationships/diagramDrawing" Target="../diagrams/drawing13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11" Type="http://schemas.openxmlformats.org/officeDocument/2006/relationships/diagramColors" Target="../diagrams/colors13.xml"/><Relationship Id="rId5" Type="http://schemas.openxmlformats.org/officeDocument/2006/relationships/diagramColors" Target="../diagrams/colors12.xml"/><Relationship Id="rId10" Type="http://schemas.openxmlformats.org/officeDocument/2006/relationships/diagramQuickStyle" Target="../diagrams/quickStyle13.xml"/><Relationship Id="rId4" Type="http://schemas.openxmlformats.org/officeDocument/2006/relationships/diagramQuickStyle" Target="../diagrams/quickStyle12.xml"/><Relationship Id="rId9" Type="http://schemas.openxmlformats.org/officeDocument/2006/relationships/diagramLayout" Target="../diagrams/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2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2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8.xml"/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12" Type="http://schemas.microsoft.com/office/2007/relationships/diagramDrawing" Target="../diagrams/drawing1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11" Type="http://schemas.openxmlformats.org/officeDocument/2006/relationships/diagramColors" Target="../diagrams/colors18.xml"/><Relationship Id="rId5" Type="http://schemas.openxmlformats.org/officeDocument/2006/relationships/diagramQuickStyle" Target="../diagrams/quickStyle17.xml"/><Relationship Id="rId10" Type="http://schemas.openxmlformats.org/officeDocument/2006/relationships/diagramQuickStyle" Target="../diagrams/quickStyle18.xml"/><Relationship Id="rId4" Type="http://schemas.openxmlformats.org/officeDocument/2006/relationships/diagramLayout" Target="../diagrams/layout17.xml"/><Relationship Id="rId9" Type="http://schemas.openxmlformats.org/officeDocument/2006/relationships/diagramLayout" Target="../diagrams/layout1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0.xml"/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12" Type="http://schemas.microsoft.com/office/2007/relationships/diagramDrawing" Target="../diagrams/drawing2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11" Type="http://schemas.openxmlformats.org/officeDocument/2006/relationships/diagramColors" Target="../diagrams/colors20.xml"/><Relationship Id="rId5" Type="http://schemas.openxmlformats.org/officeDocument/2006/relationships/diagramQuickStyle" Target="../diagrams/quickStyle19.xml"/><Relationship Id="rId10" Type="http://schemas.openxmlformats.org/officeDocument/2006/relationships/diagramQuickStyle" Target="../diagrams/quickStyle20.xml"/><Relationship Id="rId4" Type="http://schemas.openxmlformats.org/officeDocument/2006/relationships/diagramLayout" Target="../diagrams/layout19.xml"/><Relationship Id="rId9" Type="http://schemas.openxmlformats.org/officeDocument/2006/relationships/diagramLayout" Target="../diagrams/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7" Type="http://schemas.openxmlformats.org/officeDocument/2006/relationships/image" Target="../media/image2.pn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3.xml"/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12" Type="http://schemas.microsoft.com/office/2007/relationships/diagramDrawing" Target="../diagrams/drawing2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11" Type="http://schemas.openxmlformats.org/officeDocument/2006/relationships/diagramColors" Target="../diagrams/colors23.xml"/><Relationship Id="rId5" Type="http://schemas.openxmlformats.org/officeDocument/2006/relationships/diagramQuickStyle" Target="../diagrams/quickStyle22.xml"/><Relationship Id="rId10" Type="http://schemas.openxmlformats.org/officeDocument/2006/relationships/diagramQuickStyle" Target="../diagrams/quickStyle23.xml"/><Relationship Id="rId4" Type="http://schemas.openxmlformats.org/officeDocument/2006/relationships/diagramLayout" Target="../diagrams/layout22.xml"/><Relationship Id="rId9" Type="http://schemas.openxmlformats.org/officeDocument/2006/relationships/diagramLayout" Target="../diagrams/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10" Type="http://schemas.microsoft.com/office/2007/relationships/hdphoto" Target="../media/hdphoto2.wdp"/><Relationship Id="rId4" Type="http://schemas.openxmlformats.org/officeDocument/2006/relationships/diagramLayout" Target="../diagrams/layout25.xml"/><Relationship Id="rId9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7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7.xml"/><Relationship Id="rId12" Type="http://schemas.microsoft.com/office/2007/relationships/hdphoto" Target="../media/hdphoto2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7.xml"/><Relationship Id="rId11" Type="http://schemas.openxmlformats.org/officeDocument/2006/relationships/image" Target="../media/image23.png"/><Relationship Id="rId5" Type="http://schemas.openxmlformats.org/officeDocument/2006/relationships/diagramLayout" Target="../diagrams/layout27.xml"/><Relationship Id="rId10" Type="http://schemas.microsoft.com/office/2007/relationships/hdphoto" Target="../media/hdphoto3.wdp"/><Relationship Id="rId4" Type="http://schemas.openxmlformats.org/officeDocument/2006/relationships/diagramData" Target="../diagrams/data27.xml"/><Relationship Id="rId9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10" Type="http://schemas.microsoft.com/office/2007/relationships/hdphoto" Target="../media/hdphoto2.wdp"/><Relationship Id="rId4" Type="http://schemas.openxmlformats.org/officeDocument/2006/relationships/diagramLayout" Target="../diagrams/layout29.xml"/><Relationship Id="rId9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0.xml"/><Relationship Id="rId7" Type="http://schemas.microsoft.com/office/2007/relationships/diagramDrawing" Target="../diagrams/drawing3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0.xml"/><Relationship Id="rId5" Type="http://schemas.openxmlformats.org/officeDocument/2006/relationships/diagramQuickStyle" Target="../diagrams/quickStyle30.xml"/><Relationship Id="rId4" Type="http://schemas.openxmlformats.org/officeDocument/2006/relationships/diagramLayout" Target="../diagrams/layout30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diagramData" Target="../diagrams/data31.xml"/><Relationship Id="rId7" Type="http://schemas.microsoft.com/office/2007/relationships/diagramDrawing" Target="../diagrams/drawing3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1.xml"/><Relationship Id="rId5" Type="http://schemas.openxmlformats.org/officeDocument/2006/relationships/diagramQuickStyle" Target="../diagrams/quickStyle31.xml"/><Relationship Id="rId4" Type="http://schemas.openxmlformats.org/officeDocument/2006/relationships/diagramLayout" Target="../diagrams/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BB9A8A0-F3D7-A262-F24E-13A2B8C92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8256"/>
            <a:ext cx="10319160" cy="687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77D5133-CE8C-ED37-CF85-1DCB1A3C7E6E}"/>
              </a:ext>
            </a:extLst>
          </p:cNvPr>
          <p:cNvSpPr/>
          <p:nvPr/>
        </p:nvSpPr>
        <p:spPr>
          <a:xfrm>
            <a:off x="0" y="-18256"/>
            <a:ext cx="6096000" cy="6914356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700" b="1" dirty="0"/>
              <a:t>Лекция 2</a:t>
            </a:r>
          </a:p>
        </p:txBody>
      </p:sp>
      <p:sp>
        <p:nvSpPr>
          <p:cNvPr id="8" name="Объект 11">
            <a:extLst>
              <a:ext uri="{FF2B5EF4-FFF2-40B4-BE49-F238E27FC236}">
                <a16:creationId xmlns:a16="http://schemas.microsoft.com/office/drawing/2014/main" id="{DC36ACB2-ABB9-04E6-5DCC-8A048EAF2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0"/>
            <a:ext cx="6096000" cy="6858000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/>
          <a:lstStyle/>
          <a:p>
            <a:pPr marL="0" indent="0">
              <a:buNone/>
            </a:pPr>
            <a:r>
              <a:rPr lang="ru-RU" sz="3700" b="1" dirty="0">
                <a:solidFill>
                  <a:schemeClr val="bg1"/>
                </a:solidFill>
              </a:rPr>
              <a:t>Административно-территориальное деление России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Формы государственного устройства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Российский федерализм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Административно-территориальное устройство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Виды территориального деления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155AFE7-FC64-5B4D-5099-4FD3E4BC3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76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326"/>
    </mc:Choice>
    <mc:Fallback xmlns="">
      <p:transition spd="slow" advTm="313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id="{A4AE967B-CE4C-0D54-93B3-824B8DC99A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8949906"/>
              </p:ext>
            </p:extLst>
          </p:nvPr>
        </p:nvGraphicFramePr>
        <p:xfrm>
          <a:off x="838200" y="1612900"/>
          <a:ext cx="10515600" cy="4564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D743D5-78F2-6614-BE12-07BAAB61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0CD19B6-E4E3-B735-A59C-7F1D08B5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Форма государственного устройства 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97C137D-A75D-63C0-5571-5044983DEAB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445DE1-EF12-0F21-7C99-7C73E83E980E}"/>
              </a:ext>
            </a:extLst>
          </p:cNvPr>
          <p:cNvSpPr txBox="1"/>
          <p:nvPr/>
        </p:nvSpPr>
        <p:spPr>
          <a:xfrm>
            <a:off x="0" y="6547448"/>
            <a:ext cx="122001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Чиркин В.Е. </a:t>
            </a:r>
            <a:r>
              <a:rPr lang="ru-RU" sz="1200" dirty="0" err="1"/>
              <a:t>Государствоведение</a:t>
            </a:r>
            <a:r>
              <a:rPr lang="ru-RU" sz="1200" dirty="0"/>
              <a:t>: Учебник. — 2-е из., </a:t>
            </a:r>
            <a:r>
              <a:rPr lang="ru-RU" sz="1200" dirty="0" err="1"/>
              <a:t>испр</a:t>
            </a:r>
            <a:r>
              <a:rPr lang="ru-RU" sz="1200" dirty="0"/>
              <a:t>. и доп. — М.: </a:t>
            </a:r>
            <a:r>
              <a:rPr lang="ru-RU" sz="1200" dirty="0" err="1"/>
              <a:t>Юристъ</a:t>
            </a:r>
            <a:r>
              <a:rPr lang="ru-RU" sz="1200" dirty="0"/>
              <a:t>, 2000. — 384 с</a:t>
            </a:r>
          </a:p>
        </p:txBody>
      </p:sp>
    </p:spTree>
    <p:extLst>
      <p:ext uri="{BB962C8B-B14F-4D97-AF65-F5344CB8AC3E}">
        <p14:creationId xmlns:p14="http://schemas.microsoft.com/office/powerpoint/2010/main" val="262325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717"/>
    </mc:Choice>
    <mc:Fallback xmlns="">
      <p:transition spd="slow" advTm="10971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D743D5-78F2-6614-BE12-07BAAB61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0CD19B6-E4E3-B735-A59C-7F1D08B5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Формы государственного устройства 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97C137D-A75D-63C0-5571-5044983DEA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1B6F3D17-0B9D-669C-F8EF-4140E97C40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8433552"/>
              </p:ext>
            </p:extLst>
          </p:nvPr>
        </p:nvGraphicFramePr>
        <p:xfrm>
          <a:off x="990600" y="19780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Овал 5">
            <a:extLst>
              <a:ext uri="{FF2B5EF4-FFF2-40B4-BE49-F238E27FC236}">
                <a16:creationId xmlns:a16="http://schemas.microsoft.com/office/drawing/2014/main" id="{12E1CEEF-47F1-9E56-D4D7-1D7FDB2DB7DC}"/>
              </a:ext>
            </a:extLst>
          </p:cNvPr>
          <p:cNvSpPr/>
          <p:nvPr/>
        </p:nvSpPr>
        <p:spPr>
          <a:xfrm>
            <a:off x="1854200" y="3671094"/>
            <a:ext cx="1371600" cy="137160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85D15A72-DFB4-92D2-4E8D-460CE4C31ADD}"/>
              </a:ext>
            </a:extLst>
          </p:cNvPr>
          <p:cNvSpPr/>
          <p:nvPr/>
        </p:nvSpPr>
        <p:spPr>
          <a:xfrm>
            <a:off x="8877302" y="4445793"/>
            <a:ext cx="1041400" cy="104140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155DD2EE-6B0D-0262-6BCB-6F3BF1167980}"/>
              </a:ext>
            </a:extLst>
          </p:cNvPr>
          <p:cNvSpPr/>
          <p:nvPr/>
        </p:nvSpPr>
        <p:spPr>
          <a:xfrm>
            <a:off x="10071100" y="4445793"/>
            <a:ext cx="1041400" cy="104140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6F04A809-3EA2-BD3E-E568-48C2DF0598C7}"/>
              </a:ext>
            </a:extLst>
          </p:cNvPr>
          <p:cNvSpPr/>
          <p:nvPr/>
        </p:nvSpPr>
        <p:spPr>
          <a:xfrm>
            <a:off x="9474200" y="3390900"/>
            <a:ext cx="1041400" cy="104140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C340A856-7F65-AED0-0005-18ECFFB9879C}"/>
              </a:ext>
            </a:extLst>
          </p:cNvPr>
          <p:cNvSpPr/>
          <p:nvPr/>
        </p:nvSpPr>
        <p:spPr>
          <a:xfrm>
            <a:off x="5295898" y="4072042"/>
            <a:ext cx="1041400" cy="1041400"/>
          </a:xfrm>
          <a:prstGeom prst="ellips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4C1AFF5C-B72E-DC76-0931-070F97A4BBDE}"/>
              </a:ext>
            </a:extLst>
          </p:cNvPr>
          <p:cNvSpPr/>
          <p:nvPr/>
        </p:nvSpPr>
        <p:spPr>
          <a:xfrm>
            <a:off x="6146799" y="4113909"/>
            <a:ext cx="1041400" cy="1041400"/>
          </a:xfrm>
          <a:prstGeom prst="ellips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B453BCC1-6586-A800-C2AD-C3D26170547D}"/>
              </a:ext>
            </a:extLst>
          </p:cNvPr>
          <p:cNvSpPr/>
          <p:nvPr/>
        </p:nvSpPr>
        <p:spPr>
          <a:xfrm>
            <a:off x="5740399" y="3464622"/>
            <a:ext cx="1041400" cy="1041400"/>
          </a:xfrm>
          <a:prstGeom prst="ellips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147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497"/>
    </mc:Choice>
    <mc:Fallback xmlns="">
      <p:transition spd="slow" advTm="9549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D743D5-78F2-6614-BE12-07BAAB61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0CD19B6-E4E3-B735-A59C-7F1D08B5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Формы государственного устройства 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97C137D-A75D-63C0-5571-5044983DEA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1B6F3D17-0B9D-669C-F8EF-4140E97C40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0253746"/>
              </p:ext>
            </p:extLst>
          </p:nvPr>
        </p:nvGraphicFramePr>
        <p:xfrm>
          <a:off x="990600" y="1978025"/>
          <a:ext cx="10515600" cy="4206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0DA87781-5931-2B43-4A50-62926DD9B7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280989"/>
              </p:ext>
            </p:extLst>
          </p:nvPr>
        </p:nvGraphicFramePr>
        <p:xfrm>
          <a:off x="1181100" y="2844800"/>
          <a:ext cx="10020300" cy="317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0150">
                  <a:extLst>
                    <a:ext uri="{9D8B030D-6E8A-4147-A177-3AD203B41FA5}">
                      <a16:colId xmlns:a16="http://schemas.microsoft.com/office/drawing/2014/main" val="2195632905"/>
                    </a:ext>
                  </a:extLst>
                </a:gridCol>
                <a:gridCol w="5010150">
                  <a:extLst>
                    <a:ext uri="{9D8B030D-6E8A-4147-A177-3AD203B41FA5}">
                      <a16:colId xmlns:a16="http://schemas.microsoft.com/office/drawing/2014/main" val="3622322901"/>
                    </a:ext>
                  </a:extLst>
                </a:gridCol>
              </a:tblGrid>
              <a:tr h="158750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u="sng" dirty="0">
                          <a:solidFill>
                            <a:schemeClr val="bg1"/>
                          </a:solidFill>
                        </a:rPr>
                        <a:t>Общие принципы</a:t>
                      </a:r>
                    </a:p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Государственная власть едина, единая система законодательства, исполнительной и судебной власти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u="sng" dirty="0">
                          <a:solidFill>
                            <a:schemeClr val="bg1"/>
                          </a:solidFill>
                        </a:rPr>
                        <a:t>Территориальное деление </a:t>
                      </a:r>
                    </a:p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Административно-территориальные единицы образуются, изменяются, реформируются сверху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322940"/>
                  </a:ext>
                </a:extLst>
              </a:tr>
              <a:tr h="158750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u="sng" dirty="0">
                          <a:solidFill>
                            <a:schemeClr val="bg1"/>
                          </a:solidFill>
                        </a:rPr>
                        <a:t>Издание правовых актов</a:t>
                      </a:r>
                    </a:p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Сфера действия определяется законом или судами (сверху)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u="sng" dirty="0">
                          <a:solidFill>
                            <a:schemeClr val="bg1"/>
                          </a:solidFill>
                        </a:rPr>
                        <a:t>Атрибуты территорий</a:t>
                      </a:r>
                    </a:p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Нет; иногда собственная символика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06095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9503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9180">
        <p159:morph option="byObject"/>
      </p:transition>
    </mc:Choice>
    <mc:Fallback xmlns="">
      <p:transition spd="slow" advTm="9918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D743D5-78F2-6614-BE12-07BAAB61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0CD19B6-E4E3-B735-A59C-7F1D08B5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Формы государственного устройства 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97C137D-A75D-63C0-5571-5044983DEA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1B6F3D17-0B9D-669C-F8EF-4140E97C402C}"/>
              </a:ext>
            </a:extLst>
          </p:cNvPr>
          <p:cNvGraphicFramePr>
            <a:graphicFrameLocks/>
          </p:cNvGraphicFramePr>
          <p:nvPr/>
        </p:nvGraphicFramePr>
        <p:xfrm>
          <a:off x="990600" y="1978025"/>
          <a:ext cx="10515600" cy="4206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489993B3-6CAD-97C6-CA14-5BA6D6AF8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857576"/>
              </p:ext>
            </p:extLst>
          </p:nvPr>
        </p:nvGraphicFramePr>
        <p:xfrm>
          <a:off x="1231899" y="2883818"/>
          <a:ext cx="9969501" cy="29708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3167">
                  <a:extLst>
                    <a:ext uri="{9D8B030D-6E8A-4147-A177-3AD203B41FA5}">
                      <a16:colId xmlns:a16="http://schemas.microsoft.com/office/drawing/2014/main" val="2273978066"/>
                    </a:ext>
                  </a:extLst>
                </a:gridCol>
                <a:gridCol w="3323167">
                  <a:extLst>
                    <a:ext uri="{9D8B030D-6E8A-4147-A177-3AD203B41FA5}">
                      <a16:colId xmlns:a16="http://schemas.microsoft.com/office/drawing/2014/main" val="1724340959"/>
                    </a:ext>
                  </a:extLst>
                </a:gridCol>
                <a:gridCol w="3323167">
                  <a:extLst>
                    <a:ext uri="{9D8B030D-6E8A-4147-A177-3AD203B41FA5}">
                      <a16:colId xmlns:a16="http://schemas.microsoft.com/office/drawing/2014/main" val="839472831"/>
                    </a:ext>
                  </a:extLst>
                </a:gridCol>
              </a:tblGrid>
              <a:tr h="1485441"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chemeClr val="bg1"/>
                          </a:solidFill>
                        </a:rPr>
                        <a:t>Франция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chemeClr val="bg1"/>
                          </a:solidFill>
                        </a:rPr>
                        <a:t>Аргентина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chemeClr val="bg1"/>
                          </a:solidFill>
                        </a:rPr>
                        <a:t>Швеция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719959084"/>
                  </a:ext>
                </a:extLst>
              </a:tr>
              <a:tr h="1485441"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chemeClr val="bg1"/>
                          </a:solidFill>
                        </a:rPr>
                        <a:t>Дания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chemeClr val="bg1"/>
                          </a:solidFill>
                        </a:rPr>
                        <a:t>Япония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chemeClr val="bg1"/>
                          </a:solidFill>
                        </a:rPr>
                        <a:t>Польша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819316739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круг, Графика, снимок экрана, Красочность&#10;&#10;Автоматически созданное описание">
            <a:extLst>
              <a:ext uri="{FF2B5EF4-FFF2-40B4-BE49-F238E27FC236}">
                <a16:creationId xmlns:a16="http://schemas.microsoft.com/office/drawing/2014/main" id="{18AAE436-73C2-5BDD-29EF-135FD554C1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800" y="2554221"/>
            <a:ext cx="1653382" cy="1653382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круг, Графика, Красочность&#10;&#10;Автоматически созданное описание">
            <a:extLst>
              <a:ext uri="{FF2B5EF4-FFF2-40B4-BE49-F238E27FC236}">
                <a16:creationId xmlns:a16="http://schemas.microsoft.com/office/drawing/2014/main" id="{770FAB7D-5423-FB88-97C0-03E3D158AA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958" y="4081161"/>
            <a:ext cx="1653382" cy="1653382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круг, Графика,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E00E42C9-BD05-55D6-3B76-084B1A23BA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958" y="2554221"/>
            <a:ext cx="1653382" cy="1653382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символ, круг,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E17FD498-17E6-E966-A204-B2B2562FC57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116" y="2602309"/>
            <a:ext cx="1653382" cy="1653382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круг, луна, Астрономический объект&#10;&#10;Автоматически созданное описание">
            <a:extLst>
              <a:ext uri="{FF2B5EF4-FFF2-40B4-BE49-F238E27FC236}">
                <a16:creationId xmlns:a16="http://schemas.microsoft.com/office/drawing/2014/main" id="{51390FAD-3AB1-C0B1-2052-DBB0231088D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116" y="4052520"/>
            <a:ext cx="1653382" cy="1653382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символ, логотип, Карминный цвет, круг&#10;&#10;Автоматически созданное описание">
            <a:extLst>
              <a:ext uri="{FF2B5EF4-FFF2-40B4-BE49-F238E27FC236}">
                <a16:creationId xmlns:a16="http://schemas.microsoft.com/office/drawing/2014/main" id="{EB7E0076-3CC8-FE63-7549-26EFC72F4E8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049" y="4081161"/>
            <a:ext cx="1653383" cy="165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243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2756">
        <p159:morph option="byObject"/>
      </p:transition>
    </mc:Choice>
    <mc:Fallback xmlns="">
      <p:transition spd="slow" advTm="62756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D743D5-78F2-6614-BE12-07BAAB61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6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0CD19B6-E4E3-B735-A59C-7F1D08B5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Формы государственного устройства 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97C137D-A75D-63C0-5571-5044983DEA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1B6F3D17-0B9D-669C-F8EF-4140E97C402C}"/>
              </a:ext>
            </a:extLst>
          </p:cNvPr>
          <p:cNvGraphicFramePr>
            <a:graphicFrameLocks/>
          </p:cNvGraphicFramePr>
          <p:nvPr/>
        </p:nvGraphicFramePr>
        <p:xfrm>
          <a:off x="990600" y="19780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Овал 5">
            <a:extLst>
              <a:ext uri="{FF2B5EF4-FFF2-40B4-BE49-F238E27FC236}">
                <a16:creationId xmlns:a16="http://schemas.microsoft.com/office/drawing/2014/main" id="{12E1CEEF-47F1-9E56-D4D7-1D7FDB2DB7DC}"/>
              </a:ext>
            </a:extLst>
          </p:cNvPr>
          <p:cNvSpPr/>
          <p:nvPr/>
        </p:nvSpPr>
        <p:spPr>
          <a:xfrm>
            <a:off x="1854200" y="3671094"/>
            <a:ext cx="1371600" cy="137160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85D15A72-DFB4-92D2-4E8D-460CE4C31ADD}"/>
              </a:ext>
            </a:extLst>
          </p:cNvPr>
          <p:cNvSpPr/>
          <p:nvPr/>
        </p:nvSpPr>
        <p:spPr>
          <a:xfrm>
            <a:off x="8877302" y="4445793"/>
            <a:ext cx="1041400" cy="104140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155DD2EE-6B0D-0262-6BCB-6F3BF1167980}"/>
              </a:ext>
            </a:extLst>
          </p:cNvPr>
          <p:cNvSpPr/>
          <p:nvPr/>
        </p:nvSpPr>
        <p:spPr>
          <a:xfrm>
            <a:off x="10071100" y="4445793"/>
            <a:ext cx="1041400" cy="104140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6F04A809-3EA2-BD3E-E568-48C2DF0598C7}"/>
              </a:ext>
            </a:extLst>
          </p:cNvPr>
          <p:cNvSpPr/>
          <p:nvPr/>
        </p:nvSpPr>
        <p:spPr>
          <a:xfrm>
            <a:off x="9474200" y="3390900"/>
            <a:ext cx="1041400" cy="104140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C340A856-7F65-AED0-0005-18ECFFB9879C}"/>
              </a:ext>
            </a:extLst>
          </p:cNvPr>
          <p:cNvSpPr/>
          <p:nvPr/>
        </p:nvSpPr>
        <p:spPr>
          <a:xfrm>
            <a:off x="5295898" y="4072042"/>
            <a:ext cx="1041400" cy="1041400"/>
          </a:xfrm>
          <a:prstGeom prst="ellips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4C1AFF5C-B72E-DC76-0931-070F97A4BBDE}"/>
              </a:ext>
            </a:extLst>
          </p:cNvPr>
          <p:cNvSpPr/>
          <p:nvPr/>
        </p:nvSpPr>
        <p:spPr>
          <a:xfrm>
            <a:off x="6146799" y="4113909"/>
            <a:ext cx="1041400" cy="1041400"/>
          </a:xfrm>
          <a:prstGeom prst="ellips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B453BCC1-6586-A800-C2AD-C3D26170547D}"/>
              </a:ext>
            </a:extLst>
          </p:cNvPr>
          <p:cNvSpPr/>
          <p:nvPr/>
        </p:nvSpPr>
        <p:spPr>
          <a:xfrm>
            <a:off x="5740399" y="3464622"/>
            <a:ext cx="1041400" cy="1041400"/>
          </a:xfrm>
          <a:prstGeom prst="ellips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958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782">
        <p159:morph option="byObject"/>
      </p:transition>
    </mc:Choice>
    <mc:Fallback xmlns="">
      <p:transition spd="slow" advTm="4782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D743D5-78F2-6614-BE12-07BAAB61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7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0CD19B6-E4E3-B735-A59C-7F1D08B5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Формы государственного устройства 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97C137D-A75D-63C0-5571-5044983DEA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1B6F3D17-0B9D-669C-F8EF-4140E97C40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3354842"/>
              </p:ext>
            </p:extLst>
          </p:nvPr>
        </p:nvGraphicFramePr>
        <p:xfrm>
          <a:off x="990600" y="19780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7C0ABD0-C18E-0999-D5C7-A4175B9A9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310015"/>
              </p:ext>
            </p:extLst>
          </p:nvPr>
        </p:nvGraphicFramePr>
        <p:xfrm>
          <a:off x="1181100" y="2844800"/>
          <a:ext cx="10020300" cy="317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0150">
                  <a:extLst>
                    <a:ext uri="{9D8B030D-6E8A-4147-A177-3AD203B41FA5}">
                      <a16:colId xmlns:a16="http://schemas.microsoft.com/office/drawing/2014/main" val="2195632905"/>
                    </a:ext>
                  </a:extLst>
                </a:gridCol>
                <a:gridCol w="5010150">
                  <a:extLst>
                    <a:ext uri="{9D8B030D-6E8A-4147-A177-3AD203B41FA5}">
                      <a16:colId xmlns:a16="http://schemas.microsoft.com/office/drawing/2014/main" val="3622322901"/>
                    </a:ext>
                  </a:extLst>
                </a:gridCol>
              </a:tblGrid>
              <a:tr h="158750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u="sng" dirty="0">
                          <a:solidFill>
                            <a:schemeClr val="bg1"/>
                          </a:solidFill>
                        </a:rPr>
                        <a:t>Общие принципы</a:t>
                      </a:r>
                    </a:p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Государственная власть двойственна (федеральная и субъектов), двойная система законодательства, исполнительной и (иногда) судебной власти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u="sng" dirty="0">
                          <a:solidFill>
                            <a:schemeClr val="bg1"/>
                          </a:solidFill>
                        </a:rPr>
                        <a:t>Территориальное деление </a:t>
                      </a:r>
                    </a:p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Субъекты федерации: образуются, изменяются, реформируются самостоятельно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322940"/>
                  </a:ext>
                </a:extLst>
              </a:tr>
              <a:tr h="158750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u="sng" dirty="0">
                          <a:solidFill>
                            <a:schemeClr val="bg1"/>
                          </a:solidFill>
                        </a:rPr>
                        <a:t>Издание правовых актов</a:t>
                      </a:r>
                    </a:p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По любым вопросам, не отнесенным к федеральному ведению (презумпция компетенции субъектов)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u="sng" dirty="0">
                          <a:solidFill>
                            <a:schemeClr val="bg1"/>
                          </a:solidFill>
                        </a:rPr>
                        <a:t>Атрибуты территорий</a:t>
                      </a:r>
                    </a:p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Конституции (Уставы), часто официальный язык, свое гражданство, государственная символика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06095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304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21590">
        <p159:morph option="byObject"/>
      </p:transition>
    </mc:Choice>
    <mc:Fallback xmlns="">
      <p:transition spd="slow" advTm="32159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D743D5-78F2-6614-BE12-07BAAB61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8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0CD19B6-E4E3-B735-A59C-7F1D08B5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Формы государственного устройства 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97C137D-A75D-63C0-5571-5044983DEA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1B6F3D17-0B9D-669C-F8EF-4140E97C402C}"/>
              </a:ext>
            </a:extLst>
          </p:cNvPr>
          <p:cNvGraphicFramePr>
            <a:graphicFrameLocks/>
          </p:cNvGraphicFramePr>
          <p:nvPr/>
        </p:nvGraphicFramePr>
        <p:xfrm>
          <a:off x="990600" y="19780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27B22D4-F9B9-F7F4-5AAC-78C4ED6C8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897297"/>
              </p:ext>
            </p:extLst>
          </p:nvPr>
        </p:nvGraphicFramePr>
        <p:xfrm>
          <a:off x="1231899" y="2883818"/>
          <a:ext cx="9969501" cy="29708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3167">
                  <a:extLst>
                    <a:ext uri="{9D8B030D-6E8A-4147-A177-3AD203B41FA5}">
                      <a16:colId xmlns:a16="http://schemas.microsoft.com/office/drawing/2014/main" val="2273978066"/>
                    </a:ext>
                  </a:extLst>
                </a:gridCol>
                <a:gridCol w="3323167">
                  <a:extLst>
                    <a:ext uri="{9D8B030D-6E8A-4147-A177-3AD203B41FA5}">
                      <a16:colId xmlns:a16="http://schemas.microsoft.com/office/drawing/2014/main" val="1724340959"/>
                    </a:ext>
                  </a:extLst>
                </a:gridCol>
                <a:gridCol w="3323167">
                  <a:extLst>
                    <a:ext uri="{9D8B030D-6E8A-4147-A177-3AD203B41FA5}">
                      <a16:colId xmlns:a16="http://schemas.microsoft.com/office/drawing/2014/main" val="839472831"/>
                    </a:ext>
                  </a:extLst>
                </a:gridCol>
              </a:tblGrid>
              <a:tr h="1485441"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chemeClr val="bg1"/>
                          </a:solidFill>
                        </a:rPr>
                        <a:t>Россия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chemeClr val="bg1"/>
                          </a:solidFill>
                        </a:rPr>
                        <a:t>США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chemeClr val="bg1"/>
                          </a:solidFill>
                        </a:rPr>
                        <a:t>Германия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719959084"/>
                  </a:ext>
                </a:extLst>
              </a:tr>
              <a:tr h="1485441"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chemeClr val="bg1"/>
                          </a:solidFill>
                        </a:rPr>
                        <a:t>Мексика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chemeClr val="bg1"/>
                          </a:solidFill>
                        </a:rPr>
                        <a:t>Бразилия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chemeClr val="bg1"/>
                          </a:solidFill>
                        </a:rPr>
                        <a:t>Индия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819316739"/>
                  </a:ext>
                </a:extLst>
              </a:tr>
            </a:tbl>
          </a:graphicData>
        </a:graphic>
      </p:graphicFrame>
      <p:pic>
        <p:nvPicPr>
          <p:cNvPr id="21" name="Рисунок 20" descr="Изображение выглядит как круг, Графика, Красочность&#10;&#10;Автоматически созданное описание">
            <a:extLst>
              <a:ext uri="{FF2B5EF4-FFF2-40B4-BE49-F238E27FC236}">
                <a16:creationId xmlns:a16="http://schemas.microsoft.com/office/drawing/2014/main" id="{A0D1E08F-F18E-A58B-96DC-3139AD772F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602308"/>
            <a:ext cx="1653383" cy="1653383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символ, круг, логотип,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2F7232B2-F651-332D-3BFB-C57E5198FA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708" y="2602308"/>
            <a:ext cx="1653383" cy="1653383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круг, Графика, Красочность&#10;&#10;Автоматически созданное описание">
            <a:extLst>
              <a:ext uri="{FF2B5EF4-FFF2-40B4-BE49-F238E27FC236}">
                <a16:creationId xmlns:a16="http://schemas.microsoft.com/office/drawing/2014/main" id="{2E16317F-F8AD-D00C-FBEF-57326F64B6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0434" y="2600729"/>
            <a:ext cx="1653383" cy="1653383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Графика, логотип, графический дизайн, мультфильм&#10;&#10;Автоматически созданное описание">
            <a:extLst>
              <a:ext uri="{FF2B5EF4-FFF2-40B4-BE49-F238E27FC236}">
                <a16:creationId xmlns:a16="http://schemas.microsoft.com/office/drawing/2014/main" id="{96A86412-6A40-25C5-B955-0EE5C54E620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982" y="4110975"/>
            <a:ext cx="1653383" cy="1653383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круг, снимок экрана, Графика,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722E23F7-6EB7-BD9F-3F38-6B8CBAC962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9816" y="4151041"/>
            <a:ext cx="1653383" cy="1653383"/>
          </a:xfrm>
          <a:prstGeom prst="rect">
            <a:avLst/>
          </a:prstGeom>
        </p:spPr>
      </p:pic>
      <p:pic>
        <p:nvPicPr>
          <p:cNvPr id="20" name="Рисунок 19" descr="Изображение выглядит как Графика, круг, Красочность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E4B48736-04D6-9A9F-6C8D-0C348AA3AAA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751" y="4086620"/>
            <a:ext cx="1653383" cy="165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538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84061">
        <p159:morph option="byObject"/>
      </p:transition>
    </mc:Choice>
    <mc:Fallback xmlns="">
      <p:transition spd="slow" advTm="8406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D743D5-78F2-6614-BE12-07BAAB61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9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0CD19B6-E4E3-B735-A59C-7F1D08B5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Формы государственного устройства 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97C137D-A75D-63C0-5571-5044983DEA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1B6F3D17-0B9D-669C-F8EF-4140E97C402C}"/>
              </a:ext>
            </a:extLst>
          </p:cNvPr>
          <p:cNvGraphicFramePr>
            <a:graphicFrameLocks/>
          </p:cNvGraphicFramePr>
          <p:nvPr/>
        </p:nvGraphicFramePr>
        <p:xfrm>
          <a:off x="990600" y="19780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Овал 5">
            <a:extLst>
              <a:ext uri="{FF2B5EF4-FFF2-40B4-BE49-F238E27FC236}">
                <a16:creationId xmlns:a16="http://schemas.microsoft.com/office/drawing/2014/main" id="{12E1CEEF-47F1-9E56-D4D7-1D7FDB2DB7DC}"/>
              </a:ext>
            </a:extLst>
          </p:cNvPr>
          <p:cNvSpPr/>
          <p:nvPr/>
        </p:nvSpPr>
        <p:spPr>
          <a:xfrm>
            <a:off x="1854200" y="3671094"/>
            <a:ext cx="1371600" cy="137160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85D15A72-DFB4-92D2-4E8D-460CE4C31ADD}"/>
              </a:ext>
            </a:extLst>
          </p:cNvPr>
          <p:cNvSpPr/>
          <p:nvPr/>
        </p:nvSpPr>
        <p:spPr>
          <a:xfrm>
            <a:off x="8877302" y="4445793"/>
            <a:ext cx="1041400" cy="104140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155DD2EE-6B0D-0262-6BCB-6F3BF1167980}"/>
              </a:ext>
            </a:extLst>
          </p:cNvPr>
          <p:cNvSpPr/>
          <p:nvPr/>
        </p:nvSpPr>
        <p:spPr>
          <a:xfrm>
            <a:off x="10071100" y="4445793"/>
            <a:ext cx="1041400" cy="104140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6F04A809-3EA2-BD3E-E568-48C2DF0598C7}"/>
              </a:ext>
            </a:extLst>
          </p:cNvPr>
          <p:cNvSpPr/>
          <p:nvPr/>
        </p:nvSpPr>
        <p:spPr>
          <a:xfrm>
            <a:off x="9474200" y="3390900"/>
            <a:ext cx="1041400" cy="104140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C340A856-7F65-AED0-0005-18ECFFB9879C}"/>
              </a:ext>
            </a:extLst>
          </p:cNvPr>
          <p:cNvSpPr/>
          <p:nvPr/>
        </p:nvSpPr>
        <p:spPr>
          <a:xfrm>
            <a:off x="5295898" y="4072042"/>
            <a:ext cx="1041400" cy="1041400"/>
          </a:xfrm>
          <a:prstGeom prst="ellips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4C1AFF5C-B72E-DC76-0931-070F97A4BBDE}"/>
              </a:ext>
            </a:extLst>
          </p:cNvPr>
          <p:cNvSpPr/>
          <p:nvPr/>
        </p:nvSpPr>
        <p:spPr>
          <a:xfrm>
            <a:off x="6146799" y="4113909"/>
            <a:ext cx="1041400" cy="1041400"/>
          </a:xfrm>
          <a:prstGeom prst="ellips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B453BCC1-6586-A800-C2AD-C3D26170547D}"/>
              </a:ext>
            </a:extLst>
          </p:cNvPr>
          <p:cNvSpPr/>
          <p:nvPr/>
        </p:nvSpPr>
        <p:spPr>
          <a:xfrm>
            <a:off x="5740399" y="3464622"/>
            <a:ext cx="1041400" cy="1041400"/>
          </a:xfrm>
          <a:prstGeom prst="ellips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04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972">
        <p159:morph option="byObject"/>
      </p:transition>
    </mc:Choice>
    <mc:Fallback xmlns="">
      <p:transition spd="slow" advTm="3972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D743D5-78F2-6614-BE12-07BAAB61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10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0CD19B6-E4E3-B735-A59C-7F1D08B5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Формы государственного устройства 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97C137D-A75D-63C0-5571-5044983DEA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1B6F3D17-0B9D-669C-F8EF-4140E97C40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9642812"/>
              </p:ext>
            </p:extLst>
          </p:nvPr>
        </p:nvGraphicFramePr>
        <p:xfrm>
          <a:off x="990600" y="19780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D45C9AD3-1C5D-3A62-C6ED-DA1E7BB0C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832053"/>
              </p:ext>
            </p:extLst>
          </p:nvPr>
        </p:nvGraphicFramePr>
        <p:xfrm>
          <a:off x="1181100" y="2844800"/>
          <a:ext cx="10020300" cy="317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0150">
                  <a:extLst>
                    <a:ext uri="{9D8B030D-6E8A-4147-A177-3AD203B41FA5}">
                      <a16:colId xmlns:a16="http://schemas.microsoft.com/office/drawing/2014/main" val="2195632905"/>
                    </a:ext>
                  </a:extLst>
                </a:gridCol>
                <a:gridCol w="5010150">
                  <a:extLst>
                    <a:ext uri="{9D8B030D-6E8A-4147-A177-3AD203B41FA5}">
                      <a16:colId xmlns:a16="http://schemas.microsoft.com/office/drawing/2014/main" val="3622322901"/>
                    </a:ext>
                  </a:extLst>
                </a:gridCol>
              </a:tblGrid>
              <a:tr h="158750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u="sng" dirty="0">
                          <a:solidFill>
                            <a:schemeClr val="bg1"/>
                          </a:solidFill>
                        </a:rPr>
                        <a:t>Общие принципы</a:t>
                      </a:r>
                    </a:p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Союз независимых государств, сохраняющих суверенитет, слабо координируемая власть, решения конфедерации имеют рекомендательный характер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u="sng" dirty="0">
                          <a:solidFill>
                            <a:schemeClr val="bg1"/>
                          </a:solidFill>
                        </a:rPr>
                        <a:t>Территориальное деление </a:t>
                      </a:r>
                    </a:p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Каждое государство-член сохраняет полную независимость и суверенитет, границы могут изменяться только с согласия всех членов конфедерации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322940"/>
                  </a:ext>
                </a:extLst>
              </a:tr>
              <a:tr h="158750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u="sng" dirty="0">
                          <a:solidFill>
                            <a:schemeClr val="bg1"/>
                          </a:solidFill>
                        </a:rPr>
                        <a:t>Издание правовых актов</a:t>
                      </a:r>
                    </a:p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Правовые акты принимаются на уровне государств-членов, решения конфедерации исполняются только при согласии членов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u="sng" dirty="0">
                          <a:solidFill>
                            <a:schemeClr val="bg1"/>
                          </a:solidFill>
                        </a:rPr>
                        <a:t>Атрибуты территорий</a:t>
                      </a:r>
                    </a:p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Полный набор государственных атрибутов (Конституция, символика, гражданство и т.д.) сохраняется у каждого государства-члена конфедерации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06095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642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7217">
        <p159:morph option="byObject"/>
      </p:transition>
    </mc:Choice>
    <mc:Fallback xmlns="">
      <p:transition spd="slow" advTm="207217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D743D5-78F2-6614-BE12-07BAAB61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11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0CD19B6-E4E3-B735-A59C-7F1D08B5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Формы государственного устройства 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97C137D-A75D-63C0-5571-5044983DEA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1B6F3D17-0B9D-669C-F8EF-4140E97C402C}"/>
              </a:ext>
            </a:extLst>
          </p:cNvPr>
          <p:cNvGraphicFramePr>
            <a:graphicFrameLocks/>
          </p:cNvGraphicFramePr>
          <p:nvPr/>
        </p:nvGraphicFramePr>
        <p:xfrm>
          <a:off x="990600" y="19780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9AEEDFBC-D8B3-AC8B-8DDA-8085136013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801705"/>
              </p:ext>
            </p:extLst>
          </p:nvPr>
        </p:nvGraphicFramePr>
        <p:xfrm>
          <a:off x="1188074" y="4481853"/>
          <a:ext cx="9969501" cy="14854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3167">
                  <a:extLst>
                    <a:ext uri="{9D8B030D-6E8A-4147-A177-3AD203B41FA5}">
                      <a16:colId xmlns:a16="http://schemas.microsoft.com/office/drawing/2014/main" val="2273978066"/>
                    </a:ext>
                  </a:extLst>
                </a:gridCol>
                <a:gridCol w="3323167">
                  <a:extLst>
                    <a:ext uri="{9D8B030D-6E8A-4147-A177-3AD203B41FA5}">
                      <a16:colId xmlns:a16="http://schemas.microsoft.com/office/drawing/2014/main" val="1724340959"/>
                    </a:ext>
                  </a:extLst>
                </a:gridCol>
                <a:gridCol w="3323167">
                  <a:extLst>
                    <a:ext uri="{9D8B030D-6E8A-4147-A177-3AD203B41FA5}">
                      <a16:colId xmlns:a16="http://schemas.microsoft.com/office/drawing/2014/main" val="839472831"/>
                    </a:ext>
                  </a:extLst>
                </a:gridCol>
              </a:tblGrid>
              <a:tr h="1485441"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chemeClr val="bg1"/>
                          </a:solidFill>
                        </a:rPr>
                        <a:t>Европейский союз (ЕС)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chemeClr val="bg1"/>
                          </a:solidFill>
                        </a:rPr>
                        <a:t>Содружество Независимых Государств (СНГ)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chemeClr val="bg1"/>
                          </a:solidFill>
                        </a:rPr>
                        <a:t>Евразийский экономический союз (ЕАЭС)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9959084"/>
                  </a:ext>
                </a:extLst>
              </a:tr>
            </a:tbl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46DD1C9E-DA23-727D-E83F-E96492FD19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0" r="17000"/>
          <a:stretch/>
        </p:blipFill>
        <p:spPr bwMode="auto">
          <a:xfrm>
            <a:off x="2060830" y="2888512"/>
            <a:ext cx="1593340" cy="160842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719AF25-BDBC-0031-8E01-3E31C3201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729" y="2888512"/>
            <a:ext cx="1593341" cy="159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788B4A89-111D-5FE4-EA09-1369A3365C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73"/>
          <a:stretch/>
        </p:blipFill>
        <p:spPr bwMode="auto">
          <a:xfrm>
            <a:off x="8842629" y="2873877"/>
            <a:ext cx="1593341" cy="1580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962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8749">
        <p159:morph option="byObject"/>
      </p:transition>
    </mc:Choice>
    <mc:Fallback xmlns="">
      <p:transition spd="slow" advTm="108749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id="{A4AE967B-CE4C-0D54-93B3-824B8DC99A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0552369"/>
              </p:ext>
            </p:extLst>
          </p:nvPr>
        </p:nvGraphicFramePr>
        <p:xfrm>
          <a:off x="838200" y="1612900"/>
          <a:ext cx="10515600" cy="4564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D743D5-78F2-6614-BE12-07BAAB61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12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0CD19B6-E4E3-B735-A59C-7F1D08B5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Российская Федерация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97C137D-A75D-63C0-5571-5044983DEAB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30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4554"/>
    </mc:Choice>
    <mc:Fallback xmlns="">
      <p:transition spd="slow" advTm="264554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id="{A4AE967B-CE4C-0D54-93B3-824B8DC99A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0548489"/>
              </p:ext>
            </p:extLst>
          </p:nvPr>
        </p:nvGraphicFramePr>
        <p:xfrm>
          <a:off x="838200" y="1612901"/>
          <a:ext cx="10515600" cy="2290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D743D5-78F2-6614-BE12-07BAAB61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13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0CD19B6-E4E3-B735-A59C-7F1D08B5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Субъекты Российской Федерации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97C137D-A75D-63C0-5571-5044983DEAB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4EA8C220-B9E5-DBCD-3185-334C2352C9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2360552"/>
              </p:ext>
            </p:extLst>
          </p:nvPr>
        </p:nvGraphicFramePr>
        <p:xfrm>
          <a:off x="3035753" y="4021532"/>
          <a:ext cx="8318047" cy="2216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70EAB9D9-908F-F648-91A5-5CCB8186C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021532"/>
            <a:ext cx="2216693" cy="221669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1175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858"/>
    </mc:Choice>
    <mc:Fallback xmlns="">
      <p:transition spd="slow" advTm="84858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undefined">
            <a:extLst>
              <a:ext uri="{FF2B5EF4-FFF2-40B4-BE49-F238E27FC236}">
                <a16:creationId xmlns:a16="http://schemas.microsoft.com/office/drawing/2014/main" id="{984E19CC-1427-B014-AF53-14CD7D07C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328" y="1189037"/>
            <a:ext cx="10041672" cy="553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D743D5-78F2-6614-BE12-07BAAB61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14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0CD19B6-E4E3-B735-A59C-7F1D08B5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Субъекты Российской Федерации – 89 ед.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97C137D-A75D-63C0-5571-5044983DEA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58B03BD3-376B-8B3B-13B8-BB136417F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982689"/>
              </p:ext>
            </p:extLst>
          </p:nvPr>
        </p:nvGraphicFramePr>
        <p:xfrm>
          <a:off x="198455" y="2472233"/>
          <a:ext cx="1753418" cy="29660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5210">
                  <a:extLst>
                    <a:ext uri="{9D8B030D-6E8A-4147-A177-3AD203B41FA5}">
                      <a16:colId xmlns:a16="http://schemas.microsoft.com/office/drawing/2014/main" val="3032935334"/>
                    </a:ext>
                  </a:extLst>
                </a:gridCol>
                <a:gridCol w="408208">
                  <a:extLst>
                    <a:ext uri="{9D8B030D-6E8A-4147-A177-3AD203B41FA5}">
                      <a16:colId xmlns:a16="http://schemas.microsoft.com/office/drawing/2014/main" val="1897704134"/>
                    </a:ext>
                  </a:extLst>
                </a:gridCol>
              </a:tblGrid>
              <a:tr h="343822">
                <a:tc>
                  <a:txBody>
                    <a:bodyPr/>
                    <a:lstStyle/>
                    <a:p>
                      <a:r>
                        <a:rPr lang="ru-RU" sz="1400" dirty="0"/>
                        <a:t>Области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C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C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75175"/>
                  </a:ext>
                </a:extLst>
              </a:tr>
              <a:tr h="343822">
                <a:tc>
                  <a:txBody>
                    <a:bodyPr/>
                    <a:lstStyle/>
                    <a:p>
                      <a:r>
                        <a:rPr lang="ru-RU" sz="1400" dirty="0"/>
                        <a:t>Республики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1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212801"/>
                  </a:ext>
                </a:extLst>
              </a:tr>
              <a:tr h="567032">
                <a:tc>
                  <a:txBody>
                    <a:bodyPr/>
                    <a:lstStyle/>
                    <a:p>
                      <a:r>
                        <a:rPr lang="ru-RU" sz="1400" dirty="0"/>
                        <a:t>Автономная область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662918"/>
                  </a:ext>
                </a:extLst>
              </a:tr>
              <a:tr h="567032">
                <a:tc>
                  <a:txBody>
                    <a:bodyPr/>
                    <a:lstStyle/>
                    <a:p>
                      <a:r>
                        <a:rPr lang="ru-RU" sz="1400" dirty="0"/>
                        <a:t>Автономные округа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363315"/>
                  </a:ext>
                </a:extLst>
              </a:tr>
              <a:tr h="343822">
                <a:tc>
                  <a:txBody>
                    <a:bodyPr/>
                    <a:lstStyle/>
                    <a:p>
                      <a:r>
                        <a:rPr lang="ru-RU" sz="1400" dirty="0"/>
                        <a:t>Края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370499"/>
                  </a:ext>
                </a:extLst>
              </a:tr>
              <a:tr h="800516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Города федерального значения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27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27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556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475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598"/>
    </mc:Choice>
    <mc:Fallback xmlns="">
      <p:transition spd="slow" advTm="190598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7A15E-871D-2980-F0C5-97C562442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1DEDE2-C78C-563A-9CBB-41429FEC3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15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8D1E4B8-265A-104A-081D-016C25DCC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 формирования субъектов РФ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833D9F46-AB93-AB64-81DF-8D8E95646F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6BD1CE02-728D-109D-E83A-77D95E793D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8701122"/>
              </p:ext>
            </p:extLst>
          </p:nvPr>
        </p:nvGraphicFramePr>
        <p:xfrm>
          <a:off x="990600" y="1516661"/>
          <a:ext cx="10515600" cy="48127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BFB51F61-F907-C871-0988-25BF2ED785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975481"/>
              </p:ext>
            </p:extLst>
          </p:nvPr>
        </p:nvGraphicFramePr>
        <p:xfrm>
          <a:off x="990600" y="1516661"/>
          <a:ext cx="10453689" cy="46751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84563">
                  <a:extLst>
                    <a:ext uri="{9D8B030D-6E8A-4147-A177-3AD203B41FA5}">
                      <a16:colId xmlns:a16="http://schemas.microsoft.com/office/drawing/2014/main" val="3223721156"/>
                    </a:ext>
                  </a:extLst>
                </a:gridCol>
                <a:gridCol w="3702186">
                  <a:extLst>
                    <a:ext uri="{9D8B030D-6E8A-4147-A177-3AD203B41FA5}">
                      <a16:colId xmlns:a16="http://schemas.microsoft.com/office/drawing/2014/main" val="2416661413"/>
                    </a:ext>
                  </a:extLst>
                </a:gridCol>
                <a:gridCol w="3266940">
                  <a:extLst>
                    <a:ext uri="{9D8B030D-6E8A-4147-A177-3AD203B41FA5}">
                      <a16:colId xmlns:a16="http://schemas.microsoft.com/office/drawing/2014/main" val="2598343800"/>
                    </a:ext>
                  </a:extLst>
                </a:gridCol>
              </a:tblGrid>
              <a:tr h="1233821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Территориальный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Национальный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Смешанный </a:t>
                      </a:r>
                      <a:br>
                        <a:rPr lang="ru-RU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(национально-территориальный)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2401307"/>
                  </a:ext>
                </a:extLst>
              </a:tr>
              <a:tr h="172065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на основе географического расположения и историко-географических факторов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на основе этнической и культурной идентичности населения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на основе сочетания географических и этнических факторов.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2340673"/>
                  </a:ext>
                </a:extLst>
              </a:tr>
              <a:tr h="1720656"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Краснодарский край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Приморский край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Ростовская область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Красноярский край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Вологодская область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Республика Татарстан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Республика Башкортостан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Республика Саха (Якутия)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Чеченская Республика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Карачаево-Черкесская Республика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Республика Дагестан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Кабардино-Балкарская Республика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Республика Коми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Республика Алтай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Республика Бурятия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8536740"/>
                  </a:ext>
                </a:extLst>
              </a:tr>
            </a:tbl>
          </a:graphicData>
        </a:graphic>
      </p:graphicFrame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1993E45-1D11-E5AD-AA85-C08DFEFA08B7}"/>
              </a:ext>
            </a:extLst>
          </p:cNvPr>
          <p:cNvCxnSpPr>
            <a:cxnSpLocks/>
          </p:cNvCxnSpPr>
          <p:nvPr/>
        </p:nvCxnSpPr>
        <p:spPr>
          <a:xfrm>
            <a:off x="1293223" y="2749739"/>
            <a:ext cx="27301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76AA0D09-13F0-99F5-4A12-9AC046A4DF52}"/>
              </a:ext>
            </a:extLst>
          </p:cNvPr>
          <p:cNvCxnSpPr>
            <a:cxnSpLocks/>
          </p:cNvCxnSpPr>
          <p:nvPr/>
        </p:nvCxnSpPr>
        <p:spPr>
          <a:xfrm>
            <a:off x="1293223" y="4469671"/>
            <a:ext cx="27301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C89E6C63-A927-A075-9486-97D2AA9A979C}"/>
              </a:ext>
            </a:extLst>
          </p:cNvPr>
          <p:cNvCxnSpPr>
            <a:cxnSpLocks/>
          </p:cNvCxnSpPr>
          <p:nvPr/>
        </p:nvCxnSpPr>
        <p:spPr>
          <a:xfrm>
            <a:off x="4887686" y="2745380"/>
            <a:ext cx="27301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2363890-45F3-FE0B-AC8F-6D18942A0A6A}"/>
              </a:ext>
            </a:extLst>
          </p:cNvPr>
          <p:cNvCxnSpPr>
            <a:cxnSpLocks/>
          </p:cNvCxnSpPr>
          <p:nvPr/>
        </p:nvCxnSpPr>
        <p:spPr>
          <a:xfrm>
            <a:off x="4887686" y="4465312"/>
            <a:ext cx="27301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CFF83BA8-EA08-4966-4631-0314BF45F586}"/>
              </a:ext>
            </a:extLst>
          </p:cNvPr>
          <p:cNvCxnSpPr>
            <a:cxnSpLocks/>
          </p:cNvCxnSpPr>
          <p:nvPr/>
        </p:nvCxnSpPr>
        <p:spPr>
          <a:xfrm>
            <a:off x="8436429" y="2745380"/>
            <a:ext cx="27301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87D49E2-9B08-64B1-7D7E-A9605D0C5913}"/>
              </a:ext>
            </a:extLst>
          </p:cNvPr>
          <p:cNvCxnSpPr>
            <a:cxnSpLocks/>
          </p:cNvCxnSpPr>
          <p:nvPr/>
        </p:nvCxnSpPr>
        <p:spPr>
          <a:xfrm>
            <a:off x="8436429" y="4465312"/>
            <a:ext cx="27301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54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2173"/>
    </mc:Choice>
    <mc:Fallback xmlns="">
      <p:transition spd="slow" advTm="182173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DF065-4F6E-CF19-28B8-58CFE83E3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id="{715EF0D6-E6BA-DAC2-A8FF-195D3570A6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1863227"/>
              </p:ext>
            </p:extLst>
          </p:nvPr>
        </p:nvGraphicFramePr>
        <p:xfrm>
          <a:off x="838200" y="1612900"/>
          <a:ext cx="10515600" cy="4564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62B5E1-CC48-B528-6787-F7919E99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16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06FF2D88-330B-5524-6F1D-A949FC5E9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российского федерализма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82790B0D-D122-4083-D32F-B0CEECC84FD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49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8740"/>
    </mc:Choice>
    <mc:Fallback xmlns="">
      <p:transition spd="slow" advTm="32874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4022E-51C4-7069-91AE-355257C2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id="{D368269F-5AA8-3CF2-1FD8-ABACD7C5F4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572786"/>
              </p:ext>
            </p:extLst>
          </p:nvPr>
        </p:nvGraphicFramePr>
        <p:xfrm>
          <a:off x="838200" y="1612900"/>
          <a:ext cx="10515600" cy="4564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D9B407-628B-FE55-995B-E09247DB6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17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7427F2F-3C56-4648-4AC0-32D5A0601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Характеристика субъектов РФ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6D731A25-4E1B-2F5A-C219-6109338E4D0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85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801"/>
    </mc:Choice>
    <mc:Fallback xmlns="">
      <p:transition spd="slow" advTm="36180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EADD5-10DA-313D-CD2F-559844A97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2DF50A-152A-4416-E6BB-F3A6382A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18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118086-8E2C-56D0-B365-5A5F97AC1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Образование нового субъекта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06962D9C-3DD7-A4C4-C749-C1B77F89F8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CA8E0301-A452-EC8F-2D83-943D7F9DE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4404626"/>
              </p:ext>
            </p:extLst>
          </p:nvPr>
        </p:nvGraphicFramePr>
        <p:xfrm>
          <a:off x="277586" y="1825625"/>
          <a:ext cx="11677940" cy="23544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3" name="Схема 12">
            <a:extLst>
              <a:ext uri="{FF2B5EF4-FFF2-40B4-BE49-F238E27FC236}">
                <a16:creationId xmlns:a16="http://schemas.microsoft.com/office/drawing/2014/main" id="{B4F12C16-66E1-4263-452A-2F8441FC25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9672936"/>
              </p:ext>
            </p:extLst>
          </p:nvPr>
        </p:nvGraphicFramePr>
        <p:xfrm>
          <a:off x="277586" y="4376057"/>
          <a:ext cx="11677940" cy="1836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56040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4766"/>
    </mc:Choice>
    <mc:Fallback xmlns="">
      <p:transition spd="slow" advTm="134766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E2A69-668E-69A1-3BB1-1758AB3B8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77A365-C45E-E876-9A6B-26433788C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19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81C0CAF2-91D7-4951-0692-21B767EA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Предметы ведения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C5BC99BE-47EC-6083-899D-EF385FB03C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EE8F07C6-A193-3CB4-F540-E82BB3A632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2979348"/>
              </p:ext>
            </p:extLst>
          </p:nvPr>
        </p:nvGraphicFramePr>
        <p:xfrm>
          <a:off x="236471" y="1497615"/>
          <a:ext cx="11511935" cy="1588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F977737-B165-D7BB-2594-7644437D7DA7}"/>
              </a:ext>
            </a:extLst>
          </p:cNvPr>
          <p:cNvSpPr txBox="1"/>
          <p:nvPr/>
        </p:nvSpPr>
        <p:spPr>
          <a:xfrm>
            <a:off x="270635" y="6582975"/>
            <a:ext cx="116507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Энциклопедический словарь «Конституционное право России». — М.: Юридическая литература. В. И. </a:t>
            </a:r>
            <a:r>
              <a:rPr lang="ru-RU" sz="1200" dirty="0" err="1"/>
              <a:t>Червонюк</a:t>
            </a:r>
            <a:r>
              <a:rPr lang="ru-RU" sz="1200" dirty="0"/>
              <a:t>, И. В. Калинский, Г. И. Иванец. 2002.</a:t>
            </a:r>
          </a:p>
        </p:txBody>
      </p:sp>
      <p:graphicFrame>
        <p:nvGraphicFramePr>
          <p:cNvPr id="17" name="Схема 16">
            <a:extLst>
              <a:ext uri="{FF2B5EF4-FFF2-40B4-BE49-F238E27FC236}">
                <a16:creationId xmlns:a16="http://schemas.microsoft.com/office/drawing/2014/main" id="{C0A978E3-8021-DA8C-E14B-AE52CAD34D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2875377"/>
              </p:ext>
            </p:extLst>
          </p:nvPr>
        </p:nvGraphicFramePr>
        <p:xfrm>
          <a:off x="236472" y="3217029"/>
          <a:ext cx="11511934" cy="313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198541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476"/>
    </mc:Choice>
    <mc:Fallback xmlns="">
      <p:transition spd="slow" advTm="178476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9F34036E-93CE-A21D-6B97-18FB46A530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0708583"/>
              </p:ext>
            </p:extLst>
          </p:nvPr>
        </p:nvGraphicFramePr>
        <p:xfrm>
          <a:off x="277586" y="1497615"/>
          <a:ext cx="11617778" cy="4952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31572E-3FC3-10EE-49EB-68D5A6DC4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20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3BEDAD3-98CE-B4C6-0292-5A8057B0D20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 разграничения предметов ведения</a:t>
            </a:r>
          </a:p>
        </p:txBody>
      </p:sp>
      <p:pic>
        <p:nvPicPr>
          <p:cNvPr id="6" name="Рисунок 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36614CEA-7EB6-8A4D-FDF8-8D65F070AA2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761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059"/>
    </mc:Choice>
    <mc:Fallback xmlns="">
      <p:transition spd="slow" advTm="186059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DF297-26E4-20ED-CC7D-37B066086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0837D1-41E6-1273-08FC-53ABE247F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21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305C6B20-898F-8E18-8229-3A73B55183B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Органы власти субъекта РФ</a:t>
            </a:r>
          </a:p>
        </p:txBody>
      </p:sp>
      <p:pic>
        <p:nvPicPr>
          <p:cNvPr id="6" name="Рисунок 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1CEB7DBC-72C7-DDA4-EECC-D03D32BB60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12" name="Схема 11">
            <a:extLst>
              <a:ext uri="{FF2B5EF4-FFF2-40B4-BE49-F238E27FC236}">
                <a16:creationId xmlns:a16="http://schemas.microsoft.com/office/drawing/2014/main" id="{99AF02BD-2C78-07E5-47DD-EE08223AF5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7743932"/>
              </p:ext>
            </p:extLst>
          </p:nvPr>
        </p:nvGraphicFramePr>
        <p:xfrm>
          <a:off x="144915" y="1522843"/>
          <a:ext cx="11810611" cy="1253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7" name="Схема 16">
            <a:extLst>
              <a:ext uri="{FF2B5EF4-FFF2-40B4-BE49-F238E27FC236}">
                <a16:creationId xmlns:a16="http://schemas.microsoft.com/office/drawing/2014/main" id="{1E1AA7AF-5A27-943C-AEB1-209F226929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6404348"/>
              </p:ext>
            </p:extLst>
          </p:nvPr>
        </p:nvGraphicFramePr>
        <p:xfrm>
          <a:off x="144914" y="2775858"/>
          <a:ext cx="11810611" cy="3796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43917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312"/>
    </mc:Choice>
    <mc:Fallback xmlns="">
      <p:transition spd="slow" advTm="203312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D743D5-78F2-6614-BE12-07BAAB61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22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0CD19B6-E4E3-B735-A59C-7F1D08B5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Муниципальные образования России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97C137D-A75D-63C0-5571-5044983DEA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13314" name="Picture 2">
            <a:extLst>
              <a:ext uri="{FF2B5EF4-FFF2-40B4-BE49-F238E27FC236}">
                <a16:creationId xmlns:a16="http://schemas.microsoft.com/office/drawing/2014/main" id="{15470072-C0FF-04B5-5F91-A7915C9FC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553" y="1074738"/>
            <a:ext cx="10312894" cy="553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 descr="Изображение выглядит как зарисовка, рисунок, карта&#10;&#10;Автоматически созданное описание">
            <a:extLst>
              <a:ext uri="{FF2B5EF4-FFF2-40B4-BE49-F238E27FC236}">
                <a16:creationId xmlns:a16="http://schemas.microsoft.com/office/drawing/2014/main" id="{BD3B2CC2-AEAE-6A0F-2A84-2586CA00B7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53237" y1="74515" x2="71614" y2="60218"/>
                        <a14:foregroundMark x1="71614" y1="60218" x2="77439" y2="50162"/>
                        <a14:foregroundMark x1="77439" y1="50162" x2="78541" y2="47132"/>
                        <a14:backgroundMark x1="12214" y1="53029" x2="24145" y2="29645"/>
                        <a14:backgroundMark x1="24145" y1="29645" x2="18094" y2="29241"/>
                        <a14:backgroundMark x1="18094" y1="29241" x2="26463" y2="33724"/>
                        <a14:backgroundMark x1="26463" y1="33724" x2="31496" y2="47213"/>
                        <a14:backgroundMark x1="31496" y1="47213" x2="26152" y2="48990"/>
                        <a14:backgroundMark x1="26152" y1="48990" x2="22307" y2="47011"/>
                        <a14:backgroundMark x1="22307" y1="47011" x2="26180" y2="51939"/>
                        <a14:backgroundMark x1="26180" y1="51939" x2="40910" y2="39378"/>
                        <a14:backgroundMark x1="40910" y1="39378" x2="46961" y2="38449"/>
                        <a14:backgroundMark x1="46961" y1="38449" x2="46028" y2="45800"/>
                        <a14:backgroundMark x1="46028" y1="45800" x2="41165" y2="52464"/>
                        <a14:backgroundMark x1="41165" y1="52464" x2="41504" y2="58683"/>
                        <a14:backgroundMark x1="41504" y1="58683" x2="59316" y2="47011"/>
                        <a14:backgroundMark x1="59316" y1="47011" x2="39355" y2="63368"/>
                        <a14:backgroundMark x1="39355" y1="63368" x2="37065" y2="71082"/>
                        <a14:backgroundMark x1="37065" y1="71082" x2="40571" y2="69507"/>
                        <a14:backgroundMark x1="40571" y1="69507" x2="40628" y2="69426"/>
                        <a14:backgroundMark x1="58835" y1="56664" x2="64772" y2="55695"/>
                      </a14:backgroundRemoval>
                    </a14:imgEffect>
                    <a14:imgEffect>
                      <a14:sharpenSoften amount="100000"/>
                    </a14:imgEffect>
                    <a14:imgEffect>
                      <a14:brightnessContrast bright="4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5017" t="40526" r="15100"/>
          <a:stretch/>
        </p:blipFill>
        <p:spPr>
          <a:xfrm rot="2392463">
            <a:off x="897470" y="4490816"/>
            <a:ext cx="838199" cy="874937"/>
          </a:xfrm>
          <a:prstGeom prst="rect">
            <a:avLst/>
          </a:prstGeom>
          <a:effectLst>
            <a:glow rad="12700">
              <a:srgbClr val="FF0000"/>
            </a:glow>
          </a:effectLst>
        </p:spPr>
      </p:pic>
    </p:spTree>
    <p:extLst>
      <p:ext uri="{BB962C8B-B14F-4D97-AF65-F5344CB8AC3E}">
        <p14:creationId xmlns:p14="http://schemas.microsoft.com/office/powerpoint/2010/main" val="3673712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325"/>
    </mc:Choice>
    <mc:Fallback xmlns="">
      <p:transition spd="slow" advTm="212325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87153FB-7B91-529E-3C4F-A63F8BA1999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vert="horz" wrap="square" lIns="91425" tIns="91425" rIns="91425" bIns="91425" rtlCol="0" anchor="ctr" anchorCtr="0">
            <a:norm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Административно-территориальное устройство 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834AAE0A-91F3-8A65-9FF5-EDC4539403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73" name="Google Shape;273;p31"/>
          <p:cNvSpPr txBox="1">
            <a:spLocks noGrp="1"/>
          </p:cNvSpPr>
          <p:nvPr>
            <p:ph type="body" idx="1"/>
          </p:nvPr>
        </p:nvSpPr>
        <p:spPr>
          <a:xfrm>
            <a:off x="-143939" y="2053908"/>
            <a:ext cx="1757600" cy="64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186258" indent="0">
              <a:buNone/>
            </a:pPr>
            <a:r>
              <a:rPr lang="ru" sz="1600" dirty="0">
                <a:latin typeface="Times New Roman"/>
                <a:ea typeface="Times New Roman"/>
                <a:cs typeface="Times New Roman"/>
                <a:sym typeface="Times New Roman"/>
              </a:rPr>
              <a:t>Субъекты РФ</a:t>
            </a:r>
            <a:endParaRPr dirty="0"/>
          </a:p>
        </p:txBody>
      </p:sp>
      <p:sp>
        <p:nvSpPr>
          <p:cNvPr id="274" name="Google Shape;274;p31"/>
          <p:cNvSpPr/>
          <p:nvPr/>
        </p:nvSpPr>
        <p:spPr>
          <a:xfrm>
            <a:off x="4833913" y="1409053"/>
            <a:ext cx="3262000" cy="319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Российская</a:t>
            </a:r>
            <a:r>
              <a:rPr lang="ru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Федерация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31"/>
          <p:cNvSpPr/>
          <p:nvPr/>
        </p:nvSpPr>
        <p:spPr>
          <a:xfrm>
            <a:off x="2492972" y="2029591"/>
            <a:ext cx="3262000" cy="612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Города федерального значения (3)</a:t>
            </a:r>
            <a:endParaRPr sz="2400"/>
          </a:p>
        </p:txBody>
      </p:sp>
      <p:sp>
        <p:nvSpPr>
          <p:cNvPr id="276" name="Google Shape;276;p31"/>
          <p:cNvSpPr/>
          <p:nvPr/>
        </p:nvSpPr>
        <p:spPr>
          <a:xfrm>
            <a:off x="7222628" y="2038283"/>
            <a:ext cx="3262000" cy="612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Области, края, республики (86)</a:t>
            </a:r>
            <a:endParaRPr sz="2400" dirty="0"/>
          </a:p>
        </p:txBody>
      </p:sp>
      <p:sp>
        <p:nvSpPr>
          <p:cNvPr id="277" name="Google Shape;277;p31"/>
          <p:cNvSpPr/>
          <p:nvPr/>
        </p:nvSpPr>
        <p:spPr>
          <a:xfrm>
            <a:off x="2123909" y="3106824"/>
            <a:ext cx="4000000" cy="586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Внутригородская территория города федерального значения (267)</a:t>
            </a:r>
            <a:endParaRPr sz="2400"/>
          </a:p>
        </p:txBody>
      </p:sp>
      <p:sp>
        <p:nvSpPr>
          <p:cNvPr id="278" name="Google Shape;278;p31"/>
          <p:cNvSpPr/>
          <p:nvPr/>
        </p:nvSpPr>
        <p:spPr>
          <a:xfrm>
            <a:off x="6549155" y="3082800"/>
            <a:ext cx="1647200" cy="612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Городские округа (582)</a:t>
            </a:r>
            <a:endParaRPr sz="2400" dirty="0"/>
          </a:p>
        </p:txBody>
      </p:sp>
      <p:sp>
        <p:nvSpPr>
          <p:cNvPr id="279" name="Google Shape;279;p31"/>
          <p:cNvSpPr/>
          <p:nvPr/>
        </p:nvSpPr>
        <p:spPr>
          <a:xfrm>
            <a:off x="8724929" y="3106824"/>
            <a:ext cx="3262000" cy="628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Муниципальные районы / округа (1 346 / 399)</a:t>
            </a:r>
            <a:endParaRPr sz="2400" dirty="0"/>
          </a:p>
        </p:txBody>
      </p:sp>
      <p:sp>
        <p:nvSpPr>
          <p:cNvPr id="280" name="Google Shape;280;p31"/>
          <p:cNvSpPr/>
          <p:nvPr/>
        </p:nvSpPr>
        <p:spPr>
          <a:xfrm>
            <a:off x="3465951" y="4129309"/>
            <a:ext cx="3116000" cy="96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Внутригородской район городского округа с</a:t>
            </a:r>
            <a:endParaRPr sz="2400"/>
          </a:p>
          <a:p>
            <a:pPr algn="ctr"/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внутригородским делением (19)</a:t>
            </a:r>
            <a:endParaRPr sz="2400"/>
          </a:p>
        </p:txBody>
      </p:sp>
      <p:sp>
        <p:nvSpPr>
          <p:cNvPr id="281" name="Google Shape;281;p31"/>
          <p:cNvSpPr/>
          <p:nvPr/>
        </p:nvSpPr>
        <p:spPr>
          <a:xfrm>
            <a:off x="10097911" y="4102649"/>
            <a:ext cx="1888800" cy="1040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Сельские поселения </a:t>
            </a:r>
            <a:b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(≈ 17 тыс.)</a:t>
            </a:r>
            <a:endParaRPr sz="2400" dirty="0"/>
          </a:p>
        </p:txBody>
      </p:sp>
      <p:sp>
        <p:nvSpPr>
          <p:cNvPr id="282" name="Google Shape;282;p31"/>
          <p:cNvSpPr/>
          <p:nvPr/>
        </p:nvSpPr>
        <p:spPr>
          <a:xfrm>
            <a:off x="6794273" y="4129309"/>
            <a:ext cx="1345600" cy="1018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Городские поселения (≈1,4 тыс.)</a:t>
            </a:r>
            <a:endParaRPr sz="2400" dirty="0"/>
          </a:p>
        </p:txBody>
      </p:sp>
      <p:sp>
        <p:nvSpPr>
          <p:cNvPr id="283" name="Google Shape;283;p31"/>
          <p:cNvSpPr/>
          <p:nvPr/>
        </p:nvSpPr>
        <p:spPr>
          <a:xfrm>
            <a:off x="8257844" y="4114402"/>
            <a:ext cx="1722400" cy="1028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Межселенная территория </a:t>
            </a:r>
            <a:b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(-)</a:t>
            </a:r>
            <a:endParaRPr sz="2400" dirty="0"/>
          </a:p>
        </p:txBody>
      </p:sp>
      <p:sp>
        <p:nvSpPr>
          <p:cNvPr id="284" name="Google Shape;284;p31"/>
          <p:cNvSpPr/>
          <p:nvPr/>
        </p:nvSpPr>
        <p:spPr>
          <a:xfrm>
            <a:off x="8387645" y="5513948"/>
            <a:ext cx="3599200" cy="105543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Сельские населённые пункты:</a:t>
            </a: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село, местечко, деревня, слобода, станица, хутор (≈134 тыс.)</a:t>
            </a:r>
            <a:endParaRPr sz="2400" dirty="0"/>
          </a:p>
        </p:txBody>
      </p:sp>
      <p:sp>
        <p:nvSpPr>
          <p:cNvPr id="285" name="Google Shape;285;p31"/>
          <p:cNvSpPr/>
          <p:nvPr/>
        </p:nvSpPr>
        <p:spPr>
          <a:xfrm>
            <a:off x="1471603" y="5521263"/>
            <a:ext cx="6724800" cy="104788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Городские населённые пункты: </a:t>
            </a:r>
            <a:br>
              <a:rPr lang="ru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город, посёлок (городского типа, рабочий, курортный, дачный, при станции), населённый пункт, ж/д станция (будка, казарма, разъезд), станция, разъезд (≈ 23 тыс.)</a:t>
            </a:r>
            <a:endParaRPr sz="2400" dirty="0"/>
          </a:p>
        </p:txBody>
      </p:sp>
      <p:cxnSp>
        <p:nvCxnSpPr>
          <p:cNvPr id="286" name="Google Shape;286;p31"/>
          <p:cNvCxnSpPr>
            <a:stCxn id="274" idx="2"/>
            <a:endCxn id="275" idx="0"/>
          </p:cNvCxnSpPr>
          <p:nvPr/>
        </p:nvCxnSpPr>
        <p:spPr>
          <a:xfrm flipH="1">
            <a:off x="4123972" y="1728253"/>
            <a:ext cx="2340941" cy="30133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7" name="Google Shape;287;p31"/>
          <p:cNvCxnSpPr>
            <a:stCxn id="274" idx="2"/>
            <a:endCxn id="276" idx="0"/>
          </p:cNvCxnSpPr>
          <p:nvPr/>
        </p:nvCxnSpPr>
        <p:spPr>
          <a:xfrm>
            <a:off x="6464913" y="1728253"/>
            <a:ext cx="2388715" cy="31003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8" name="Google Shape;288;p31"/>
          <p:cNvCxnSpPr>
            <a:cxnSpLocks/>
            <a:endCxn id="277" idx="0"/>
          </p:cNvCxnSpPr>
          <p:nvPr/>
        </p:nvCxnSpPr>
        <p:spPr>
          <a:xfrm>
            <a:off x="4123972" y="2700864"/>
            <a:ext cx="0" cy="406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9" name="Google Shape;289;p31"/>
          <p:cNvCxnSpPr>
            <a:cxnSpLocks/>
            <a:endCxn id="278" idx="0"/>
          </p:cNvCxnSpPr>
          <p:nvPr/>
        </p:nvCxnSpPr>
        <p:spPr>
          <a:xfrm flipH="1">
            <a:off x="7372828" y="2709556"/>
            <a:ext cx="1480800" cy="373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0" name="Google Shape;290;p31"/>
          <p:cNvCxnSpPr>
            <a:cxnSpLocks/>
            <a:endCxn id="279" idx="0"/>
          </p:cNvCxnSpPr>
          <p:nvPr/>
        </p:nvCxnSpPr>
        <p:spPr>
          <a:xfrm>
            <a:off x="8853628" y="2709556"/>
            <a:ext cx="1502400" cy="397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1" name="Google Shape;291;p31"/>
          <p:cNvCxnSpPr>
            <a:stCxn id="278" idx="2"/>
            <a:endCxn id="280" idx="0"/>
          </p:cNvCxnSpPr>
          <p:nvPr/>
        </p:nvCxnSpPr>
        <p:spPr>
          <a:xfrm flipH="1">
            <a:off x="5023951" y="3694800"/>
            <a:ext cx="2348804" cy="43450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2" name="Google Shape;292;p31"/>
          <p:cNvCxnSpPr>
            <a:stCxn id="278" idx="2"/>
            <a:endCxn id="282" idx="0"/>
          </p:cNvCxnSpPr>
          <p:nvPr/>
        </p:nvCxnSpPr>
        <p:spPr>
          <a:xfrm>
            <a:off x="7372755" y="3694800"/>
            <a:ext cx="94318" cy="43450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3" name="Google Shape;293;p31"/>
          <p:cNvCxnSpPr>
            <a:stCxn id="279" idx="2"/>
            <a:endCxn id="282" idx="0"/>
          </p:cNvCxnSpPr>
          <p:nvPr/>
        </p:nvCxnSpPr>
        <p:spPr>
          <a:xfrm flipH="1">
            <a:off x="7467073" y="3735624"/>
            <a:ext cx="2888856" cy="39368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4" name="Google Shape;294;p31"/>
          <p:cNvCxnSpPr>
            <a:stCxn id="279" idx="2"/>
            <a:endCxn id="281" idx="0"/>
          </p:cNvCxnSpPr>
          <p:nvPr/>
        </p:nvCxnSpPr>
        <p:spPr>
          <a:xfrm>
            <a:off x="10355929" y="3735624"/>
            <a:ext cx="686382" cy="36702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5" name="Google Shape;295;p31"/>
          <p:cNvCxnSpPr>
            <a:stCxn id="279" idx="2"/>
            <a:endCxn id="283" idx="0"/>
          </p:cNvCxnSpPr>
          <p:nvPr/>
        </p:nvCxnSpPr>
        <p:spPr>
          <a:xfrm flipH="1">
            <a:off x="9119044" y="3735624"/>
            <a:ext cx="1236885" cy="37877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6" name="Google Shape;296;p31"/>
          <p:cNvCxnSpPr>
            <a:cxnSpLocks/>
            <a:stCxn id="282" idx="2"/>
            <a:endCxn id="285" idx="0"/>
          </p:cNvCxnSpPr>
          <p:nvPr/>
        </p:nvCxnSpPr>
        <p:spPr>
          <a:xfrm flipH="1">
            <a:off x="4834003" y="5147309"/>
            <a:ext cx="2633070" cy="37395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7" name="Google Shape;297;p31"/>
          <p:cNvCxnSpPr/>
          <p:nvPr/>
        </p:nvCxnSpPr>
        <p:spPr>
          <a:xfrm>
            <a:off x="183565" y="1836360"/>
            <a:ext cx="11880800" cy="0"/>
          </a:xfrm>
          <a:prstGeom prst="straightConnector1">
            <a:avLst/>
          </a:prstGeom>
          <a:noFill/>
          <a:ln w="9525" cap="flat" cmpd="sng">
            <a:solidFill>
              <a:srgbClr val="20202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8" name="Google Shape;298;p31"/>
          <p:cNvCxnSpPr/>
          <p:nvPr/>
        </p:nvCxnSpPr>
        <p:spPr>
          <a:xfrm>
            <a:off x="183565" y="2857270"/>
            <a:ext cx="11880800" cy="0"/>
          </a:xfrm>
          <a:prstGeom prst="straightConnector1">
            <a:avLst/>
          </a:prstGeom>
          <a:noFill/>
          <a:ln w="9525" cap="flat" cmpd="sng">
            <a:solidFill>
              <a:srgbClr val="20202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9" name="Google Shape;299;p31"/>
          <p:cNvCxnSpPr/>
          <p:nvPr/>
        </p:nvCxnSpPr>
        <p:spPr>
          <a:xfrm>
            <a:off x="183565" y="5328786"/>
            <a:ext cx="11880800" cy="0"/>
          </a:xfrm>
          <a:prstGeom prst="straightConnector1">
            <a:avLst/>
          </a:prstGeom>
          <a:noFill/>
          <a:ln w="9525" cap="flat" cmpd="sng">
            <a:solidFill>
              <a:srgbClr val="20202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00" name="Google Shape;300;p31"/>
          <p:cNvSpPr txBox="1"/>
          <p:nvPr/>
        </p:nvSpPr>
        <p:spPr>
          <a:xfrm>
            <a:off x="-274584" y="3337679"/>
            <a:ext cx="2018800" cy="1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186258" algn="ctr">
              <a:lnSpc>
                <a:spcPct val="115000"/>
              </a:lnSpc>
              <a:buClr>
                <a:schemeClr val="dk2"/>
              </a:buClr>
              <a:buSzPts val="1400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Муниципальные образования</a:t>
            </a:r>
            <a:endParaRPr sz="2400"/>
          </a:p>
          <a:p>
            <a:pPr marL="186258" algn="ctr">
              <a:lnSpc>
                <a:spcPct val="115000"/>
              </a:lnSpc>
              <a:buClr>
                <a:schemeClr val="dk2"/>
              </a:buClr>
              <a:buSzPts val="1400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и II 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уровней</a:t>
            </a:r>
            <a:endParaRPr sz="2400"/>
          </a:p>
        </p:txBody>
      </p:sp>
      <p:sp>
        <p:nvSpPr>
          <p:cNvPr id="301" name="Google Shape;301;p31"/>
          <p:cNvSpPr txBox="1"/>
          <p:nvPr/>
        </p:nvSpPr>
        <p:spPr>
          <a:xfrm>
            <a:off x="-143984" y="5640371"/>
            <a:ext cx="1757600" cy="9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186258" algn="ctr">
              <a:lnSpc>
                <a:spcPct val="115000"/>
              </a:lnSpc>
              <a:buClr>
                <a:schemeClr val="dk2"/>
              </a:buClr>
              <a:buSzPts val="1400"/>
            </a:pP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Населённые пункты</a:t>
            </a:r>
            <a:endParaRPr sz="2400" dirty="0"/>
          </a:p>
        </p:txBody>
      </p:sp>
      <p:cxnSp>
        <p:nvCxnSpPr>
          <p:cNvPr id="302" name="Google Shape;302;p31"/>
          <p:cNvCxnSpPr>
            <a:cxnSpLocks/>
            <a:stCxn id="281" idx="2"/>
            <a:endCxn id="284" idx="0"/>
          </p:cNvCxnSpPr>
          <p:nvPr/>
        </p:nvCxnSpPr>
        <p:spPr>
          <a:xfrm flipH="1">
            <a:off x="10187245" y="5143449"/>
            <a:ext cx="855066" cy="37049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3" name="Google Shape;303;p31"/>
          <p:cNvSpPr txBox="1"/>
          <p:nvPr/>
        </p:nvSpPr>
        <p:spPr>
          <a:xfrm>
            <a:off x="-285997" y="1337405"/>
            <a:ext cx="17576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186258" algn="ctr">
              <a:lnSpc>
                <a:spcPct val="115000"/>
              </a:lnSpc>
              <a:buClr>
                <a:schemeClr val="dk2"/>
              </a:buClr>
              <a:buSzPts val="1400"/>
            </a:pP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Страна</a:t>
            </a:r>
            <a:endParaRPr sz="24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3D235BF-0FE2-4E47-B1E5-6052E89C7E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" smtClean="0"/>
              <a:pPr/>
              <a:t>23</a:t>
            </a:fld>
            <a:endParaRPr lang="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CD5521-08A7-1EF3-E200-4CC2ED4C595A}"/>
              </a:ext>
            </a:extLst>
          </p:cNvPr>
          <p:cNvSpPr txBox="1"/>
          <p:nvPr/>
        </p:nvSpPr>
        <p:spPr>
          <a:xfrm>
            <a:off x="-41691" y="6569147"/>
            <a:ext cx="122753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1" i="1" dirty="0"/>
              <a:t>Источник</a:t>
            </a:r>
            <a:r>
              <a:rPr lang="ru-RU" sz="1100" dirty="0"/>
              <a:t>: Росстат. Количество муниципальных образований по субъектам Российской Федерации на 1 января 2024 года. </a:t>
            </a:r>
            <a:r>
              <a:rPr lang="fr-FR" sz="1100" dirty="0"/>
              <a:t>https://rosstat.gov.ru/storage/mediabank/1-adm_2024.xlsx</a:t>
            </a:r>
            <a:endParaRPr lang="ru-RU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8262"/>
    </mc:Choice>
    <mc:Fallback xmlns="">
      <p:transition spd="slow" advTm="938262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23F89A81-C0C6-741E-A22C-F02E10C36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3112553-4EF9-2114-5D4C-9CAA228B781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vert="horz" wrap="square" lIns="91425" tIns="91425" rIns="91425" bIns="91425" rtlCol="0" anchor="ctr" anchorCtr="0">
            <a:norm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Муниципальные органы управления 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F86CACB-1A19-CB85-4671-0DAA1E5673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91441CB-723D-B0DD-1E76-18B9ABD32F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" smtClean="0"/>
              <a:pPr/>
              <a:t>24</a:t>
            </a:fld>
            <a:endParaRPr lang="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A1F1385-4ECD-87B6-6D79-5673BA89A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526274"/>
              </p:ext>
            </p:extLst>
          </p:nvPr>
        </p:nvGraphicFramePr>
        <p:xfrm>
          <a:off x="385232" y="1785481"/>
          <a:ext cx="11421535" cy="3528331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663701">
                  <a:extLst>
                    <a:ext uri="{9D8B030D-6E8A-4147-A177-3AD203B41FA5}">
                      <a16:colId xmlns:a16="http://schemas.microsoft.com/office/drawing/2014/main" val="2440271750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3255694735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525687513"/>
                    </a:ext>
                  </a:extLst>
                </a:gridCol>
                <a:gridCol w="2243667">
                  <a:extLst>
                    <a:ext uri="{9D8B030D-6E8A-4147-A177-3AD203B41FA5}">
                      <a16:colId xmlns:a16="http://schemas.microsoft.com/office/drawing/2014/main" val="496738578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3097132114"/>
                    </a:ext>
                  </a:extLst>
                </a:gridCol>
              </a:tblGrid>
              <a:tr h="1087834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Уровень</a:t>
                      </a:r>
                      <a:endParaRPr lang="ru-RU" sz="20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>
                          <a:solidFill>
                            <a:schemeClr val="bg1"/>
                          </a:solidFill>
                          <a:effectLst/>
                        </a:rPr>
                        <a:t>Тип муниципального образования</a:t>
                      </a:r>
                      <a:endParaRPr lang="ru-RU" sz="20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>
                          <a:solidFill>
                            <a:schemeClr val="bg1"/>
                          </a:solidFill>
                          <a:effectLst/>
                        </a:rPr>
                        <a:t>Представительный орган власти</a:t>
                      </a:r>
                      <a:endParaRPr lang="ru-RU" sz="20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>
                          <a:solidFill>
                            <a:schemeClr val="bg1"/>
                          </a:solidFill>
                          <a:effectLst/>
                        </a:rPr>
                        <a:t>Глава муниципального образования</a:t>
                      </a:r>
                      <a:endParaRPr lang="ru-RU" sz="20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Исполнительно-распорядительный орган власти</a:t>
                      </a:r>
                      <a:endParaRPr lang="ru-RU" sz="20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30826"/>
                  </a:ext>
                </a:extLst>
              </a:tr>
              <a:tr h="1434657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1" u="none" strike="noStrike">
                          <a:solidFill>
                            <a:srgbClr val="00B050"/>
                          </a:solidFill>
                          <a:effectLst/>
                        </a:rPr>
                        <a:t>Первый уровень</a:t>
                      </a:r>
                      <a:endParaRPr lang="ru-RU" sz="20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Городские округа, муниципальные районы и округа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>
                          <a:effectLst/>
                        </a:rPr>
                        <a:t>Городская дума или Совет депутатов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Мэр или глава администрации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>
                          <a:effectLst/>
                        </a:rPr>
                        <a:t>Администрация города или района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103919548"/>
                  </a:ext>
                </a:extLst>
              </a:tr>
              <a:tr h="914423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Второй уровень</a:t>
                      </a:r>
                      <a:endParaRPr lang="ru-RU" sz="20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Городские и сельские поселения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Совет, собрание депутатов поселения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>
                          <a:effectLst/>
                        </a:rPr>
                        <a:t>Глава администрации поселения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Администрация поселения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449235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690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017"/>
    </mc:Choice>
    <mc:Fallback xmlns="">
      <p:transition spd="slow" advTm="123017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D743D5-78F2-6614-BE12-07BAAB61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25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0CD19B6-E4E3-B735-A59C-7F1D08B5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Иные виды территориального деления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97C137D-A75D-63C0-5571-5044983DEA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642A276C-0691-C4AB-A7AF-B0F6E42EC9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6236105"/>
              </p:ext>
            </p:extLst>
          </p:nvPr>
        </p:nvGraphicFramePr>
        <p:xfrm>
          <a:off x="254524" y="1549865"/>
          <a:ext cx="11701003" cy="4634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16983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419"/>
    </mc:Choice>
    <mc:Fallback xmlns="">
      <p:transition spd="slow" advTm="50419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D743D5-78F2-6614-BE12-07BAAB61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26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0CD19B6-E4E3-B735-A59C-7F1D08B5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Иные виды территориального деления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97C137D-A75D-63C0-5571-5044983DEA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642A276C-0691-C4AB-A7AF-B0F6E42EC9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430800"/>
              </p:ext>
            </p:extLst>
          </p:nvPr>
        </p:nvGraphicFramePr>
        <p:xfrm>
          <a:off x="254524" y="1549865"/>
          <a:ext cx="11701003" cy="4634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C8DE5F2-43C0-6FA2-39F2-C20EE362A094}"/>
              </a:ext>
            </a:extLst>
          </p:cNvPr>
          <p:cNvSpPr txBox="1"/>
          <p:nvPr/>
        </p:nvSpPr>
        <p:spPr>
          <a:xfrm>
            <a:off x="516118" y="2233057"/>
            <a:ext cx="43858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FF80"/>
                </a:solidFill>
              </a:rPr>
              <a:t>Центральный федеральный округ</a:t>
            </a:r>
          </a:p>
          <a:p>
            <a:r>
              <a:rPr lang="ru-RU" dirty="0">
                <a:solidFill>
                  <a:srgbClr val="FC8B8B"/>
                </a:solidFill>
              </a:rPr>
              <a:t>Южный федеральный округ</a:t>
            </a:r>
          </a:p>
          <a:p>
            <a:r>
              <a:rPr lang="ru-RU" dirty="0">
                <a:solidFill>
                  <a:srgbClr val="62D2C5"/>
                </a:solidFill>
              </a:rPr>
              <a:t>Северо-Западный федеральный округ</a:t>
            </a:r>
          </a:p>
          <a:p>
            <a:r>
              <a:rPr lang="ru-RU" dirty="0">
                <a:solidFill>
                  <a:srgbClr val="FECE2C"/>
                </a:solidFill>
              </a:rPr>
              <a:t>Дальневосточный федеральный округ</a:t>
            </a:r>
          </a:p>
          <a:p>
            <a:r>
              <a:rPr lang="ru-RU" dirty="0">
                <a:solidFill>
                  <a:srgbClr val="01BEE7"/>
                </a:solidFill>
              </a:rPr>
              <a:t>Сибирский федеральный округ</a:t>
            </a:r>
          </a:p>
          <a:p>
            <a:r>
              <a:rPr lang="ru-RU" dirty="0">
                <a:solidFill>
                  <a:srgbClr val="C7CB8F"/>
                </a:solidFill>
              </a:rPr>
              <a:t>Уральский федеральный округ</a:t>
            </a:r>
          </a:p>
          <a:p>
            <a:r>
              <a:rPr lang="ru-RU" dirty="0">
                <a:solidFill>
                  <a:srgbClr val="38D204"/>
                </a:solidFill>
              </a:rPr>
              <a:t>Приволжский федеральный округ</a:t>
            </a:r>
          </a:p>
          <a:p>
            <a:r>
              <a:rPr lang="ru-RU" dirty="0">
                <a:solidFill>
                  <a:srgbClr val="AA6CA6"/>
                </a:solidFill>
              </a:rPr>
              <a:t>Северо-Кавказский федеральный округ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F5147B-6548-4F66-D3DC-21387F9B4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550" y="1666806"/>
            <a:ext cx="7620000" cy="440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5BE9487-655E-CC85-3C9F-A8A2EA1FC8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duotone>
              <a:prstClr val="black"/>
              <a:srgbClr val="FC8B8B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39839" b="49032" l="1331" r="11982">
                        <a14:foregroundMark x1="3828" y1="45525" x2="3828" y2="45525"/>
                        <a14:foregroundMark x1="4141" y1="47182" x2="4141" y2="47182"/>
                        <a14:foregroundMark x1="4531" y1="48287" x2="3594" y2="45304"/>
                        <a14:foregroundMark x1="3438" y1="46961" x2="2500" y2="47182"/>
                      </a14:backgroundRemoval>
                    </a14:imgEffect>
                    <a14:imgEffect>
                      <a14:sharpenSoften amount="100000"/>
                    </a14:imgEffect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8690" r="86687" b="49819"/>
          <a:stretch/>
        </p:blipFill>
        <p:spPr bwMode="auto">
          <a:xfrm>
            <a:off x="4169270" y="4404851"/>
            <a:ext cx="1048895" cy="640110"/>
          </a:xfrm>
          <a:prstGeom prst="rect">
            <a:avLst/>
          </a:prstGeom>
          <a:noFill/>
          <a:effectLst>
            <a:glow rad="12700">
              <a:schemeClr val="tx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713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97243">
        <p159:morph option="byObject"/>
      </p:transition>
    </mc:Choice>
    <mc:Fallback xmlns="">
      <p:transition spd="slow" advTm="497243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D743D5-78F2-6614-BE12-07BAAB61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27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0CD19B6-E4E3-B735-A59C-7F1D08B5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Иные виды территориального деления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97C137D-A75D-63C0-5571-5044983DEA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642A276C-0691-C4AB-A7AF-B0F6E42EC91F}"/>
              </a:ext>
            </a:extLst>
          </p:cNvPr>
          <p:cNvGraphicFramePr/>
          <p:nvPr/>
        </p:nvGraphicFramePr>
        <p:xfrm>
          <a:off x="254524" y="1549865"/>
          <a:ext cx="11701003" cy="4634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69216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561">
        <p159:morph option="byObject"/>
      </p:transition>
    </mc:Choice>
    <mc:Fallback xmlns="">
      <p:transition spd="slow" advTm="5561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D743D5-78F2-6614-BE12-07BAAB61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28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0CD19B6-E4E3-B735-A59C-7F1D08B5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Иные виды территориального деления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97C137D-A75D-63C0-5571-5044983DEA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642A276C-0691-C4AB-A7AF-B0F6E42EC9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512421"/>
              </p:ext>
            </p:extLst>
          </p:nvPr>
        </p:nvGraphicFramePr>
        <p:xfrm>
          <a:off x="254524" y="1549865"/>
          <a:ext cx="11701003" cy="4634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2126" name="Picture 78">
            <a:extLst>
              <a:ext uri="{FF2B5EF4-FFF2-40B4-BE49-F238E27FC236}">
                <a16:creationId xmlns:a16="http://schemas.microsoft.com/office/drawing/2014/main" id="{2D194C49-011B-BFD5-43FC-41CE7C9B3C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619" b="80108" l="2979" r="97070">
                        <a14:foregroundMark x1="6934" y1="64996" x2="9082" y2="71396"/>
                        <a14:foregroundMark x1="9082" y1="71396" x2="9033" y2="72012"/>
                        <a14:foregroundMark x1="6006" y1="69854" x2="5469" y2="65459"/>
                        <a14:foregroundMark x1="9619" y1="79414" x2="9619" y2="79414"/>
                        <a14:foregroundMark x1="32080" y1="21742" x2="32275" y2="20046"/>
                        <a14:foregroundMark x1="3467" y1="35081" x2="3027" y2="34233"/>
                        <a14:foregroundMark x1="87744" y1="60601" x2="87744" y2="60601"/>
                        <a14:foregroundMark x1="82959" y1="79877" x2="85303" y2="80416"/>
                        <a14:foregroundMark x1="88232" y1="24904" x2="91455" y2="7479"/>
                        <a14:foregroundMark x1="91455" y1="7479" x2="96094" y2="5012"/>
                        <a14:foregroundMark x1="96094" y1="5012" x2="95898" y2="3701"/>
                        <a14:foregroundMark x1="69727" y1="14958" x2="72168" y2="12645"/>
                        <a14:foregroundMark x1="74316" y1="12259" x2="74316" y2="12259"/>
                        <a14:foregroundMark x1="88770" y1="1773" x2="88770" y2="1773"/>
                        <a14:foregroundMark x1="94434" y1="71087" x2="94434" y2="71087"/>
                        <a14:foregroundMark x1="95898" y1="64765" x2="95898" y2="64765"/>
                        <a14:foregroundMark x1="96631" y1="61835" x2="96631" y2="61835"/>
                        <a14:foregroundMark x1="96191" y1="52814" x2="96191" y2="52814"/>
                        <a14:foregroundMark x1="94873" y1="69160" x2="94873" y2="69160"/>
                        <a14:foregroundMark x1="95313" y1="67618" x2="95313" y2="67618"/>
                        <a14:foregroundMark x1="96631" y1="54819" x2="96631" y2="54819"/>
                        <a14:foregroundMark x1="96436" y1="56669" x2="96436" y2="56669"/>
                        <a14:foregroundMark x1="97070" y1="5628" x2="97070" y2="56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76" r="2604" b="15139"/>
          <a:stretch/>
        </p:blipFill>
        <p:spPr bwMode="auto">
          <a:xfrm>
            <a:off x="4277032" y="1696897"/>
            <a:ext cx="7524541" cy="4181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2EBA23-9CBA-BF1D-0BF5-5B63E2FD1B94}"/>
              </a:ext>
            </a:extLst>
          </p:cNvPr>
          <p:cNvSpPr txBox="1"/>
          <p:nvPr/>
        </p:nvSpPr>
        <p:spPr>
          <a:xfrm>
            <a:off x="516118" y="2233057"/>
            <a:ext cx="43858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DFDA6"/>
                </a:solidFill>
              </a:rPr>
              <a:t>Центральный</a:t>
            </a:r>
          </a:p>
          <a:p>
            <a:r>
              <a:rPr lang="ru-RU" dirty="0">
                <a:solidFill>
                  <a:srgbClr val="EDAEA0"/>
                </a:solidFill>
              </a:rPr>
              <a:t>Центрально-Чернозёмный</a:t>
            </a:r>
          </a:p>
          <a:p>
            <a:r>
              <a:rPr lang="ru-RU" dirty="0">
                <a:solidFill>
                  <a:srgbClr val="D1E0FD"/>
                </a:solidFill>
              </a:rPr>
              <a:t>Северо-Западный</a:t>
            </a:r>
          </a:p>
          <a:p>
            <a:r>
              <a:rPr lang="ru-RU" dirty="0">
                <a:solidFill>
                  <a:srgbClr val="9DDCFB"/>
                </a:solidFill>
              </a:rPr>
              <a:t>Северный</a:t>
            </a:r>
          </a:p>
          <a:p>
            <a:r>
              <a:rPr lang="ru-RU" dirty="0">
                <a:solidFill>
                  <a:srgbClr val="FFD1E3"/>
                </a:solidFill>
              </a:rPr>
              <a:t>Южный</a:t>
            </a:r>
          </a:p>
          <a:p>
            <a:r>
              <a:rPr lang="ru-RU" dirty="0">
                <a:solidFill>
                  <a:srgbClr val="E57FA4"/>
                </a:solidFill>
              </a:rPr>
              <a:t>Северо-Кавказский</a:t>
            </a:r>
          </a:p>
          <a:p>
            <a:r>
              <a:rPr lang="ru-RU" dirty="0">
                <a:solidFill>
                  <a:srgbClr val="B5FF87"/>
                </a:solidFill>
              </a:rPr>
              <a:t>Волго-Камский</a:t>
            </a:r>
          </a:p>
          <a:p>
            <a:r>
              <a:rPr lang="ru-RU" dirty="0">
                <a:solidFill>
                  <a:srgbClr val="71FE6D"/>
                </a:solidFill>
              </a:rPr>
              <a:t>Волго-Уральский</a:t>
            </a:r>
          </a:p>
          <a:p>
            <a:r>
              <a:rPr lang="ru-RU" dirty="0">
                <a:solidFill>
                  <a:srgbClr val="F6E469"/>
                </a:solidFill>
              </a:rPr>
              <a:t>Уральско-Сибирский</a:t>
            </a:r>
          </a:p>
          <a:p>
            <a:r>
              <a:rPr lang="ru-RU" dirty="0">
                <a:solidFill>
                  <a:srgbClr val="FA834E"/>
                </a:solidFill>
              </a:rPr>
              <a:t>Южно-Сибирский</a:t>
            </a:r>
          </a:p>
          <a:p>
            <a:r>
              <a:rPr lang="ru-RU" dirty="0" err="1">
                <a:solidFill>
                  <a:srgbClr val="FEA97B"/>
                </a:solidFill>
              </a:rPr>
              <a:t>Ангаро</a:t>
            </a:r>
            <a:r>
              <a:rPr lang="ru-RU" dirty="0">
                <a:solidFill>
                  <a:srgbClr val="FEA97B"/>
                </a:solidFill>
              </a:rPr>
              <a:t>-Енисейский</a:t>
            </a:r>
          </a:p>
          <a:p>
            <a:r>
              <a:rPr lang="ru-RU" dirty="0">
                <a:solidFill>
                  <a:srgbClr val="DFCCFF"/>
                </a:solidFill>
              </a:rPr>
              <a:t>Дальневосточный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9C09ED99-957F-E047-C565-4D7ABA0FF6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39839" b="49032" l="1331" r="11982">
                        <a14:foregroundMark x1="3828" y1="45525" x2="3828" y2="45525"/>
                        <a14:foregroundMark x1="4141" y1="47182" x2="4141" y2="47182"/>
                        <a14:foregroundMark x1="4531" y1="48287" x2="3594" y2="45304"/>
                        <a14:foregroundMark x1="3438" y1="46961" x2="2500" y2="47182"/>
                      </a14:backgroundRemoval>
                    </a14:imgEffect>
                    <a14:imgEffect>
                      <a14:sharpenSoften amount="100000"/>
                    </a14:imgEffect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8690" r="86687" b="49819"/>
          <a:stretch/>
        </p:blipFill>
        <p:spPr bwMode="auto">
          <a:xfrm rot="20422280">
            <a:off x="3975994" y="4215485"/>
            <a:ext cx="1278964" cy="741354"/>
          </a:xfrm>
          <a:prstGeom prst="rect">
            <a:avLst/>
          </a:prstGeom>
          <a:noFill/>
          <a:effectLst>
            <a:glow rad="12700">
              <a:schemeClr val="accent1">
                <a:lumMod val="75000"/>
                <a:lumOff val="2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481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9567">
        <p159:morph option="byObject"/>
      </p:transition>
    </mc:Choice>
    <mc:Fallback xmlns="">
      <p:transition spd="slow" advTm="109567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F1A34-06E7-C4B0-2B7F-250FD0910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BEDBEE-008B-4D61-E1FD-D78343438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29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5FE2639-0470-4324-87C7-451CCAEFB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Иные виды территориального деления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5DCBD41-DA14-7CBC-F09F-675B579FFA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F895EF7D-1A4B-239D-B958-A1A648517CDA}"/>
              </a:ext>
            </a:extLst>
          </p:cNvPr>
          <p:cNvGraphicFramePr/>
          <p:nvPr/>
        </p:nvGraphicFramePr>
        <p:xfrm>
          <a:off x="254524" y="1549865"/>
          <a:ext cx="11701003" cy="4634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54339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115">
        <p159:morph option="byObject"/>
      </p:transition>
    </mc:Choice>
    <mc:Fallback xmlns="">
      <p:transition spd="slow" advTm="4115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F05CD-07EC-97C7-867D-7808D4C6D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DC1E15-604C-B41B-9B1F-D4A9F507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30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0341CD30-F4E6-2EAD-CE55-C774C80FC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Иные виды территориального деления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E07A6B74-8E09-15CF-A775-BA49DB7FBF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DA735334-5954-9741-D468-29E403FA6B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9072741"/>
              </p:ext>
            </p:extLst>
          </p:nvPr>
        </p:nvGraphicFramePr>
        <p:xfrm>
          <a:off x="254524" y="1549865"/>
          <a:ext cx="11701003" cy="4634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CA205442-A895-EB36-E34F-3386DE2B7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326" y="1652518"/>
            <a:ext cx="7677150" cy="442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6">
            <a:extLst>
              <a:ext uri="{FF2B5EF4-FFF2-40B4-BE49-F238E27FC236}">
                <a16:creationId xmlns:a16="http://schemas.microsoft.com/office/drawing/2014/main" id="{224C582E-6B21-DE97-70B9-4F2A95F0ED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duotone>
              <a:prstClr val="black"/>
              <a:srgbClr val="FC8B8B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39839" b="49032" l="1331" r="11982">
                        <a14:foregroundMark x1="3828" y1="45525" x2="3828" y2="45525"/>
                        <a14:foregroundMark x1="4141" y1="47182" x2="4141" y2="47182"/>
                        <a14:foregroundMark x1="4531" y1="48287" x2="3594" y2="45304"/>
                        <a14:foregroundMark x1="3438" y1="46961" x2="2500" y2="47182"/>
                      </a14:backgroundRemoval>
                    </a14:imgEffect>
                    <a14:imgEffect>
                      <a14:sharpenSoften amount="100000"/>
                    </a14:imgEffect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8690" r="86687" b="49819"/>
          <a:stretch/>
        </p:blipFill>
        <p:spPr bwMode="auto">
          <a:xfrm rot="21441581">
            <a:off x="4141117" y="4387175"/>
            <a:ext cx="1109738" cy="677241"/>
          </a:xfrm>
          <a:prstGeom prst="rect">
            <a:avLst/>
          </a:prstGeom>
          <a:noFill/>
          <a:effectLst>
            <a:glow rad="12700">
              <a:schemeClr val="tx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FDF100-7BB6-A206-0CF0-D2D32C3EAD02}"/>
              </a:ext>
            </a:extLst>
          </p:cNvPr>
          <p:cNvSpPr txBox="1"/>
          <p:nvPr/>
        </p:nvSpPr>
        <p:spPr>
          <a:xfrm>
            <a:off x="516118" y="2233057"/>
            <a:ext cx="43858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FF80"/>
                </a:solidFill>
              </a:rPr>
              <a:t>Центральный </a:t>
            </a:r>
          </a:p>
          <a:p>
            <a:r>
              <a:rPr lang="ru-RU" dirty="0">
                <a:solidFill>
                  <a:srgbClr val="7F3F11"/>
                </a:solidFill>
              </a:rPr>
              <a:t>Центрально-Чернозёмный</a:t>
            </a:r>
          </a:p>
          <a:p>
            <a:r>
              <a:rPr lang="ru-RU" dirty="0">
                <a:solidFill>
                  <a:srgbClr val="FC8B8B"/>
                </a:solidFill>
              </a:rPr>
              <a:t>Северо-Кавказский</a:t>
            </a:r>
          </a:p>
          <a:p>
            <a:r>
              <a:rPr lang="ru-RU" dirty="0">
                <a:solidFill>
                  <a:srgbClr val="62D2C5"/>
                </a:solidFill>
              </a:rPr>
              <a:t>Северный</a:t>
            </a:r>
          </a:p>
          <a:p>
            <a:r>
              <a:rPr lang="ru-RU" dirty="0">
                <a:solidFill>
                  <a:srgbClr val="E100FB"/>
                </a:solidFill>
              </a:rPr>
              <a:t>Северо-Западный</a:t>
            </a:r>
          </a:p>
          <a:p>
            <a:r>
              <a:rPr lang="ru-RU" dirty="0">
                <a:solidFill>
                  <a:srgbClr val="FECE2C"/>
                </a:solidFill>
              </a:rPr>
              <a:t>Дальневосточный</a:t>
            </a:r>
          </a:p>
          <a:p>
            <a:r>
              <a:rPr lang="ru-RU" dirty="0">
                <a:solidFill>
                  <a:srgbClr val="01BEE7"/>
                </a:solidFill>
              </a:rPr>
              <a:t>Восточно-Сибирский</a:t>
            </a:r>
          </a:p>
          <a:p>
            <a:r>
              <a:rPr lang="ru-RU" dirty="0">
                <a:solidFill>
                  <a:srgbClr val="B1F940"/>
                </a:solidFill>
              </a:rPr>
              <a:t>Уральский</a:t>
            </a:r>
            <a:r>
              <a:rPr lang="ru-RU" dirty="0">
                <a:solidFill>
                  <a:srgbClr val="C7CB8F"/>
                </a:solidFill>
              </a:rPr>
              <a:t> </a:t>
            </a:r>
          </a:p>
          <a:p>
            <a:r>
              <a:rPr lang="ru-RU" dirty="0">
                <a:solidFill>
                  <a:srgbClr val="C7CB8F"/>
                </a:solidFill>
              </a:rPr>
              <a:t>Западно-Сибирский</a:t>
            </a:r>
          </a:p>
          <a:p>
            <a:r>
              <a:rPr lang="ru-RU" dirty="0">
                <a:solidFill>
                  <a:srgbClr val="38D204"/>
                </a:solidFill>
              </a:rPr>
              <a:t>Поволжский</a:t>
            </a:r>
          </a:p>
          <a:p>
            <a:r>
              <a:rPr lang="ru-RU" dirty="0">
                <a:solidFill>
                  <a:srgbClr val="EE2C45"/>
                </a:solidFill>
              </a:rPr>
              <a:t>Волго-Вятский</a:t>
            </a:r>
          </a:p>
          <a:p>
            <a:r>
              <a:rPr lang="ru-RU" dirty="0">
                <a:solidFill>
                  <a:srgbClr val="2E3092"/>
                </a:solidFill>
              </a:rPr>
              <a:t>Калининградский</a:t>
            </a:r>
          </a:p>
        </p:txBody>
      </p:sp>
    </p:spTree>
    <p:extLst>
      <p:ext uri="{BB962C8B-B14F-4D97-AF65-F5344CB8AC3E}">
        <p14:creationId xmlns:p14="http://schemas.microsoft.com/office/powerpoint/2010/main" val="1135032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3370">
        <p159:morph option="byObject"/>
      </p:transition>
    </mc:Choice>
    <mc:Fallback xmlns="">
      <p:transition spd="slow" advTm="6337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5AB64-1FAC-CBA0-39C0-1386040C9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A87ED4-E579-B1CE-9020-6B87EC83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31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B2A8289-BCAA-C1C9-60B2-0E574902B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Иные виды территориального деления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F87771FA-1452-2B9E-EC46-6DB4FBEDD0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F1DA32A5-EC8E-3A6C-719D-8E5E403D7BD8}"/>
              </a:ext>
            </a:extLst>
          </p:cNvPr>
          <p:cNvGraphicFramePr/>
          <p:nvPr/>
        </p:nvGraphicFramePr>
        <p:xfrm>
          <a:off x="254524" y="1549865"/>
          <a:ext cx="11701003" cy="4634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14822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7186">
        <p159:morph option="byObject"/>
      </p:transition>
    </mc:Choice>
    <mc:Fallback xmlns="">
      <p:transition spd="slow" advTm="7186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DC349-FA45-C942-AD4F-0EF0F4BEF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38734A-DA05-BC1A-3BC3-7E76F9174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32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2FC7F12-B2B3-F103-A27C-FE5E62259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Иные виды территориального деления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F6C25D94-1A6B-F0C9-243D-4BF99AB4D7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89E8555B-0AB3-47D3-2724-42EC84398D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5829287"/>
              </p:ext>
            </p:extLst>
          </p:nvPr>
        </p:nvGraphicFramePr>
        <p:xfrm>
          <a:off x="254524" y="1549865"/>
          <a:ext cx="11701003" cy="4634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E39DDC0F-B8F3-BD42-64CB-E87E1CF72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809" y="1864446"/>
            <a:ext cx="7530846" cy="4149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D14CE1-7FAB-C72C-2DEC-05A7D1DED9CB}"/>
              </a:ext>
            </a:extLst>
          </p:cNvPr>
          <p:cNvSpPr txBox="1"/>
          <p:nvPr/>
        </p:nvSpPr>
        <p:spPr>
          <a:xfrm>
            <a:off x="516118" y="2233057"/>
            <a:ext cx="43858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8481"/>
                </a:solidFill>
              </a:rPr>
              <a:t>Московский</a:t>
            </a:r>
          </a:p>
          <a:p>
            <a:r>
              <a:rPr lang="ru-RU" dirty="0">
                <a:solidFill>
                  <a:srgbClr val="78F9FF"/>
                </a:solidFill>
              </a:rPr>
              <a:t>Ленинградский</a:t>
            </a:r>
          </a:p>
          <a:p>
            <a:r>
              <a:rPr lang="ru-RU" dirty="0">
                <a:solidFill>
                  <a:srgbClr val="FFD280"/>
                </a:solidFill>
              </a:rPr>
              <a:t>Южный</a:t>
            </a:r>
          </a:p>
          <a:p>
            <a:r>
              <a:rPr lang="ru-RU" dirty="0">
                <a:solidFill>
                  <a:srgbClr val="B3FF80"/>
                </a:solidFill>
              </a:rPr>
              <a:t>Центральный</a:t>
            </a:r>
          </a:p>
          <a:p>
            <a:r>
              <a:rPr lang="ru-RU" dirty="0">
                <a:solidFill>
                  <a:srgbClr val="FFFFFF"/>
                </a:solidFill>
              </a:rPr>
              <a:t>Восточный</a:t>
            </a:r>
          </a:p>
        </p:txBody>
      </p:sp>
    </p:spTree>
    <p:extLst>
      <p:ext uri="{BB962C8B-B14F-4D97-AF65-F5344CB8AC3E}">
        <p14:creationId xmlns:p14="http://schemas.microsoft.com/office/powerpoint/2010/main" val="3951508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9487">
        <p159:morph option="byObject"/>
      </p:transition>
    </mc:Choice>
    <mc:Fallback xmlns="">
      <p:transition spd="slow" advTm="99487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Другая 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002060"/>
      </a:accent1>
      <a:accent2>
        <a:srgbClr val="629DD1"/>
      </a:accent2>
      <a:accent3>
        <a:srgbClr val="0D7E04"/>
      </a:accent3>
      <a:accent4>
        <a:srgbClr val="7F8FA9"/>
      </a:accent4>
      <a:accent5>
        <a:srgbClr val="00B050"/>
      </a:accent5>
      <a:accent6>
        <a:srgbClr val="9D90A0"/>
      </a:accent6>
      <a:hlink>
        <a:srgbClr val="9454C3"/>
      </a:hlink>
      <a:folHlink>
        <a:srgbClr val="3EBBF0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4049</TotalTime>
  <Words>1383</Words>
  <Application>Microsoft Office PowerPoint</Application>
  <PresentationFormat>Широкоэкранный</PresentationFormat>
  <Paragraphs>290</Paragraphs>
  <Slides>32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8" baseType="lpstr">
      <vt:lpstr>Aptos</vt:lpstr>
      <vt:lpstr>Aptos Display</vt:lpstr>
      <vt:lpstr>Arial</vt:lpstr>
      <vt:lpstr>Times New Roman</vt:lpstr>
      <vt:lpstr>Wingdings</vt:lpstr>
      <vt:lpstr>Тема Office</vt:lpstr>
      <vt:lpstr>Презентация PowerPoint</vt:lpstr>
      <vt:lpstr>Форма государственного устройства </vt:lpstr>
      <vt:lpstr>Формы государственного устройства </vt:lpstr>
      <vt:lpstr>Формы государственного устройства </vt:lpstr>
      <vt:lpstr>Формы государственного устройства </vt:lpstr>
      <vt:lpstr>Формы государственного устройства </vt:lpstr>
      <vt:lpstr>Формы государственного устройства </vt:lpstr>
      <vt:lpstr>Формы государственного устройства </vt:lpstr>
      <vt:lpstr>Формы государственного устройства </vt:lpstr>
      <vt:lpstr>Формы государственного устройства </vt:lpstr>
      <vt:lpstr>Формы государственного устройства </vt:lpstr>
      <vt:lpstr>Российская Федерация</vt:lpstr>
      <vt:lpstr>Субъекты Российской Федерации</vt:lpstr>
      <vt:lpstr>Субъекты Российской Федерации – 89 ед.</vt:lpstr>
      <vt:lpstr>Принципы формирования субъектов РФ</vt:lpstr>
      <vt:lpstr>Особенности российского федерализма</vt:lpstr>
      <vt:lpstr>Характеристика субъектов РФ</vt:lpstr>
      <vt:lpstr>Образование нового субъекта</vt:lpstr>
      <vt:lpstr>Предметы ведения</vt:lpstr>
      <vt:lpstr>Презентация PowerPoint</vt:lpstr>
      <vt:lpstr>Презентация PowerPoint</vt:lpstr>
      <vt:lpstr>Муниципальные образования России</vt:lpstr>
      <vt:lpstr>Презентация PowerPoint</vt:lpstr>
      <vt:lpstr>Презентация PowerPoint</vt:lpstr>
      <vt:lpstr>Иные виды территориального деления</vt:lpstr>
      <vt:lpstr>Иные виды территориального деления</vt:lpstr>
      <vt:lpstr>Иные виды территориального деления</vt:lpstr>
      <vt:lpstr>Иные виды территориального деления</vt:lpstr>
      <vt:lpstr>Иные виды территориального деления</vt:lpstr>
      <vt:lpstr>Иные виды территориального деления</vt:lpstr>
      <vt:lpstr>Иные виды территориального деления</vt:lpstr>
      <vt:lpstr>Иные виды территориального деления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Арсений Ситковский</dc:creator>
  <cp:lastModifiedBy>Арсений Ситковский</cp:lastModifiedBy>
  <cp:revision>97</cp:revision>
  <dcterms:created xsi:type="dcterms:W3CDTF">2024-05-16T08:01:39Z</dcterms:created>
  <dcterms:modified xsi:type="dcterms:W3CDTF">2024-11-13T15:49:03Z</dcterms:modified>
</cp:coreProperties>
</file>