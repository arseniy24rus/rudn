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423" r:id="rId2"/>
    <p:sldId id="425" r:id="rId3"/>
    <p:sldId id="428" r:id="rId4"/>
    <p:sldId id="429" r:id="rId5"/>
    <p:sldId id="436" r:id="rId6"/>
    <p:sldId id="437" r:id="rId7"/>
    <p:sldId id="427" r:id="rId8"/>
    <p:sldId id="435" r:id="rId9"/>
    <p:sldId id="430" r:id="rId10"/>
    <p:sldId id="426" r:id="rId11"/>
    <p:sldId id="443" r:id="rId12"/>
    <p:sldId id="431" r:id="rId13"/>
    <p:sldId id="432" r:id="rId14"/>
    <p:sldId id="433" r:id="rId15"/>
    <p:sldId id="434" r:id="rId16"/>
    <p:sldId id="444" r:id="rId17"/>
    <p:sldId id="445" r:id="rId18"/>
    <p:sldId id="446" r:id="rId19"/>
    <p:sldId id="447" r:id="rId20"/>
    <p:sldId id="448" r:id="rId21"/>
    <p:sldId id="439" r:id="rId22"/>
    <p:sldId id="440" r:id="rId23"/>
    <p:sldId id="438" r:id="rId24"/>
    <p:sldId id="441" r:id="rId25"/>
    <p:sldId id="442" r:id="rId26"/>
    <p:sldId id="460" r:id="rId27"/>
    <p:sldId id="455" r:id="rId28"/>
    <p:sldId id="454" r:id="rId29"/>
    <p:sldId id="456" r:id="rId30"/>
    <p:sldId id="457" r:id="rId31"/>
    <p:sldId id="458" r:id="rId32"/>
    <p:sldId id="459" r:id="rId33"/>
    <p:sldId id="461" r:id="rId34"/>
    <p:sldId id="462" r:id="rId35"/>
    <p:sldId id="450" r:id="rId36"/>
    <p:sldId id="452" r:id="rId37"/>
    <p:sldId id="451" r:id="rId38"/>
    <p:sldId id="453" r:id="rId39"/>
    <p:sldId id="449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Лекция 5" id="{1A3FE702-75CA-4860-832D-25FE598A5BC8}">
          <p14:sldIdLst>
            <p14:sldId id="423"/>
            <p14:sldId id="425"/>
            <p14:sldId id="428"/>
            <p14:sldId id="429"/>
            <p14:sldId id="436"/>
            <p14:sldId id="437"/>
            <p14:sldId id="427"/>
            <p14:sldId id="435"/>
            <p14:sldId id="430"/>
            <p14:sldId id="426"/>
            <p14:sldId id="443"/>
            <p14:sldId id="431"/>
            <p14:sldId id="432"/>
            <p14:sldId id="433"/>
            <p14:sldId id="434"/>
            <p14:sldId id="444"/>
            <p14:sldId id="445"/>
            <p14:sldId id="446"/>
            <p14:sldId id="447"/>
            <p14:sldId id="448"/>
            <p14:sldId id="439"/>
            <p14:sldId id="440"/>
            <p14:sldId id="438"/>
            <p14:sldId id="441"/>
            <p14:sldId id="442"/>
            <p14:sldId id="460"/>
            <p14:sldId id="455"/>
            <p14:sldId id="454"/>
            <p14:sldId id="456"/>
            <p14:sldId id="457"/>
            <p14:sldId id="458"/>
            <p14:sldId id="459"/>
            <p14:sldId id="461"/>
            <p14:sldId id="462"/>
            <p14:sldId id="450"/>
            <p14:sldId id="452"/>
            <p14:sldId id="451"/>
            <p14:sldId id="453"/>
            <p14:sldId id="4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E3092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731" autoAdjust="0"/>
  </p:normalViewPr>
  <p:slideViewPr>
    <p:cSldViewPr snapToGrid="0">
      <p:cViewPr varScale="1">
        <p:scale>
          <a:sx n="84" d="100"/>
          <a:sy n="84" d="100"/>
        </p:scale>
        <p:origin x="96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8D9A4-7570-479E-8FD4-D59C8821494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59416C-CC68-4740-B9F4-A470FA12955B}">
      <dgm:prSet/>
      <dgm:spPr/>
      <dgm:t>
        <a:bodyPr/>
        <a:lstStyle/>
        <a:p>
          <a:r>
            <a:rPr lang="ru-RU" dirty="0"/>
            <a:t>Федеральный закон от 27 июля 2004 г. № 79-ФЗ «</a:t>
          </a:r>
          <a:r>
            <a:rPr lang="ru-RU" b="1" dirty="0"/>
            <a:t>О государственной гражданской службе Российской Федерации</a:t>
          </a:r>
          <a:r>
            <a:rPr lang="ru-RU" dirty="0"/>
            <a:t>»</a:t>
          </a:r>
        </a:p>
      </dgm:t>
    </dgm:pt>
    <dgm:pt modelId="{53B0D259-26CA-4030-9E87-E4C3CCFE7549}" type="parTrans" cxnId="{E8D5F472-C159-4B91-A1A0-95104951569C}">
      <dgm:prSet/>
      <dgm:spPr/>
      <dgm:t>
        <a:bodyPr/>
        <a:lstStyle/>
        <a:p>
          <a:endParaRPr lang="ru-RU"/>
        </a:p>
      </dgm:t>
    </dgm:pt>
    <dgm:pt modelId="{D090F51A-FB92-4200-B06C-80C6D36A34FD}" type="sibTrans" cxnId="{E8D5F472-C159-4B91-A1A0-95104951569C}">
      <dgm:prSet/>
      <dgm:spPr/>
      <dgm:t>
        <a:bodyPr/>
        <a:lstStyle/>
        <a:p>
          <a:endParaRPr lang="ru-RU"/>
        </a:p>
      </dgm:t>
    </dgm:pt>
    <dgm:pt modelId="{79BF9C05-8FCC-405A-BCAD-FC67C9DB81E5}">
      <dgm:prSet/>
      <dgm:spPr/>
      <dgm:t>
        <a:bodyPr/>
        <a:lstStyle/>
        <a:p>
          <a:r>
            <a:rPr lang="ru-RU" dirty="0"/>
            <a:t>Федеральный закон от 27 мая 2003 г. № 58-ФЗ «</a:t>
          </a:r>
          <a:r>
            <a:rPr lang="ru-RU" b="1" dirty="0"/>
            <a:t>О системе государственной службы Российской Федерации</a:t>
          </a:r>
          <a:r>
            <a:rPr lang="ru-RU" dirty="0"/>
            <a:t>»</a:t>
          </a:r>
        </a:p>
      </dgm:t>
    </dgm:pt>
    <dgm:pt modelId="{2C4A9B10-8C12-42C8-9D1D-321C7BFE59AD}" type="parTrans" cxnId="{C90EC941-8874-4143-8269-370E7CC93C62}">
      <dgm:prSet/>
      <dgm:spPr/>
      <dgm:t>
        <a:bodyPr/>
        <a:lstStyle/>
        <a:p>
          <a:endParaRPr lang="ru-RU"/>
        </a:p>
      </dgm:t>
    </dgm:pt>
    <dgm:pt modelId="{C9BA729E-6366-465D-8308-B010FF50BAEE}" type="sibTrans" cxnId="{C90EC941-8874-4143-8269-370E7CC93C62}">
      <dgm:prSet/>
      <dgm:spPr/>
      <dgm:t>
        <a:bodyPr/>
        <a:lstStyle/>
        <a:p>
          <a:endParaRPr lang="ru-RU"/>
        </a:p>
      </dgm:t>
    </dgm:pt>
    <dgm:pt modelId="{BA205A51-1382-4F13-9D16-404ED978EF20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02.03.2007 № 25-ФЗ «</a:t>
          </a:r>
          <a:r>
            <a:rPr lang="ru-RU" b="1" dirty="0"/>
            <a:t>О муниципальной службе в Российской Федерации</a:t>
          </a:r>
          <a:r>
            <a:rPr lang="ru-RU" dirty="0"/>
            <a:t>» </a:t>
          </a:r>
        </a:p>
      </dgm:t>
    </dgm:pt>
    <dgm:pt modelId="{5EAADD4B-6734-402D-95D3-534336714775}" type="parTrans" cxnId="{12193E0E-0C76-4137-9FB2-9B054C81F019}">
      <dgm:prSet/>
      <dgm:spPr/>
      <dgm:t>
        <a:bodyPr/>
        <a:lstStyle/>
        <a:p>
          <a:endParaRPr lang="ru-RU"/>
        </a:p>
      </dgm:t>
    </dgm:pt>
    <dgm:pt modelId="{8DF95520-0593-4F5A-BDFB-41B2979ECAAA}" type="sibTrans" cxnId="{12193E0E-0C76-4137-9FB2-9B054C81F019}">
      <dgm:prSet/>
      <dgm:spPr/>
      <dgm:t>
        <a:bodyPr/>
        <a:lstStyle/>
        <a:p>
          <a:endParaRPr lang="ru-RU"/>
        </a:p>
      </dgm:t>
    </dgm:pt>
    <dgm:pt modelId="{747B08A9-E141-4A79-B774-3D9941CE7AF9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06.10.2003 № 131-ФЗ «</a:t>
          </a:r>
          <a:r>
            <a:rPr lang="ru-RU" b="1" dirty="0"/>
            <a:t>Об общих принципах организации местного самоуправления в Российской Федерации</a:t>
          </a:r>
          <a:r>
            <a:rPr lang="ru-RU" dirty="0"/>
            <a:t>»</a:t>
          </a:r>
        </a:p>
      </dgm:t>
    </dgm:pt>
    <dgm:pt modelId="{4135C479-B9F5-431E-918B-53AD54F2CB22}" type="parTrans" cxnId="{613D2C5D-ECC6-4CA1-92DC-15F965C761D7}">
      <dgm:prSet/>
      <dgm:spPr/>
      <dgm:t>
        <a:bodyPr/>
        <a:lstStyle/>
        <a:p>
          <a:endParaRPr lang="ru-RU"/>
        </a:p>
      </dgm:t>
    </dgm:pt>
    <dgm:pt modelId="{68ACC0A0-D0C2-4FC6-91AC-72434AA11398}" type="sibTrans" cxnId="{613D2C5D-ECC6-4CA1-92DC-15F965C761D7}">
      <dgm:prSet/>
      <dgm:spPr/>
      <dgm:t>
        <a:bodyPr/>
        <a:lstStyle/>
        <a:p>
          <a:endParaRPr lang="ru-RU"/>
        </a:p>
      </dgm:t>
    </dgm:pt>
    <dgm:pt modelId="{1CD437B7-4B56-4960-9924-5426FCBFB844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05.04.2013 № 44-ФЗ  «</a:t>
          </a:r>
          <a:r>
            <a:rPr lang="ru-RU" b="1" dirty="0"/>
            <a:t>О контрактной системе в сфере закупок товаров, работ, услуг для обеспечения государственных и муниципальных нужд</a:t>
          </a:r>
          <a:r>
            <a:rPr lang="ru-RU" dirty="0"/>
            <a:t>» </a:t>
          </a:r>
        </a:p>
      </dgm:t>
    </dgm:pt>
    <dgm:pt modelId="{7D69476A-1853-4CCE-A5C2-5A0FB9258C30}" type="parTrans" cxnId="{62F57FC7-510D-4B56-B155-FF5283DC5EFC}">
      <dgm:prSet/>
      <dgm:spPr/>
      <dgm:t>
        <a:bodyPr/>
        <a:lstStyle/>
        <a:p>
          <a:endParaRPr lang="ru-RU"/>
        </a:p>
      </dgm:t>
    </dgm:pt>
    <dgm:pt modelId="{8BE82514-6281-47E2-8A50-AC0FDEFFDE7F}" type="sibTrans" cxnId="{62F57FC7-510D-4B56-B155-FF5283DC5EFC}">
      <dgm:prSet/>
      <dgm:spPr/>
      <dgm:t>
        <a:bodyPr/>
        <a:lstStyle/>
        <a:p>
          <a:endParaRPr lang="ru-RU"/>
        </a:p>
      </dgm:t>
    </dgm:pt>
    <dgm:pt modelId="{F761037F-E90E-4F88-A109-92F116028D95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Федеральный закон от 25 декабря 2008 г. № 273-ФЗ «</a:t>
          </a:r>
          <a:r>
            <a:rPr lang="ru-RU" b="1" dirty="0"/>
            <a:t>О противодействии коррупции</a:t>
          </a:r>
          <a:r>
            <a:rPr lang="ru-RU" dirty="0"/>
            <a:t>»</a:t>
          </a:r>
        </a:p>
      </dgm:t>
    </dgm:pt>
    <dgm:pt modelId="{99BCB968-0D10-4C94-9C25-8C092E11B9D2}" type="parTrans" cxnId="{C5610EFD-3060-4ABB-964D-B9A8D18C9215}">
      <dgm:prSet/>
      <dgm:spPr/>
      <dgm:t>
        <a:bodyPr/>
        <a:lstStyle/>
        <a:p>
          <a:endParaRPr lang="ru-RU"/>
        </a:p>
      </dgm:t>
    </dgm:pt>
    <dgm:pt modelId="{F0101A58-F35C-4C14-B7BE-5D99D6E5C69B}" type="sibTrans" cxnId="{C5610EFD-3060-4ABB-964D-B9A8D18C9215}">
      <dgm:prSet/>
      <dgm:spPr/>
      <dgm:t>
        <a:bodyPr/>
        <a:lstStyle/>
        <a:p>
          <a:endParaRPr lang="ru-RU"/>
        </a:p>
      </dgm:t>
    </dgm:pt>
    <dgm:pt modelId="{1D07CFA0-CB45-42BD-BBEB-1E1D2373AC6E}" type="pres">
      <dgm:prSet presAssocID="{A1C8D9A4-7570-479E-8FD4-D59C88214940}" presName="diagram" presStyleCnt="0">
        <dgm:presLayoutVars>
          <dgm:dir/>
          <dgm:resizeHandles val="exact"/>
        </dgm:presLayoutVars>
      </dgm:prSet>
      <dgm:spPr/>
    </dgm:pt>
    <dgm:pt modelId="{F94F3908-693F-4640-83CB-BACA498C7CE9}" type="pres">
      <dgm:prSet presAssocID="{EE59416C-CC68-4740-B9F4-A470FA12955B}" presName="node" presStyleLbl="node1" presStyleIdx="0" presStyleCnt="6" custScaleX="235795">
        <dgm:presLayoutVars>
          <dgm:bulletEnabled val="1"/>
        </dgm:presLayoutVars>
      </dgm:prSet>
      <dgm:spPr/>
    </dgm:pt>
    <dgm:pt modelId="{E341B67B-A5CB-4EF9-84E9-837E9A4D9A32}" type="pres">
      <dgm:prSet presAssocID="{D090F51A-FB92-4200-B06C-80C6D36A34FD}" presName="sibTrans" presStyleCnt="0"/>
      <dgm:spPr/>
    </dgm:pt>
    <dgm:pt modelId="{BDEB2A9C-EC72-4C69-9B94-3B5D316355B5}" type="pres">
      <dgm:prSet presAssocID="{79BF9C05-8FCC-405A-BCAD-FC67C9DB81E5}" presName="node" presStyleLbl="node1" presStyleIdx="1" presStyleCnt="6" custScaleX="235795">
        <dgm:presLayoutVars>
          <dgm:bulletEnabled val="1"/>
        </dgm:presLayoutVars>
      </dgm:prSet>
      <dgm:spPr/>
    </dgm:pt>
    <dgm:pt modelId="{249F11E6-0756-428E-A133-D08823EF6613}" type="pres">
      <dgm:prSet presAssocID="{C9BA729E-6366-465D-8308-B010FF50BAEE}" presName="sibTrans" presStyleCnt="0"/>
      <dgm:spPr/>
    </dgm:pt>
    <dgm:pt modelId="{C989510F-EDA6-422B-921E-53FF91100453}" type="pres">
      <dgm:prSet presAssocID="{BA205A51-1382-4F13-9D16-404ED978EF20}" presName="node" presStyleLbl="node1" presStyleIdx="2" presStyleCnt="6" custScaleX="235795">
        <dgm:presLayoutVars>
          <dgm:bulletEnabled val="1"/>
        </dgm:presLayoutVars>
      </dgm:prSet>
      <dgm:spPr/>
    </dgm:pt>
    <dgm:pt modelId="{83444769-611A-49AE-91EA-B92C610ACFB4}" type="pres">
      <dgm:prSet presAssocID="{8DF95520-0593-4F5A-BDFB-41B2979ECAAA}" presName="sibTrans" presStyleCnt="0"/>
      <dgm:spPr/>
    </dgm:pt>
    <dgm:pt modelId="{1BBA65DA-CCF7-404F-96E9-571B42A6BF7D}" type="pres">
      <dgm:prSet presAssocID="{747B08A9-E141-4A79-B774-3D9941CE7AF9}" presName="node" presStyleLbl="node1" presStyleIdx="3" presStyleCnt="6" custScaleX="235795">
        <dgm:presLayoutVars>
          <dgm:bulletEnabled val="1"/>
        </dgm:presLayoutVars>
      </dgm:prSet>
      <dgm:spPr/>
    </dgm:pt>
    <dgm:pt modelId="{F1CA248C-6DA6-4307-A43A-11D8F11CB2EB}" type="pres">
      <dgm:prSet presAssocID="{68ACC0A0-D0C2-4FC6-91AC-72434AA11398}" presName="sibTrans" presStyleCnt="0"/>
      <dgm:spPr/>
    </dgm:pt>
    <dgm:pt modelId="{5414E2E8-D1FB-4579-9E06-02B4C0FD3503}" type="pres">
      <dgm:prSet presAssocID="{1CD437B7-4B56-4960-9924-5426FCBFB844}" presName="node" presStyleLbl="node1" presStyleIdx="4" presStyleCnt="6" custScaleX="235795">
        <dgm:presLayoutVars>
          <dgm:bulletEnabled val="1"/>
        </dgm:presLayoutVars>
      </dgm:prSet>
      <dgm:spPr/>
    </dgm:pt>
    <dgm:pt modelId="{DD761EA0-9867-4293-A138-80B05D42D4DD}" type="pres">
      <dgm:prSet presAssocID="{8BE82514-6281-47E2-8A50-AC0FDEFFDE7F}" presName="sibTrans" presStyleCnt="0"/>
      <dgm:spPr/>
    </dgm:pt>
    <dgm:pt modelId="{6AE3C883-1F73-4FD7-BBA1-8D44C5DE1F17}" type="pres">
      <dgm:prSet presAssocID="{F761037F-E90E-4F88-A109-92F116028D95}" presName="node" presStyleLbl="node1" presStyleIdx="5" presStyleCnt="6" custScaleX="235795">
        <dgm:presLayoutVars>
          <dgm:bulletEnabled val="1"/>
        </dgm:presLayoutVars>
      </dgm:prSet>
      <dgm:spPr/>
    </dgm:pt>
  </dgm:ptLst>
  <dgm:cxnLst>
    <dgm:cxn modelId="{12193E0E-0C76-4137-9FB2-9B054C81F019}" srcId="{A1C8D9A4-7570-479E-8FD4-D59C88214940}" destId="{BA205A51-1382-4F13-9D16-404ED978EF20}" srcOrd="2" destOrd="0" parTransId="{5EAADD4B-6734-402D-95D3-534336714775}" sibTransId="{8DF95520-0593-4F5A-BDFB-41B2979ECAAA}"/>
    <dgm:cxn modelId="{613D2C5D-ECC6-4CA1-92DC-15F965C761D7}" srcId="{A1C8D9A4-7570-479E-8FD4-D59C88214940}" destId="{747B08A9-E141-4A79-B774-3D9941CE7AF9}" srcOrd="3" destOrd="0" parTransId="{4135C479-B9F5-431E-918B-53AD54F2CB22}" sibTransId="{68ACC0A0-D0C2-4FC6-91AC-72434AA11398}"/>
    <dgm:cxn modelId="{C90EC941-8874-4143-8269-370E7CC93C62}" srcId="{A1C8D9A4-7570-479E-8FD4-D59C88214940}" destId="{79BF9C05-8FCC-405A-BCAD-FC67C9DB81E5}" srcOrd="1" destOrd="0" parTransId="{2C4A9B10-8C12-42C8-9D1D-321C7BFE59AD}" sibTransId="{C9BA729E-6366-465D-8308-B010FF50BAEE}"/>
    <dgm:cxn modelId="{1FEC6648-F536-4F3A-878D-E0F833E94A12}" type="presOf" srcId="{F761037F-E90E-4F88-A109-92F116028D95}" destId="{6AE3C883-1F73-4FD7-BBA1-8D44C5DE1F17}" srcOrd="0" destOrd="0" presId="urn:microsoft.com/office/officeart/2005/8/layout/default"/>
    <dgm:cxn modelId="{4E834768-1A43-42D7-816C-EADE9D95630E}" type="presOf" srcId="{A1C8D9A4-7570-479E-8FD4-D59C88214940}" destId="{1D07CFA0-CB45-42BD-BBEB-1E1D2373AC6E}" srcOrd="0" destOrd="0" presId="urn:microsoft.com/office/officeart/2005/8/layout/default"/>
    <dgm:cxn modelId="{B395DF48-DC8C-46BF-A8D8-84313CBD41E7}" type="presOf" srcId="{79BF9C05-8FCC-405A-BCAD-FC67C9DB81E5}" destId="{BDEB2A9C-EC72-4C69-9B94-3B5D316355B5}" srcOrd="0" destOrd="0" presId="urn:microsoft.com/office/officeart/2005/8/layout/default"/>
    <dgm:cxn modelId="{486BB370-BCEE-4DFE-9C9F-BE1D3B9587BF}" type="presOf" srcId="{1CD437B7-4B56-4960-9924-5426FCBFB844}" destId="{5414E2E8-D1FB-4579-9E06-02B4C0FD3503}" srcOrd="0" destOrd="0" presId="urn:microsoft.com/office/officeart/2005/8/layout/default"/>
    <dgm:cxn modelId="{E8D5F472-C159-4B91-A1A0-95104951569C}" srcId="{A1C8D9A4-7570-479E-8FD4-D59C88214940}" destId="{EE59416C-CC68-4740-B9F4-A470FA12955B}" srcOrd="0" destOrd="0" parTransId="{53B0D259-26CA-4030-9E87-E4C3CCFE7549}" sibTransId="{D090F51A-FB92-4200-B06C-80C6D36A34FD}"/>
    <dgm:cxn modelId="{03AC1973-B6D6-4DA5-9F2B-138C8D68C877}" type="presOf" srcId="{EE59416C-CC68-4740-B9F4-A470FA12955B}" destId="{F94F3908-693F-4640-83CB-BACA498C7CE9}" srcOrd="0" destOrd="0" presId="urn:microsoft.com/office/officeart/2005/8/layout/default"/>
    <dgm:cxn modelId="{C5F6BE90-411E-48AA-9B9E-ACB540390C60}" type="presOf" srcId="{747B08A9-E141-4A79-B774-3D9941CE7AF9}" destId="{1BBA65DA-CCF7-404F-96E9-571B42A6BF7D}" srcOrd="0" destOrd="0" presId="urn:microsoft.com/office/officeart/2005/8/layout/default"/>
    <dgm:cxn modelId="{62F57FC7-510D-4B56-B155-FF5283DC5EFC}" srcId="{A1C8D9A4-7570-479E-8FD4-D59C88214940}" destId="{1CD437B7-4B56-4960-9924-5426FCBFB844}" srcOrd="4" destOrd="0" parTransId="{7D69476A-1853-4CCE-A5C2-5A0FB9258C30}" sibTransId="{8BE82514-6281-47E2-8A50-AC0FDEFFDE7F}"/>
    <dgm:cxn modelId="{179B5EE5-E7EA-40E2-A13E-E894BCD869BD}" type="presOf" srcId="{BA205A51-1382-4F13-9D16-404ED978EF20}" destId="{C989510F-EDA6-422B-921E-53FF91100453}" srcOrd="0" destOrd="0" presId="urn:microsoft.com/office/officeart/2005/8/layout/default"/>
    <dgm:cxn modelId="{C5610EFD-3060-4ABB-964D-B9A8D18C9215}" srcId="{A1C8D9A4-7570-479E-8FD4-D59C88214940}" destId="{F761037F-E90E-4F88-A109-92F116028D95}" srcOrd="5" destOrd="0" parTransId="{99BCB968-0D10-4C94-9C25-8C092E11B9D2}" sibTransId="{F0101A58-F35C-4C14-B7BE-5D99D6E5C69B}"/>
    <dgm:cxn modelId="{0F8859DD-A861-4443-9AFC-8C159F492550}" type="presParOf" srcId="{1D07CFA0-CB45-42BD-BBEB-1E1D2373AC6E}" destId="{F94F3908-693F-4640-83CB-BACA498C7CE9}" srcOrd="0" destOrd="0" presId="urn:microsoft.com/office/officeart/2005/8/layout/default"/>
    <dgm:cxn modelId="{A747064D-D877-4E1F-B45A-F18EEE872226}" type="presParOf" srcId="{1D07CFA0-CB45-42BD-BBEB-1E1D2373AC6E}" destId="{E341B67B-A5CB-4EF9-84E9-837E9A4D9A32}" srcOrd="1" destOrd="0" presId="urn:microsoft.com/office/officeart/2005/8/layout/default"/>
    <dgm:cxn modelId="{5109083D-7615-4C81-B33D-6E26A615AA7B}" type="presParOf" srcId="{1D07CFA0-CB45-42BD-BBEB-1E1D2373AC6E}" destId="{BDEB2A9C-EC72-4C69-9B94-3B5D316355B5}" srcOrd="2" destOrd="0" presId="urn:microsoft.com/office/officeart/2005/8/layout/default"/>
    <dgm:cxn modelId="{E3B8D461-B7EC-48E0-A051-F6878DB29E41}" type="presParOf" srcId="{1D07CFA0-CB45-42BD-BBEB-1E1D2373AC6E}" destId="{249F11E6-0756-428E-A133-D08823EF6613}" srcOrd="3" destOrd="0" presId="urn:microsoft.com/office/officeart/2005/8/layout/default"/>
    <dgm:cxn modelId="{9D8C1632-066C-42CA-82EE-FF929A2387E3}" type="presParOf" srcId="{1D07CFA0-CB45-42BD-BBEB-1E1D2373AC6E}" destId="{C989510F-EDA6-422B-921E-53FF91100453}" srcOrd="4" destOrd="0" presId="urn:microsoft.com/office/officeart/2005/8/layout/default"/>
    <dgm:cxn modelId="{A59B7927-29AA-4B2F-8D87-028A2BB07A91}" type="presParOf" srcId="{1D07CFA0-CB45-42BD-BBEB-1E1D2373AC6E}" destId="{83444769-611A-49AE-91EA-B92C610ACFB4}" srcOrd="5" destOrd="0" presId="urn:microsoft.com/office/officeart/2005/8/layout/default"/>
    <dgm:cxn modelId="{8D7292C6-9962-4CA7-8071-198FF7ED72A1}" type="presParOf" srcId="{1D07CFA0-CB45-42BD-BBEB-1E1D2373AC6E}" destId="{1BBA65DA-CCF7-404F-96E9-571B42A6BF7D}" srcOrd="6" destOrd="0" presId="urn:microsoft.com/office/officeart/2005/8/layout/default"/>
    <dgm:cxn modelId="{174E79CC-A3EE-4A47-B189-3DD4D95F300F}" type="presParOf" srcId="{1D07CFA0-CB45-42BD-BBEB-1E1D2373AC6E}" destId="{F1CA248C-6DA6-4307-A43A-11D8F11CB2EB}" srcOrd="7" destOrd="0" presId="urn:microsoft.com/office/officeart/2005/8/layout/default"/>
    <dgm:cxn modelId="{863C4CF4-D903-4928-886F-2FDDAC6334E7}" type="presParOf" srcId="{1D07CFA0-CB45-42BD-BBEB-1E1D2373AC6E}" destId="{5414E2E8-D1FB-4579-9E06-02B4C0FD3503}" srcOrd="8" destOrd="0" presId="urn:microsoft.com/office/officeart/2005/8/layout/default"/>
    <dgm:cxn modelId="{F66B2FAE-9566-4C0C-BF72-3250BC97A453}" type="presParOf" srcId="{1D07CFA0-CB45-42BD-BBEB-1E1D2373AC6E}" destId="{DD761EA0-9867-4293-A138-80B05D42D4DD}" srcOrd="9" destOrd="0" presId="urn:microsoft.com/office/officeart/2005/8/layout/default"/>
    <dgm:cxn modelId="{C15CB422-C913-4ED7-B888-274A0E05B735}" type="presParOf" srcId="{1D07CFA0-CB45-42BD-BBEB-1E1D2373AC6E}" destId="{6AE3C883-1F73-4FD7-BBA1-8D44C5DE1F1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9B28A6-A71A-4627-887E-09CB56602E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F06D67-DFD1-4A83-A40E-52AE98F4026D}">
      <dgm:prSet/>
      <dgm:spPr/>
      <dgm:t>
        <a:bodyPr/>
        <a:lstStyle/>
        <a:p>
          <a:r>
            <a:rPr lang="ru-RU" dirty="0"/>
            <a:t>Государственная </a:t>
          </a:r>
          <a:r>
            <a:rPr lang="ru-RU"/>
            <a:t>служба Российской Федерации – </a:t>
          </a:r>
          <a:r>
            <a:rPr lang="ru-RU" dirty="0"/>
            <a:t>профессиональная служебная деятельность граждан РФ по обеспечению исполнения полномочий:</a:t>
          </a:r>
        </a:p>
      </dgm:t>
    </dgm:pt>
    <dgm:pt modelId="{D483A9B3-C1A0-4913-9218-2AE1FF720369}" type="parTrans" cxnId="{F1FFF3B2-0E33-437F-8842-4BE6890F434E}">
      <dgm:prSet/>
      <dgm:spPr/>
      <dgm:t>
        <a:bodyPr/>
        <a:lstStyle/>
        <a:p>
          <a:endParaRPr lang="ru-RU"/>
        </a:p>
      </dgm:t>
    </dgm:pt>
    <dgm:pt modelId="{7A7CF29F-FDC8-4CE9-AAC8-3E20D6492F28}" type="sibTrans" cxnId="{F1FFF3B2-0E33-437F-8842-4BE6890F434E}">
      <dgm:prSet/>
      <dgm:spPr/>
      <dgm:t>
        <a:bodyPr/>
        <a:lstStyle/>
        <a:p>
          <a:endParaRPr lang="ru-RU"/>
        </a:p>
      </dgm:t>
    </dgm:pt>
    <dgm:pt modelId="{02D6A166-3774-454A-80B6-9E05E98B8D4C}" type="pres">
      <dgm:prSet presAssocID="{379B28A6-A71A-4627-887E-09CB56602EB3}" presName="linear" presStyleCnt="0">
        <dgm:presLayoutVars>
          <dgm:animLvl val="lvl"/>
          <dgm:resizeHandles val="exact"/>
        </dgm:presLayoutVars>
      </dgm:prSet>
      <dgm:spPr/>
    </dgm:pt>
    <dgm:pt modelId="{CFEB9318-2F71-4805-8F52-EA9801BD5BC3}" type="pres">
      <dgm:prSet presAssocID="{80F06D67-DFD1-4A83-A40E-52AE98F4026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AF47C1F-397F-4EED-898C-EDC890B249EC}" type="presOf" srcId="{80F06D67-DFD1-4A83-A40E-52AE98F4026D}" destId="{CFEB9318-2F71-4805-8F52-EA9801BD5BC3}" srcOrd="0" destOrd="0" presId="urn:microsoft.com/office/officeart/2005/8/layout/vList2"/>
    <dgm:cxn modelId="{F1FFF3B2-0E33-437F-8842-4BE6890F434E}" srcId="{379B28A6-A71A-4627-887E-09CB56602EB3}" destId="{80F06D67-DFD1-4A83-A40E-52AE98F4026D}" srcOrd="0" destOrd="0" parTransId="{D483A9B3-C1A0-4913-9218-2AE1FF720369}" sibTransId="{7A7CF29F-FDC8-4CE9-AAC8-3E20D6492F28}"/>
    <dgm:cxn modelId="{4BF234C6-6B2F-40EB-8374-72113AE4DAC7}" type="presOf" srcId="{379B28A6-A71A-4627-887E-09CB56602EB3}" destId="{02D6A166-3774-454A-80B6-9E05E98B8D4C}" srcOrd="0" destOrd="0" presId="urn:microsoft.com/office/officeart/2005/8/layout/vList2"/>
    <dgm:cxn modelId="{3BDA246A-1CFF-4407-A57A-BF7E62806905}" type="presParOf" srcId="{02D6A166-3774-454A-80B6-9E05E98B8D4C}" destId="{CFEB9318-2F71-4805-8F52-EA9801BD5B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8DC886-C2F6-40A3-BE0D-F4E22E8952D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118DF14-4ED8-4953-AA70-00E52801D5D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федерализм, обеспечивающий единство системы государственной службы и соблюдение конституционного разграничения предметов ведения и полномочий между федеральными органами государственной власти и органами государственной власти субъектов Российской Федерации;</a:t>
          </a:r>
        </a:p>
      </dgm:t>
    </dgm:pt>
    <dgm:pt modelId="{1C34BAF6-2719-4D8E-AB52-8E2915AA111E}" type="parTrans" cxnId="{E56CC1EF-A0A3-4498-88DB-8A3C4AD6B92E}">
      <dgm:prSet/>
      <dgm:spPr/>
      <dgm:t>
        <a:bodyPr/>
        <a:lstStyle/>
        <a:p>
          <a:endParaRPr lang="ru-RU"/>
        </a:p>
      </dgm:t>
    </dgm:pt>
    <dgm:pt modelId="{8A9330D2-35B0-438D-A307-F5B7685EE107}" type="sibTrans" cxnId="{E56CC1EF-A0A3-4498-88DB-8A3C4AD6B92E}">
      <dgm:prSet/>
      <dgm:spPr/>
      <dgm:t>
        <a:bodyPr/>
        <a:lstStyle/>
        <a:p>
          <a:endParaRPr lang="ru-RU"/>
        </a:p>
      </dgm:t>
    </dgm:pt>
    <dgm:pt modelId="{3DC7CD7A-3B1B-414A-BD30-717DC5043453}">
      <dgm:prSet/>
      <dgm:spPr/>
      <dgm:t>
        <a:bodyPr/>
        <a:lstStyle/>
        <a:p>
          <a:r>
            <a:rPr lang="ru-RU"/>
            <a:t>законность;</a:t>
          </a:r>
        </a:p>
      </dgm:t>
    </dgm:pt>
    <dgm:pt modelId="{BF3F46F2-134A-4BB7-8758-AF5830AA3B2C}" type="parTrans" cxnId="{893F0EC8-E941-408C-B9EF-1A6B72A87DC9}">
      <dgm:prSet/>
      <dgm:spPr/>
      <dgm:t>
        <a:bodyPr/>
        <a:lstStyle/>
        <a:p>
          <a:endParaRPr lang="ru-RU"/>
        </a:p>
      </dgm:t>
    </dgm:pt>
    <dgm:pt modelId="{18450AE9-1AC5-4650-AEB4-8C7E1223F3AA}" type="sibTrans" cxnId="{893F0EC8-E941-408C-B9EF-1A6B72A87DC9}">
      <dgm:prSet/>
      <dgm:spPr/>
      <dgm:t>
        <a:bodyPr/>
        <a:lstStyle/>
        <a:p>
          <a:endParaRPr lang="ru-RU"/>
        </a:p>
      </dgm:t>
    </dgm:pt>
    <dgm:pt modelId="{6E6C820B-BD80-4598-8888-7E758CD31A4A}">
      <dgm:prSet/>
      <dgm:spPr/>
      <dgm:t>
        <a:bodyPr/>
        <a:lstStyle/>
        <a:p>
          <a:r>
            <a:rPr lang="ru-RU"/>
            <a:t>приоритет прав и свобод человека и гражданина, их непосредственное действие, обязательность их признания, соблюдения и защиты;</a:t>
          </a:r>
        </a:p>
      </dgm:t>
    </dgm:pt>
    <dgm:pt modelId="{94155937-BE96-4984-A1B3-6BDB0AD3E94C}" type="parTrans" cxnId="{4389EEDE-73D3-4997-9079-FD54AF64496A}">
      <dgm:prSet/>
      <dgm:spPr/>
      <dgm:t>
        <a:bodyPr/>
        <a:lstStyle/>
        <a:p>
          <a:endParaRPr lang="ru-RU"/>
        </a:p>
      </dgm:t>
    </dgm:pt>
    <dgm:pt modelId="{3AA8EEA9-C3D2-442B-99EC-8FFFB2168442}" type="sibTrans" cxnId="{4389EEDE-73D3-4997-9079-FD54AF64496A}">
      <dgm:prSet/>
      <dgm:spPr/>
      <dgm:t>
        <a:bodyPr/>
        <a:lstStyle/>
        <a:p>
          <a:endParaRPr lang="ru-RU"/>
        </a:p>
      </dgm:t>
    </dgm:pt>
    <dgm:pt modelId="{4DA813E5-6F47-4F96-A2ED-2742EB0BB73E}">
      <dgm:prSet/>
      <dgm:spPr/>
      <dgm:t>
        <a:bodyPr/>
        <a:lstStyle/>
        <a:p>
          <a:r>
            <a:rPr lang="ru-RU"/>
            <a:t>равный доступ граждан к государственной службе;</a:t>
          </a:r>
        </a:p>
      </dgm:t>
    </dgm:pt>
    <dgm:pt modelId="{86BCFCB4-D864-4C5E-8AD6-6B422F44CC90}" type="parTrans" cxnId="{ECCF19F9-F729-4596-A4F6-D7D54421E968}">
      <dgm:prSet/>
      <dgm:spPr/>
      <dgm:t>
        <a:bodyPr/>
        <a:lstStyle/>
        <a:p>
          <a:endParaRPr lang="ru-RU"/>
        </a:p>
      </dgm:t>
    </dgm:pt>
    <dgm:pt modelId="{9AE7953F-F548-47A8-84E3-13FF5F3B1B10}" type="sibTrans" cxnId="{ECCF19F9-F729-4596-A4F6-D7D54421E968}">
      <dgm:prSet/>
      <dgm:spPr/>
      <dgm:t>
        <a:bodyPr/>
        <a:lstStyle/>
        <a:p>
          <a:endParaRPr lang="ru-RU"/>
        </a:p>
      </dgm:t>
    </dgm:pt>
    <dgm:pt modelId="{73C6F039-D273-4CC3-A052-59A7D68CF554}">
      <dgm:prSet/>
      <dgm:spPr/>
      <dgm:t>
        <a:bodyPr/>
        <a:lstStyle/>
        <a:p>
          <a:r>
            <a:rPr lang="ru-RU"/>
            <a:t>единство правовых и организационных основ государственной службы, предполагающее законодательное закрепление единого подхода к организации государственной службы;</a:t>
          </a:r>
        </a:p>
      </dgm:t>
    </dgm:pt>
    <dgm:pt modelId="{1F75AEA7-281F-4AC2-A79B-7E954713AEEB}" type="parTrans" cxnId="{D0E5BA53-52AF-4236-AA0A-F32853D4BC79}">
      <dgm:prSet/>
      <dgm:spPr/>
      <dgm:t>
        <a:bodyPr/>
        <a:lstStyle/>
        <a:p>
          <a:endParaRPr lang="ru-RU"/>
        </a:p>
      </dgm:t>
    </dgm:pt>
    <dgm:pt modelId="{0E330A38-2E54-4F06-9F8B-FC16882321F4}" type="sibTrans" cxnId="{D0E5BA53-52AF-4236-AA0A-F32853D4BC79}">
      <dgm:prSet/>
      <dgm:spPr/>
      <dgm:t>
        <a:bodyPr/>
        <a:lstStyle/>
        <a:p>
          <a:endParaRPr lang="ru-RU"/>
        </a:p>
      </dgm:t>
    </dgm:pt>
    <dgm:pt modelId="{075AC7BB-7283-4804-9C28-2EE09BA8A931}" type="pres">
      <dgm:prSet presAssocID="{CC8DC886-C2F6-40A3-BE0D-F4E22E8952D5}" presName="linear" presStyleCnt="0">
        <dgm:presLayoutVars>
          <dgm:animLvl val="lvl"/>
          <dgm:resizeHandles val="exact"/>
        </dgm:presLayoutVars>
      </dgm:prSet>
      <dgm:spPr/>
    </dgm:pt>
    <dgm:pt modelId="{A703A21A-8206-4E66-AFD5-7B134BB2A221}" type="pres">
      <dgm:prSet presAssocID="{6118DF14-4ED8-4953-AA70-00E52801D5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FBA539C-FBBD-4895-9FB3-9BD922959386}" type="pres">
      <dgm:prSet presAssocID="{8A9330D2-35B0-438D-A307-F5B7685EE107}" presName="spacer" presStyleCnt="0"/>
      <dgm:spPr/>
    </dgm:pt>
    <dgm:pt modelId="{A6C94CC5-5306-4BEB-B0D0-FFDB48E63650}" type="pres">
      <dgm:prSet presAssocID="{3DC7CD7A-3B1B-414A-BD30-717DC5043453}" presName="parentText" presStyleLbl="node1" presStyleIdx="1" presStyleCnt="5" custScaleY="46651">
        <dgm:presLayoutVars>
          <dgm:chMax val="0"/>
          <dgm:bulletEnabled val="1"/>
        </dgm:presLayoutVars>
      </dgm:prSet>
      <dgm:spPr/>
    </dgm:pt>
    <dgm:pt modelId="{CA1F6339-C970-46BB-8D9C-360767DEE19C}" type="pres">
      <dgm:prSet presAssocID="{18450AE9-1AC5-4650-AEB4-8C7E1223F3AA}" presName="spacer" presStyleCnt="0"/>
      <dgm:spPr/>
    </dgm:pt>
    <dgm:pt modelId="{C3100FE0-5D8C-4EE6-9CF7-1C1E1274F366}" type="pres">
      <dgm:prSet presAssocID="{6E6C820B-BD80-4598-8888-7E758CD31A4A}" presName="parentText" presStyleLbl="node1" presStyleIdx="2" presStyleCnt="5" custScaleY="75132">
        <dgm:presLayoutVars>
          <dgm:chMax val="0"/>
          <dgm:bulletEnabled val="1"/>
        </dgm:presLayoutVars>
      </dgm:prSet>
      <dgm:spPr/>
    </dgm:pt>
    <dgm:pt modelId="{E6E8EE3E-677D-447A-BED2-BCCFF06BEEE5}" type="pres">
      <dgm:prSet presAssocID="{3AA8EEA9-C3D2-442B-99EC-8FFFB2168442}" presName="spacer" presStyleCnt="0"/>
      <dgm:spPr/>
    </dgm:pt>
    <dgm:pt modelId="{BDE92E4E-841D-410E-97E6-1ED7AB249EEA}" type="pres">
      <dgm:prSet presAssocID="{4DA813E5-6F47-4F96-A2ED-2742EB0BB73E}" presName="parentText" presStyleLbl="node1" presStyleIdx="3" presStyleCnt="5" custScaleY="51316">
        <dgm:presLayoutVars>
          <dgm:chMax val="0"/>
          <dgm:bulletEnabled val="1"/>
        </dgm:presLayoutVars>
      </dgm:prSet>
      <dgm:spPr/>
    </dgm:pt>
    <dgm:pt modelId="{3BEBAF7D-08EC-489B-8BE7-88E5A2401BD5}" type="pres">
      <dgm:prSet presAssocID="{9AE7953F-F548-47A8-84E3-13FF5F3B1B10}" presName="spacer" presStyleCnt="0"/>
      <dgm:spPr/>
    </dgm:pt>
    <dgm:pt modelId="{26B8D423-8CF6-4ED9-ACFB-8C1675819775}" type="pres">
      <dgm:prSet presAssocID="{73C6F039-D273-4CC3-A052-59A7D68CF554}" presName="parentText" presStyleLbl="node1" presStyleIdx="4" presStyleCnt="5" custScaleY="75132">
        <dgm:presLayoutVars>
          <dgm:chMax val="0"/>
          <dgm:bulletEnabled val="1"/>
        </dgm:presLayoutVars>
      </dgm:prSet>
      <dgm:spPr/>
    </dgm:pt>
  </dgm:ptLst>
  <dgm:cxnLst>
    <dgm:cxn modelId="{246A6436-57AB-4501-90CF-D8BA7310EE0A}" type="presOf" srcId="{3DC7CD7A-3B1B-414A-BD30-717DC5043453}" destId="{A6C94CC5-5306-4BEB-B0D0-FFDB48E63650}" srcOrd="0" destOrd="0" presId="urn:microsoft.com/office/officeart/2005/8/layout/vList2"/>
    <dgm:cxn modelId="{B80D5F41-0BAE-411D-A144-C97B79A60428}" type="presOf" srcId="{4DA813E5-6F47-4F96-A2ED-2742EB0BB73E}" destId="{BDE92E4E-841D-410E-97E6-1ED7AB249EEA}" srcOrd="0" destOrd="0" presId="urn:microsoft.com/office/officeart/2005/8/layout/vList2"/>
    <dgm:cxn modelId="{8A7AD24D-42BA-4DDD-9AAE-BBB3AFC1A92F}" type="presOf" srcId="{73C6F039-D273-4CC3-A052-59A7D68CF554}" destId="{26B8D423-8CF6-4ED9-ACFB-8C1675819775}" srcOrd="0" destOrd="0" presId="urn:microsoft.com/office/officeart/2005/8/layout/vList2"/>
    <dgm:cxn modelId="{D0E5BA53-52AF-4236-AA0A-F32853D4BC79}" srcId="{CC8DC886-C2F6-40A3-BE0D-F4E22E8952D5}" destId="{73C6F039-D273-4CC3-A052-59A7D68CF554}" srcOrd="4" destOrd="0" parTransId="{1F75AEA7-281F-4AC2-A79B-7E954713AEEB}" sibTransId="{0E330A38-2E54-4F06-9F8B-FC16882321F4}"/>
    <dgm:cxn modelId="{893F0EC8-E941-408C-B9EF-1A6B72A87DC9}" srcId="{CC8DC886-C2F6-40A3-BE0D-F4E22E8952D5}" destId="{3DC7CD7A-3B1B-414A-BD30-717DC5043453}" srcOrd="1" destOrd="0" parTransId="{BF3F46F2-134A-4BB7-8758-AF5830AA3B2C}" sibTransId="{18450AE9-1AC5-4650-AEB4-8C7E1223F3AA}"/>
    <dgm:cxn modelId="{92D729C9-2374-47B4-AE53-F64F82A5E8D5}" type="presOf" srcId="{CC8DC886-C2F6-40A3-BE0D-F4E22E8952D5}" destId="{075AC7BB-7283-4804-9C28-2EE09BA8A931}" srcOrd="0" destOrd="0" presId="urn:microsoft.com/office/officeart/2005/8/layout/vList2"/>
    <dgm:cxn modelId="{4D2C59CF-F0B2-4EA0-9274-EAF73FA99E65}" type="presOf" srcId="{6E6C820B-BD80-4598-8888-7E758CD31A4A}" destId="{C3100FE0-5D8C-4EE6-9CF7-1C1E1274F366}" srcOrd="0" destOrd="0" presId="urn:microsoft.com/office/officeart/2005/8/layout/vList2"/>
    <dgm:cxn modelId="{4389EEDE-73D3-4997-9079-FD54AF64496A}" srcId="{CC8DC886-C2F6-40A3-BE0D-F4E22E8952D5}" destId="{6E6C820B-BD80-4598-8888-7E758CD31A4A}" srcOrd="2" destOrd="0" parTransId="{94155937-BE96-4984-A1B3-6BDB0AD3E94C}" sibTransId="{3AA8EEA9-C3D2-442B-99EC-8FFFB2168442}"/>
    <dgm:cxn modelId="{BB88F5DE-0E22-4FE0-AF6E-28357B682A0F}" type="presOf" srcId="{6118DF14-4ED8-4953-AA70-00E52801D5D9}" destId="{A703A21A-8206-4E66-AFD5-7B134BB2A221}" srcOrd="0" destOrd="0" presId="urn:microsoft.com/office/officeart/2005/8/layout/vList2"/>
    <dgm:cxn modelId="{E56CC1EF-A0A3-4498-88DB-8A3C4AD6B92E}" srcId="{CC8DC886-C2F6-40A3-BE0D-F4E22E8952D5}" destId="{6118DF14-4ED8-4953-AA70-00E52801D5D9}" srcOrd="0" destOrd="0" parTransId="{1C34BAF6-2719-4D8E-AB52-8E2915AA111E}" sibTransId="{8A9330D2-35B0-438D-A307-F5B7685EE107}"/>
    <dgm:cxn modelId="{ECCF19F9-F729-4596-A4F6-D7D54421E968}" srcId="{CC8DC886-C2F6-40A3-BE0D-F4E22E8952D5}" destId="{4DA813E5-6F47-4F96-A2ED-2742EB0BB73E}" srcOrd="3" destOrd="0" parTransId="{86BCFCB4-D864-4C5E-8AD6-6B422F44CC90}" sibTransId="{9AE7953F-F548-47A8-84E3-13FF5F3B1B10}"/>
    <dgm:cxn modelId="{68008E70-8D69-4163-B536-592B891F17DD}" type="presParOf" srcId="{075AC7BB-7283-4804-9C28-2EE09BA8A931}" destId="{A703A21A-8206-4E66-AFD5-7B134BB2A221}" srcOrd="0" destOrd="0" presId="urn:microsoft.com/office/officeart/2005/8/layout/vList2"/>
    <dgm:cxn modelId="{D7703D6C-5129-4D98-8C61-6E0DFE01E6C7}" type="presParOf" srcId="{075AC7BB-7283-4804-9C28-2EE09BA8A931}" destId="{BFBA539C-FBBD-4895-9FB3-9BD922959386}" srcOrd="1" destOrd="0" presId="urn:microsoft.com/office/officeart/2005/8/layout/vList2"/>
    <dgm:cxn modelId="{EF5C0194-049F-4BF9-84EA-2E7EF71E3B60}" type="presParOf" srcId="{075AC7BB-7283-4804-9C28-2EE09BA8A931}" destId="{A6C94CC5-5306-4BEB-B0D0-FFDB48E63650}" srcOrd="2" destOrd="0" presId="urn:microsoft.com/office/officeart/2005/8/layout/vList2"/>
    <dgm:cxn modelId="{67C9388F-40E9-4C0F-94CC-3CFB61D97C00}" type="presParOf" srcId="{075AC7BB-7283-4804-9C28-2EE09BA8A931}" destId="{CA1F6339-C970-46BB-8D9C-360767DEE19C}" srcOrd="3" destOrd="0" presId="urn:microsoft.com/office/officeart/2005/8/layout/vList2"/>
    <dgm:cxn modelId="{CBC95F30-44FD-40CE-B840-5C19D2B7928A}" type="presParOf" srcId="{075AC7BB-7283-4804-9C28-2EE09BA8A931}" destId="{C3100FE0-5D8C-4EE6-9CF7-1C1E1274F366}" srcOrd="4" destOrd="0" presId="urn:microsoft.com/office/officeart/2005/8/layout/vList2"/>
    <dgm:cxn modelId="{8C390B08-B032-482C-B6D0-99BC457A7E50}" type="presParOf" srcId="{075AC7BB-7283-4804-9C28-2EE09BA8A931}" destId="{E6E8EE3E-677D-447A-BED2-BCCFF06BEEE5}" srcOrd="5" destOrd="0" presId="urn:microsoft.com/office/officeart/2005/8/layout/vList2"/>
    <dgm:cxn modelId="{D4F71F12-9975-4ECB-B779-AD39EAFD0BF7}" type="presParOf" srcId="{075AC7BB-7283-4804-9C28-2EE09BA8A931}" destId="{BDE92E4E-841D-410E-97E6-1ED7AB249EEA}" srcOrd="6" destOrd="0" presId="urn:microsoft.com/office/officeart/2005/8/layout/vList2"/>
    <dgm:cxn modelId="{A6440C6C-E926-4390-8690-B1BB96B49C73}" type="presParOf" srcId="{075AC7BB-7283-4804-9C28-2EE09BA8A931}" destId="{3BEBAF7D-08EC-489B-8BE7-88E5A2401BD5}" srcOrd="7" destOrd="0" presId="urn:microsoft.com/office/officeart/2005/8/layout/vList2"/>
    <dgm:cxn modelId="{B301AAD7-6F45-4A04-9100-F2A57E6C63F8}" type="presParOf" srcId="{075AC7BB-7283-4804-9C28-2EE09BA8A931}" destId="{26B8D423-8CF6-4ED9-ACFB-8C167581977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8DC886-C2F6-40A3-BE0D-F4E22E8952D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91A7B115-BEE4-4085-9DB3-D427B11F6333}">
      <dgm:prSet/>
      <dgm:spPr/>
      <dgm:t>
        <a:bodyPr/>
        <a:lstStyle/>
        <a:p>
          <a:r>
            <a:rPr lang="ru-RU"/>
            <a:t>взаимосвязь государственной службы и муниципальной службы;</a:t>
          </a:r>
        </a:p>
      </dgm:t>
    </dgm:pt>
    <dgm:pt modelId="{DEB715B0-3FA8-4ED3-A50C-16C6541D9DA1}" type="parTrans" cxnId="{71EEA0A3-E90C-4BCA-9CBA-CB50990EEB05}">
      <dgm:prSet/>
      <dgm:spPr/>
      <dgm:t>
        <a:bodyPr/>
        <a:lstStyle/>
        <a:p>
          <a:endParaRPr lang="ru-RU"/>
        </a:p>
      </dgm:t>
    </dgm:pt>
    <dgm:pt modelId="{39386A2E-6704-4434-A1B3-819366FC09DA}" type="sibTrans" cxnId="{71EEA0A3-E90C-4BCA-9CBA-CB50990EEB05}">
      <dgm:prSet/>
      <dgm:spPr/>
      <dgm:t>
        <a:bodyPr/>
        <a:lstStyle/>
        <a:p>
          <a:endParaRPr lang="ru-RU"/>
        </a:p>
      </dgm:t>
    </dgm:pt>
    <dgm:pt modelId="{1CD4A915-D048-40C5-B60D-B39427311AE8}">
      <dgm:prSet/>
      <dgm:spPr/>
      <dgm:t>
        <a:bodyPr/>
        <a:lstStyle/>
        <a:p>
          <a:r>
            <a:rPr lang="ru-RU"/>
            <a:t>открытость государственной службы и ее доступность общественному контролю, объективное информирование общества о деятельности государственных служащих;</a:t>
          </a:r>
        </a:p>
      </dgm:t>
    </dgm:pt>
    <dgm:pt modelId="{3C2902E3-15E0-46E3-BC25-A89E7A285118}" type="parTrans" cxnId="{8BB91158-FF09-48F4-85F1-8821A305C981}">
      <dgm:prSet/>
      <dgm:spPr/>
      <dgm:t>
        <a:bodyPr/>
        <a:lstStyle/>
        <a:p>
          <a:endParaRPr lang="ru-RU"/>
        </a:p>
      </dgm:t>
    </dgm:pt>
    <dgm:pt modelId="{32B01994-469E-4087-94DA-F42F99744172}" type="sibTrans" cxnId="{8BB91158-FF09-48F4-85F1-8821A305C981}">
      <dgm:prSet/>
      <dgm:spPr/>
      <dgm:t>
        <a:bodyPr/>
        <a:lstStyle/>
        <a:p>
          <a:endParaRPr lang="ru-RU"/>
        </a:p>
      </dgm:t>
    </dgm:pt>
    <dgm:pt modelId="{0725BBEE-1F72-4094-A57D-1262115027D1}">
      <dgm:prSet/>
      <dgm:spPr/>
      <dgm:t>
        <a:bodyPr/>
        <a:lstStyle/>
        <a:p>
          <a:r>
            <a:rPr lang="ru-RU"/>
            <a:t>профессионализм и компетентность государственных служащих;</a:t>
          </a:r>
        </a:p>
      </dgm:t>
    </dgm:pt>
    <dgm:pt modelId="{6E5EE50B-6507-4ED8-8E48-6607C47B1BCA}" type="parTrans" cxnId="{99D03A5D-9F31-4295-B480-740759061276}">
      <dgm:prSet/>
      <dgm:spPr/>
      <dgm:t>
        <a:bodyPr/>
        <a:lstStyle/>
        <a:p>
          <a:endParaRPr lang="ru-RU"/>
        </a:p>
      </dgm:t>
    </dgm:pt>
    <dgm:pt modelId="{32C08974-EEF6-4EB8-943D-531E65DFD922}" type="sibTrans" cxnId="{99D03A5D-9F31-4295-B480-740759061276}">
      <dgm:prSet/>
      <dgm:spPr/>
      <dgm:t>
        <a:bodyPr/>
        <a:lstStyle/>
        <a:p>
          <a:endParaRPr lang="ru-RU"/>
        </a:p>
      </dgm:t>
    </dgm:pt>
    <dgm:pt modelId="{AFFDA9FE-7DD4-4B69-BF36-82EB0007DFC5}">
      <dgm:prSet/>
      <dgm:spPr/>
      <dgm:t>
        <a:bodyPr/>
        <a:lstStyle/>
        <a:p>
          <a:r>
            <a:rPr lang="ru-RU" dirty="0"/>
            <a:t>защита государственных служащих от неправомерного вмешательства в их профессиональную служебную деятельность как государственных органов и должностных лиц, так и физических и юридических лиц.</a:t>
          </a:r>
        </a:p>
      </dgm:t>
    </dgm:pt>
    <dgm:pt modelId="{A02DA05E-4641-4422-B299-D42E6667FCBC}" type="parTrans" cxnId="{4E668FE3-8EEB-4230-9D66-6C70440A73A8}">
      <dgm:prSet/>
      <dgm:spPr/>
      <dgm:t>
        <a:bodyPr/>
        <a:lstStyle/>
        <a:p>
          <a:endParaRPr lang="ru-RU"/>
        </a:p>
      </dgm:t>
    </dgm:pt>
    <dgm:pt modelId="{DECCBF29-F5E8-4AD6-B1DA-75FDB25EA8A9}" type="sibTrans" cxnId="{4E668FE3-8EEB-4230-9D66-6C70440A73A8}">
      <dgm:prSet/>
      <dgm:spPr/>
      <dgm:t>
        <a:bodyPr/>
        <a:lstStyle/>
        <a:p>
          <a:endParaRPr lang="ru-RU"/>
        </a:p>
      </dgm:t>
    </dgm:pt>
    <dgm:pt modelId="{075AC7BB-7283-4804-9C28-2EE09BA8A931}" type="pres">
      <dgm:prSet presAssocID="{CC8DC886-C2F6-40A3-BE0D-F4E22E8952D5}" presName="linear" presStyleCnt="0">
        <dgm:presLayoutVars>
          <dgm:animLvl val="lvl"/>
          <dgm:resizeHandles val="exact"/>
        </dgm:presLayoutVars>
      </dgm:prSet>
      <dgm:spPr/>
    </dgm:pt>
    <dgm:pt modelId="{3064BEA8-C220-4B31-B93D-9C877C4A3C0B}" type="pres">
      <dgm:prSet presAssocID="{91A7B115-BEE4-4085-9DB3-D427B11F6333}" presName="parentText" presStyleLbl="node1" presStyleIdx="0" presStyleCnt="4" custScaleY="68302">
        <dgm:presLayoutVars>
          <dgm:chMax val="0"/>
          <dgm:bulletEnabled val="1"/>
        </dgm:presLayoutVars>
      </dgm:prSet>
      <dgm:spPr/>
    </dgm:pt>
    <dgm:pt modelId="{F36B9E02-41AE-407E-B63C-B08B1EEB00E5}" type="pres">
      <dgm:prSet presAssocID="{39386A2E-6704-4434-A1B3-819366FC09DA}" presName="spacer" presStyleCnt="0"/>
      <dgm:spPr/>
    </dgm:pt>
    <dgm:pt modelId="{E91979FC-9719-4BC1-B94B-370DFAD752DF}" type="pres">
      <dgm:prSet presAssocID="{1CD4A915-D048-40C5-B60D-B39427311A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BEA742-0DBC-4F33-A42B-8C8B357BE55E}" type="pres">
      <dgm:prSet presAssocID="{32B01994-469E-4087-94DA-F42F99744172}" presName="spacer" presStyleCnt="0"/>
      <dgm:spPr/>
    </dgm:pt>
    <dgm:pt modelId="{28416B15-4366-4945-8326-8A7D76562A1F}" type="pres">
      <dgm:prSet presAssocID="{0725BBEE-1F72-4094-A57D-1262115027D1}" presName="parentText" presStyleLbl="node1" presStyleIdx="2" presStyleCnt="4" custScaleY="68302">
        <dgm:presLayoutVars>
          <dgm:chMax val="0"/>
          <dgm:bulletEnabled val="1"/>
        </dgm:presLayoutVars>
      </dgm:prSet>
      <dgm:spPr/>
    </dgm:pt>
    <dgm:pt modelId="{47EC270E-F352-4C7D-BC69-DF8009BE6B91}" type="pres">
      <dgm:prSet presAssocID="{32C08974-EEF6-4EB8-943D-531E65DFD922}" presName="spacer" presStyleCnt="0"/>
      <dgm:spPr/>
    </dgm:pt>
    <dgm:pt modelId="{8EC9C6E9-3F98-49F0-BD9B-B4911B10330D}" type="pres">
      <dgm:prSet presAssocID="{AFFDA9FE-7DD4-4B69-BF36-82EB0007DF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31FB38-0504-40D8-BFBC-E7AB020BA7D7}" type="presOf" srcId="{1CD4A915-D048-40C5-B60D-B39427311AE8}" destId="{E91979FC-9719-4BC1-B94B-370DFAD752DF}" srcOrd="0" destOrd="0" presId="urn:microsoft.com/office/officeart/2005/8/layout/vList2"/>
    <dgm:cxn modelId="{99D03A5D-9F31-4295-B480-740759061276}" srcId="{CC8DC886-C2F6-40A3-BE0D-F4E22E8952D5}" destId="{0725BBEE-1F72-4094-A57D-1262115027D1}" srcOrd="2" destOrd="0" parTransId="{6E5EE50B-6507-4ED8-8E48-6607C47B1BCA}" sibTransId="{32C08974-EEF6-4EB8-943D-531E65DFD922}"/>
    <dgm:cxn modelId="{3DD9F360-4B0B-44B1-93DA-F606B8455FCA}" type="presOf" srcId="{91A7B115-BEE4-4085-9DB3-D427B11F6333}" destId="{3064BEA8-C220-4B31-B93D-9C877C4A3C0B}" srcOrd="0" destOrd="0" presId="urn:microsoft.com/office/officeart/2005/8/layout/vList2"/>
    <dgm:cxn modelId="{8BB91158-FF09-48F4-85F1-8821A305C981}" srcId="{CC8DC886-C2F6-40A3-BE0D-F4E22E8952D5}" destId="{1CD4A915-D048-40C5-B60D-B39427311AE8}" srcOrd="1" destOrd="0" parTransId="{3C2902E3-15E0-46E3-BC25-A89E7A285118}" sibTransId="{32B01994-469E-4087-94DA-F42F99744172}"/>
    <dgm:cxn modelId="{83C4FC90-AC66-4845-BB19-FEFD5600669D}" type="presOf" srcId="{AFFDA9FE-7DD4-4B69-BF36-82EB0007DFC5}" destId="{8EC9C6E9-3F98-49F0-BD9B-B4911B10330D}" srcOrd="0" destOrd="0" presId="urn:microsoft.com/office/officeart/2005/8/layout/vList2"/>
    <dgm:cxn modelId="{71EEA0A3-E90C-4BCA-9CBA-CB50990EEB05}" srcId="{CC8DC886-C2F6-40A3-BE0D-F4E22E8952D5}" destId="{91A7B115-BEE4-4085-9DB3-D427B11F6333}" srcOrd="0" destOrd="0" parTransId="{DEB715B0-3FA8-4ED3-A50C-16C6541D9DA1}" sibTransId="{39386A2E-6704-4434-A1B3-819366FC09DA}"/>
    <dgm:cxn modelId="{35AD59BC-7681-419D-99AC-0B1045613E27}" type="presOf" srcId="{0725BBEE-1F72-4094-A57D-1262115027D1}" destId="{28416B15-4366-4945-8326-8A7D76562A1F}" srcOrd="0" destOrd="0" presId="urn:microsoft.com/office/officeart/2005/8/layout/vList2"/>
    <dgm:cxn modelId="{92D729C9-2374-47B4-AE53-F64F82A5E8D5}" type="presOf" srcId="{CC8DC886-C2F6-40A3-BE0D-F4E22E8952D5}" destId="{075AC7BB-7283-4804-9C28-2EE09BA8A931}" srcOrd="0" destOrd="0" presId="urn:microsoft.com/office/officeart/2005/8/layout/vList2"/>
    <dgm:cxn modelId="{4E668FE3-8EEB-4230-9D66-6C70440A73A8}" srcId="{CC8DC886-C2F6-40A3-BE0D-F4E22E8952D5}" destId="{AFFDA9FE-7DD4-4B69-BF36-82EB0007DFC5}" srcOrd="3" destOrd="0" parTransId="{A02DA05E-4641-4422-B299-D42E6667FCBC}" sibTransId="{DECCBF29-F5E8-4AD6-B1DA-75FDB25EA8A9}"/>
    <dgm:cxn modelId="{2777C2CB-56E6-4781-8298-607BA63DFD62}" type="presParOf" srcId="{075AC7BB-7283-4804-9C28-2EE09BA8A931}" destId="{3064BEA8-C220-4B31-B93D-9C877C4A3C0B}" srcOrd="0" destOrd="0" presId="urn:microsoft.com/office/officeart/2005/8/layout/vList2"/>
    <dgm:cxn modelId="{E573D5D7-1551-4CE7-901F-2ED89611C239}" type="presParOf" srcId="{075AC7BB-7283-4804-9C28-2EE09BA8A931}" destId="{F36B9E02-41AE-407E-B63C-B08B1EEB00E5}" srcOrd="1" destOrd="0" presId="urn:microsoft.com/office/officeart/2005/8/layout/vList2"/>
    <dgm:cxn modelId="{32926620-CF80-4906-961F-A3DB064CD9CB}" type="presParOf" srcId="{075AC7BB-7283-4804-9C28-2EE09BA8A931}" destId="{E91979FC-9719-4BC1-B94B-370DFAD752DF}" srcOrd="2" destOrd="0" presId="urn:microsoft.com/office/officeart/2005/8/layout/vList2"/>
    <dgm:cxn modelId="{789EF20D-C3F9-46A8-8BDA-7E082075060F}" type="presParOf" srcId="{075AC7BB-7283-4804-9C28-2EE09BA8A931}" destId="{B7BEA742-0DBC-4F33-A42B-8C8B357BE55E}" srcOrd="3" destOrd="0" presId="urn:microsoft.com/office/officeart/2005/8/layout/vList2"/>
    <dgm:cxn modelId="{05A8B864-F5E3-491E-A3E3-76D1C12D343D}" type="presParOf" srcId="{075AC7BB-7283-4804-9C28-2EE09BA8A931}" destId="{28416B15-4366-4945-8326-8A7D76562A1F}" srcOrd="4" destOrd="0" presId="urn:microsoft.com/office/officeart/2005/8/layout/vList2"/>
    <dgm:cxn modelId="{68702BF1-1AA3-4E4C-8752-3229AAA779C6}" type="presParOf" srcId="{075AC7BB-7283-4804-9C28-2EE09BA8A931}" destId="{47EC270E-F352-4C7D-BC69-DF8009BE6B91}" srcOrd="5" destOrd="0" presId="urn:microsoft.com/office/officeart/2005/8/layout/vList2"/>
    <dgm:cxn modelId="{46EC3EC8-91D6-4540-B873-2149DC46C9F9}" type="presParOf" srcId="{075AC7BB-7283-4804-9C28-2EE09BA8A931}" destId="{8EC9C6E9-3F98-49F0-BD9B-B4911B1033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Гражданская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Военная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Иная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128872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128872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128872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C4A0CB-5511-46F2-9E57-C8FFD08D317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ACB6D01-880C-488D-A927-54F1D131BFF7}">
      <dgm:prSet/>
      <dgm:spPr/>
      <dgm:t>
        <a:bodyPr/>
        <a:lstStyle/>
        <a:p>
          <a:r>
            <a:rPr lang="ru-RU"/>
            <a:t>Органы прокуратуры</a:t>
          </a:r>
        </a:p>
      </dgm:t>
    </dgm:pt>
    <dgm:pt modelId="{CF51177C-B655-453D-A6BC-5404F8E3AA73}" type="parTrans" cxnId="{3BBB801C-33B3-4FCC-9B00-501BDA2C7EA9}">
      <dgm:prSet/>
      <dgm:spPr/>
      <dgm:t>
        <a:bodyPr/>
        <a:lstStyle/>
        <a:p>
          <a:endParaRPr lang="ru-RU"/>
        </a:p>
      </dgm:t>
    </dgm:pt>
    <dgm:pt modelId="{BB8471C0-657C-45CA-A789-7A413E4A9616}" type="sibTrans" cxnId="{3BBB801C-33B3-4FCC-9B00-501BDA2C7EA9}">
      <dgm:prSet/>
      <dgm:spPr/>
      <dgm:t>
        <a:bodyPr/>
        <a:lstStyle/>
        <a:p>
          <a:endParaRPr lang="ru-RU"/>
        </a:p>
      </dgm:t>
    </dgm:pt>
    <dgm:pt modelId="{572F0C37-B10C-4438-8D47-9FE735468DF4}">
      <dgm:prSet/>
      <dgm:spPr/>
      <dgm:t>
        <a:bodyPr/>
        <a:lstStyle/>
        <a:p>
          <a:r>
            <a:rPr lang="ru-RU"/>
            <a:t>Следственный комитет РФ</a:t>
          </a:r>
        </a:p>
      </dgm:t>
    </dgm:pt>
    <dgm:pt modelId="{39789DC6-33DC-4B56-9234-DFCDA909AF09}" type="parTrans" cxnId="{DEDFD916-9C53-4013-BDE3-796E877B7DC9}">
      <dgm:prSet/>
      <dgm:spPr/>
      <dgm:t>
        <a:bodyPr/>
        <a:lstStyle/>
        <a:p>
          <a:endParaRPr lang="ru-RU"/>
        </a:p>
      </dgm:t>
    </dgm:pt>
    <dgm:pt modelId="{DFBE53A5-06F7-4D4F-8533-AAD7D17E337A}" type="sibTrans" cxnId="{DEDFD916-9C53-4013-BDE3-796E877B7DC9}">
      <dgm:prSet/>
      <dgm:spPr/>
      <dgm:t>
        <a:bodyPr/>
        <a:lstStyle/>
        <a:p>
          <a:endParaRPr lang="ru-RU"/>
        </a:p>
      </dgm:t>
    </dgm:pt>
    <dgm:pt modelId="{E8FEF622-D3AD-475F-853F-972D42F9FAE0}">
      <dgm:prSet/>
      <dgm:spPr/>
      <dgm:t>
        <a:bodyPr/>
        <a:lstStyle/>
        <a:p>
          <a:r>
            <a:rPr lang="ru-RU"/>
            <a:t>Органы внутренних дел</a:t>
          </a:r>
        </a:p>
      </dgm:t>
    </dgm:pt>
    <dgm:pt modelId="{2E715811-CB7E-48C3-AEB9-C43280C03B73}" type="parTrans" cxnId="{ED299C7E-48B8-41B6-9370-7308AF0433B3}">
      <dgm:prSet/>
      <dgm:spPr/>
      <dgm:t>
        <a:bodyPr/>
        <a:lstStyle/>
        <a:p>
          <a:endParaRPr lang="ru-RU"/>
        </a:p>
      </dgm:t>
    </dgm:pt>
    <dgm:pt modelId="{B4E0505F-42DE-4842-9714-DE9E0AE3A69B}" type="sibTrans" cxnId="{ED299C7E-48B8-41B6-9370-7308AF0433B3}">
      <dgm:prSet/>
      <dgm:spPr/>
      <dgm:t>
        <a:bodyPr/>
        <a:lstStyle/>
        <a:p>
          <a:endParaRPr lang="ru-RU"/>
        </a:p>
      </dgm:t>
    </dgm:pt>
    <dgm:pt modelId="{779EE82C-C950-431F-B147-C9533EF1ACB0}">
      <dgm:prSet/>
      <dgm:spPr/>
      <dgm:t>
        <a:bodyPr/>
        <a:lstStyle/>
        <a:p>
          <a:r>
            <a:rPr lang="ru-RU"/>
            <a:t>Органы таможенной службы</a:t>
          </a:r>
        </a:p>
      </dgm:t>
    </dgm:pt>
    <dgm:pt modelId="{B88261AE-1290-45C9-8321-AC5252A4CE5E}" type="parTrans" cxnId="{764F379C-CD75-4E2B-9B00-6CB0DE28C95F}">
      <dgm:prSet/>
      <dgm:spPr/>
      <dgm:t>
        <a:bodyPr/>
        <a:lstStyle/>
        <a:p>
          <a:endParaRPr lang="ru-RU"/>
        </a:p>
      </dgm:t>
    </dgm:pt>
    <dgm:pt modelId="{33E0A01A-99DF-450C-9FE9-67187AA2314B}" type="sibTrans" cxnId="{764F379C-CD75-4E2B-9B00-6CB0DE28C95F}">
      <dgm:prSet/>
      <dgm:spPr/>
      <dgm:t>
        <a:bodyPr/>
        <a:lstStyle/>
        <a:p>
          <a:endParaRPr lang="ru-RU"/>
        </a:p>
      </dgm:t>
    </dgm:pt>
    <dgm:pt modelId="{F06A8494-70BB-4DCD-9AE7-0C7BF55C3FCF}">
      <dgm:prSet/>
      <dgm:spPr/>
      <dgm:t>
        <a:bodyPr/>
        <a:lstStyle/>
        <a:p>
          <a:r>
            <a:rPr lang="ru-RU"/>
            <a:t>Органы уголовно-исполнительной системы</a:t>
          </a:r>
        </a:p>
      </dgm:t>
    </dgm:pt>
    <dgm:pt modelId="{928E445D-99B2-4859-92B7-3B7888A3C9DF}" type="parTrans" cxnId="{6C593283-35A6-4DB3-9B5A-2EBBBA54ADCC}">
      <dgm:prSet/>
      <dgm:spPr/>
      <dgm:t>
        <a:bodyPr/>
        <a:lstStyle/>
        <a:p>
          <a:endParaRPr lang="ru-RU"/>
        </a:p>
      </dgm:t>
    </dgm:pt>
    <dgm:pt modelId="{AB4D3A4B-7D95-4A31-BFB1-10D49DDAFC2D}" type="sibTrans" cxnId="{6C593283-35A6-4DB3-9B5A-2EBBBA54ADCC}">
      <dgm:prSet/>
      <dgm:spPr/>
      <dgm:t>
        <a:bodyPr/>
        <a:lstStyle/>
        <a:p>
          <a:endParaRPr lang="ru-RU"/>
        </a:p>
      </dgm:t>
    </dgm:pt>
    <dgm:pt modelId="{CA0827C7-5F5B-4542-BF4F-37F3BA9EACD1}">
      <dgm:prSet/>
      <dgm:spPr/>
      <dgm:t>
        <a:bodyPr/>
        <a:lstStyle/>
        <a:p>
          <a:r>
            <a:rPr lang="ru-RU"/>
            <a:t>Органы противопожарной службы</a:t>
          </a:r>
        </a:p>
      </dgm:t>
    </dgm:pt>
    <dgm:pt modelId="{2BBFB3CD-5B2A-4CCB-821A-2BB548895500}" type="parTrans" cxnId="{EE097B80-232F-4130-8686-079E0DC15D71}">
      <dgm:prSet/>
      <dgm:spPr/>
      <dgm:t>
        <a:bodyPr/>
        <a:lstStyle/>
        <a:p>
          <a:endParaRPr lang="ru-RU"/>
        </a:p>
      </dgm:t>
    </dgm:pt>
    <dgm:pt modelId="{522EAB34-E5FD-4E44-A897-1F2109A86339}" type="sibTrans" cxnId="{EE097B80-232F-4130-8686-079E0DC15D71}">
      <dgm:prSet/>
      <dgm:spPr/>
      <dgm:t>
        <a:bodyPr/>
        <a:lstStyle/>
        <a:p>
          <a:endParaRPr lang="ru-RU"/>
        </a:p>
      </dgm:t>
    </dgm:pt>
    <dgm:pt modelId="{142FC288-983E-4BE0-8E3C-F15497933CB7}">
      <dgm:prSet/>
      <dgm:spPr/>
      <dgm:t>
        <a:bodyPr/>
        <a:lstStyle/>
        <a:p>
          <a:r>
            <a:rPr lang="ru-RU"/>
            <a:t>И другие</a:t>
          </a:r>
        </a:p>
      </dgm:t>
    </dgm:pt>
    <dgm:pt modelId="{985FB444-4AEE-4ADF-8627-E5B0BF1EFBAB}" type="parTrans" cxnId="{A95A5EF9-362C-4D32-BA36-BEEB3E245B9C}">
      <dgm:prSet/>
      <dgm:spPr/>
      <dgm:t>
        <a:bodyPr/>
        <a:lstStyle/>
        <a:p>
          <a:endParaRPr lang="ru-RU"/>
        </a:p>
      </dgm:t>
    </dgm:pt>
    <dgm:pt modelId="{C9845281-C72A-410D-A8A3-96C20FD82B72}" type="sibTrans" cxnId="{A95A5EF9-362C-4D32-BA36-BEEB3E245B9C}">
      <dgm:prSet/>
      <dgm:spPr/>
      <dgm:t>
        <a:bodyPr/>
        <a:lstStyle/>
        <a:p>
          <a:endParaRPr lang="ru-RU"/>
        </a:p>
      </dgm:t>
    </dgm:pt>
    <dgm:pt modelId="{68841F64-7E2D-4DEC-AE70-B4B9F583F1E4}" type="pres">
      <dgm:prSet presAssocID="{E3C4A0CB-5511-46F2-9E57-C8FFD08D3177}" presName="diagram" presStyleCnt="0">
        <dgm:presLayoutVars>
          <dgm:dir/>
          <dgm:resizeHandles val="exact"/>
        </dgm:presLayoutVars>
      </dgm:prSet>
      <dgm:spPr/>
    </dgm:pt>
    <dgm:pt modelId="{CB7AD355-11D7-494C-85AC-89EDD71F9096}" type="pres">
      <dgm:prSet presAssocID="{FACB6D01-880C-488D-A927-54F1D131BFF7}" presName="node" presStyleLbl="node1" presStyleIdx="0" presStyleCnt="7">
        <dgm:presLayoutVars>
          <dgm:bulletEnabled val="1"/>
        </dgm:presLayoutVars>
      </dgm:prSet>
      <dgm:spPr/>
    </dgm:pt>
    <dgm:pt modelId="{383BC14E-9750-42B3-B5B0-5EF9DF788330}" type="pres">
      <dgm:prSet presAssocID="{BB8471C0-657C-45CA-A789-7A413E4A9616}" presName="sibTrans" presStyleCnt="0"/>
      <dgm:spPr/>
    </dgm:pt>
    <dgm:pt modelId="{51D32897-8F78-4368-A91D-E5AD8E686528}" type="pres">
      <dgm:prSet presAssocID="{572F0C37-B10C-4438-8D47-9FE735468DF4}" presName="node" presStyleLbl="node1" presStyleIdx="1" presStyleCnt="7">
        <dgm:presLayoutVars>
          <dgm:bulletEnabled val="1"/>
        </dgm:presLayoutVars>
      </dgm:prSet>
      <dgm:spPr/>
    </dgm:pt>
    <dgm:pt modelId="{AF4EA3C9-382E-4755-8BAF-AB761215390E}" type="pres">
      <dgm:prSet presAssocID="{DFBE53A5-06F7-4D4F-8533-AAD7D17E337A}" presName="sibTrans" presStyleCnt="0"/>
      <dgm:spPr/>
    </dgm:pt>
    <dgm:pt modelId="{6BF340E9-1B9B-4FA9-889B-6519CABA1173}" type="pres">
      <dgm:prSet presAssocID="{E8FEF622-D3AD-475F-853F-972D42F9FAE0}" presName="node" presStyleLbl="node1" presStyleIdx="2" presStyleCnt="7">
        <dgm:presLayoutVars>
          <dgm:bulletEnabled val="1"/>
        </dgm:presLayoutVars>
      </dgm:prSet>
      <dgm:spPr/>
    </dgm:pt>
    <dgm:pt modelId="{BDE1F1B5-3FBA-491A-9869-235EFC7E9D99}" type="pres">
      <dgm:prSet presAssocID="{B4E0505F-42DE-4842-9714-DE9E0AE3A69B}" presName="sibTrans" presStyleCnt="0"/>
      <dgm:spPr/>
    </dgm:pt>
    <dgm:pt modelId="{D56A7BEA-E2BD-4E5E-96C5-6B712CB934F2}" type="pres">
      <dgm:prSet presAssocID="{779EE82C-C950-431F-B147-C9533EF1ACB0}" presName="node" presStyleLbl="node1" presStyleIdx="3" presStyleCnt="7">
        <dgm:presLayoutVars>
          <dgm:bulletEnabled val="1"/>
        </dgm:presLayoutVars>
      </dgm:prSet>
      <dgm:spPr/>
    </dgm:pt>
    <dgm:pt modelId="{929898E3-7026-4847-8BE1-93FDD1976E8F}" type="pres">
      <dgm:prSet presAssocID="{33E0A01A-99DF-450C-9FE9-67187AA2314B}" presName="sibTrans" presStyleCnt="0"/>
      <dgm:spPr/>
    </dgm:pt>
    <dgm:pt modelId="{E1C4997D-F6E8-4B26-B627-F5645AAAF25A}" type="pres">
      <dgm:prSet presAssocID="{F06A8494-70BB-4DCD-9AE7-0C7BF55C3FCF}" presName="node" presStyleLbl="node1" presStyleIdx="4" presStyleCnt="7">
        <dgm:presLayoutVars>
          <dgm:bulletEnabled val="1"/>
        </dgm:presLayoutVars>
      </dgm:prSet>
      <dgm:spPr/>
    </dgm:pt>
    <dgm:pt modelId="{431BA654-BA61-435C-8374-965BB0732AA2}" type="pres">
      <dgm:prSet presAssocID="{AB4D3A4B-7D95-4A31-BFB1-10D49DDAFC2D}" presName="sibTrans" presStyleCnt="0"/>
      <dgm:spPr/>
    </dgm:pt>
    <dgm:pt modelId="{E2090E2E-93BC-4B5F-A5BF-7E7F4786498D}" type="pres">
      <dgm:prSet presAssocID="{CA0827C7-5F5B-4542-BF4F-37F3BA9EACD1}" presName="node" presStyleLbl="node1" presStyleIdx="5" presStyleCnt="7">
        <dgm:presLayoutVars>
          <dgm:bulletEnabled val="1"/>
        </dgm:presLayoutVars>
      </dgm:prSet>
      <dgm:spPr/>
    </dgm:pt>
    <dgm:pt modelId="{764B4925-B52E-4E01-BC63-BB613543F36A}" type="pres">
      <dgm:prSet presAssocID="{522EAB34-E5FD-4E44-A897-1F2109A86339}" presName="sibTrans" presStyleCnt="0"/>
      <dgm:spPr/>
    </dgm:pt>
    <dgm:pt modelId="{B18728E9-9D70-4960-98D4-6C37A9012FA2}" type="pres">
      <dgm:prSet presAssocID="{142FC288-983E-4BE0-8E3C-F15497933CB7}" presName="node" presStyleLbl="node1" presStyleIdx="6" presStyleCnt="7">
        <dgm:presLayoutVars>
          <dgm:bulletEnabled val="1"/>
        </dgm:presLayoutVars>
      </dgm:prSet>
      <dgm:spPr/>
    </dgm:pt>
  </dgm:ptLst>
  <dgm:cxnLst>
    <dgm:cxn modelId="{DEDFD916-9C53-4013-BDE3-796E877B7DC9}" srcId="{E3C4A0CB-5511-46F2-9E57-C8FFD08D3177}" destId="{572F0C37-B10C-4438-8D47-9FE735468DF4}" srcOrd="1" destOrd="0" parTransId="{39789DC6-33DC-4B56-9234-DFCDA909AF09}" sibTransId="{DFBE53A5-06F7-4D4F-8533-AAD7D17E337A}"/>
    <dgm:cxn modelId="{3BBB801C-33B3-4FCC-9B00-501BDA2C7EA9}" srcId="{E3C4A0CB-5511-46F2-9E57-C8FFD08D3177}" destId="{FACB6D01-880C-488D-A927-54F1D131BFF7}" srcOrd="0" destOrd="0" parTransId="{CF51177C-B655-453D-A6BC-5404F8E3AA73}" sibTransId="{BB8471C0-657C-45CA-A789-7A413E4A9616}"/>
    <dgm:cxn modelId="{21693E30-4096-4922-92BB-1CA0F9871C1A}" type="presOf" srcId="{CA0827C7-5F5B-4542-BF4F-37F3BA9EACD1}" destId="{E2090E2E-93BC-4B5F-A5BF-7E7F4786498D}" srcOrd="0" destOrd="0" presId="urn:microsoft.com/office/officeart/2005/8/layout/default"/>
    <dgm:cxn modelId="{605B9732-CDE0-4016-8A6C-F922856E5352}" type="presOf" srcId="{F06A8494-70BB-4DCD-9AE7-0C7BF55C3FCF}" destId="{E1C4997D-F6E8-4B26-B627-F5645AAAF25A}" srcOrd="0" destOrd="0" presId="urn:microsoft.com/office/officeart/2005/8/layout/default"/>
    <dgm:cxn modelId="{A48FC139-F53F-4C99-953B-6A2CEA1BEBA1}" type="presOf" srcId="{E3C4A0CB-5511-46F2-9E57-C8FFD08D3177}" destId="{68841F64-7E2D-4DEC-AE70-B4B9F583F1E4}" srcOrd="0" destOrd="0" presId="urn:microsoft.com/office/officeart/2005/8/layout/default"/>
    <dgm:cxn modelId="{5FCE964A-8820-4380-9D81-FBD03D639CA4}" type="presOf" srcId="{FACB6D01-880C-488D-A927-54F1D131BFF7}" destId="{CB7AD355-11D7-494C-85AC-89EDD71F9096}" srcOrd="0" destOrd="0" presId="urn:microsoft.com/office/officeart/2005/8/layout/default"/>
    <dgm:cxn modelId="{ED299C7E-48B8-41B6-9370-7308AF0433B3}" srcId="{E3C4A0CB-5511-46F2-9E57-C8FFD08D3177}" destId="{E8FEF622-D3AD-475F-853F-972D42F9FAE0}" srcOrd="2" destOrd="0" parTransId="{2E715811-CB7E-48C3-AEB9-C43280C03B73}" sibTransId="{B4E0505F-42DE-4842-9714-DE9E0AE3A69B}"/>
    <dgm:cxn modelId="{EE097B80-232F-4130-8686-079E0DC15D71}" srcId="{E3C4A0CB-5511-46F2-9E57-C8FFD08D3177}" destId="{CA0827C7-5F5B-4542-BF4F-37F3BA9EACD1}" srcOrd="5" destOrd="0" parTransId="{2BBFB3CD-5B2A-4CCB-821A-2BB548895500}" sibTransId="{522EAB34-E5FD-4E44-A897-1F2109A86339}"/>
    <dgm:cxn modelId="{6C593283-35A6-4DB3-9B5A-2EBBBA54ADCC}" srcId="{E3C4A0CB-5511-46F2-9E57-C8FFD08D3177}" destId="{F06A8494-70BB-4DCD-9AE7-0C7BF55C3FCF}" srcOrd="4" destOrd="0" parTransId="{928E445D-99B2-4859-92B7-3B7888A3C9DF}" sibTransId="{AB4D3A4B-7D95-4A31-BFB1-10D49DDAFC2D}"/>
    <dgm:cxn modelId="{764F379C-CD75-4E2B-9B00-6CB0DE28C95F}" srcId="{E3C4A0CB-5511-46F2-9E57-C8FFD08D3177}" destId="{779EE82C-C950-431F-B147-C9533EF1ACB0}" srcOrd="3" destOrd="0" parTransId="{B88261AE-1290-45C9-8321-AC5252A4CE5E}" sibTransId="{33E0A01A-99DF-450C-9FE9-67187AA2314B}"/>
    <dgm:cxn modelId="{618BBAC8-5DCA-433B-94CE-91CA26A7E9FC}" type="presOf" srcId="{E8FEF622-D3AD-475F-853F-972D42F9FAE0}" destId="{6BF340E9-1B9B-4FA9-889B-6519CABA1173}" srcOrd="0" destOrd="0" presId="urn:microsoft.com/office/officeart/2005/8/layout/default"/>
    <dgm:cxn modelId="{3D9297D7-A863-4106-8A7B-6415D7654FC1}" type="presOf" srcId="{572F0C37-B10C-4438-8D47-9FE735468DF4}" destId="{51D32897-8F78-4368-A91D-E5AD8E686528}" srcOrd="0" destOrd="0" presId="urn:microsoft.com/office/officeart/2005/8/layout/default"/>
    <dgm:cxn modelId="{374FC0D9-CAF6-494E-BA7E-6E1B4DF01FBA}" type="presOf" srcId="{779EE82C-C950-431F-B147-C9533EF1ACB0}" destId="{D56A7BEA-E2BD-4E5E-96C5-6B712CB934F2}" srcOrd="0" destOrd="0" presId="urn:microsoft.com/office/officeart/2005/8/layout/default"/>
    <dgm:cxn modelId="{A95A5EF9-362C-4D32-BA36-BEEB3E245B9C}" srcId="{E3C4A0CB-5511-46F2-9E57-C8FFD08D3177}" destId="{142FC288-983E-4BE0-8E3C-F15497933CB7}" srcOrd="6" destOrd="0" parTransId="{985FB444-4AEE-4ADF-8627-E5B0BF1EFBAB}" sibTransId="{C9845281-C72A-410D-A8A3-96C20FD82B72}"/>
    <dgm:cxn modelId="{BDA853FB-0DCD-4704-8599-02627165D265}" type="presOf" srcId="{142FC288-983E-4BE0-8E3C-F15497933CB7}" destId="{B18728E9-9D70-4960-98D4-6C37A9012FA2}" srcOrd="0" destOrd="0" presId="urn:microsoft.com/office/officeart/2005/8/layout/default"/>
    <dgm:cxn modelId="{259364CA-B314-4BA5-A32E-FBA426123C79}" type="presParOf" srcId="{68841F64-7E2D-4DEC-AE70-B4B9F583F1E4}" destId="{CB7AD355-11D7-494C-85AC-89EDD71F9096}" srcOrd="0" destOrd="0" presId="urn:microsoft.com/office/officeart/2005/8/layout/default"/>
    <dgm:cxn modelId="{8BE09A35-AF73-4507-B6DB-F47F70D2D662}" type="presParOf" srcId="{68841F64-7E2D-4DEC-AE70-B4B9F583F1E4}" destId="{383BC14E-9750-42B3-B5B0-5EF9DF788330}" srcOrd="1" destOrd="0" presId="urn:microsoft.com/office/officeart/2005/8/layout/default"/>
    <dgm:cxn modelId="{D819DAA9-5727-40C8-B73D-FFCC614BEDAF}" type="presParOf" srcId="{68841F64-7E2D-4DEC-AE70-B4B9F583F1E4}" destId="{51D32897-8F78-4368-A91D-E5AD8E686528}" srcOrd="2" destOrd="0" presId="urn:microsoft.com/office/officeart/2005/8/layout/default"/>
    <dgm:cxn modelId="{BCB56F50-388E-48B1-9153-E75ED1961BD4}" type="presParOf" srcId="{68841F64-7E2D-4DEC-AE70-B4B9F583F1E4}" destId="{AF4EA3C9-382E-4755-8BAF-AB761215390E}" srcOrd="3" destOrd="0" presId="urn:microsoft.com/office/officeart/2005/8/layout/default"/>
    <dgm:cxn modelId="{354938DB-8B90-4DBD-95E4-C05BC0BF8D0A}" type="presParOf" srcId="{68841F64-7E2D-4DEC-AE70-B4B9F583F1E4}" destId="{6BF340E9-1B9B-4FA9-889B-6519CABA1173}" srcOrd="4" destOrd="0" presId="urn:microsoft.com/office/officeart/2005/8/layout/default"/>
    <dgm:cxn modelId="{457C6714-3434-44C1-949F-CF7EBFF86C63}" type="presParOf" srcId="{68841F64-7E2D-4DEC-AE70-B4B9F583F1E4}" destId="{BDE1F1B5-3FBA-491A-9869-235EFC7E9D99}" srcOrd="5" destOrd="0" presId="urn:microsoft.com/office/officeart/2005/8/layout/default"/>
    <dgm:cxn modelId="{87ED0A01-D9EF-430D-AD84-0631F3773C3C}" type="presParOf" srcId="{68841F64-7E2D-4DEC-AE70-B4B9F583F1E4}" destId="{D56A7BEA-E2BD-4E5E-96C5-6B712CB934F2}" srcOrd="6" destOrd="0" presId="urn:microsoft.com/office/officeart/2005/8/layout/default"/>
    <dgm:cxn modelId="{A993193E-5689-4B5A-8D5A-28484D71841F}" type="presParOf" srcId="{68841F64-7E2D-4DEC-AE70-B4B9F583F1E4}" destId="{929898E3-7026-4847-8BE1-93FDD1976E8F}" srcOrd="7" destOrd="0" presId="urn:microsoft.com/office/officeart/2005/8/layout/default"/>
    <dgm:cxn modelId="{BB329EAE-09C7-4A43-8478-DFD29D8811AA}" type="presParOf" srcId="{68841F64-7E2D-4DEC-AE70-B4B9F583F1E4}" destId="{E1C4997D-F6E8-4B26-B627-F5645AAAF25A}" srcOrd="8" destOrd="0" presId="urn:microsoft.com/office/officeart/2005/8/layout/default"/>
    <dgm:cxn modelId="{D1FF47A7-A3BB-42CC-8311-7C60511343A8}" type="presParOf" srcId="{68841F64-7E2D-4DEC-AE70-B4B9F583F1E4}" destId="{431BA654-BA61-435C-8374-965BB0732AA2}" srcOrd="9" destOrd="0" presId="urn:microsoft.com/office/officeart/2005/8/layout/default"/>
    <dgm:cxn modelId="{61C3F9A5-8316-4478-A186-093AC2A4FF0C}" type="presParOf" srcId="{68841F64-7E2D-4DEC-AE70-B4B9F583F1E4}" destId="{E2090E2E-93BC-4B5F-A5BF-7E7F4786498D}" srcOrd="10" destOrd="0" presId="urn:microsoft.com/office/officeart/2005/8/layout/default"/>
    <dgm:cxn modelId="{6B929705-E46D-4722-B2EC-0AFBB4BC6BFA}" type="presParOf" srcId="{68841F64-7E2D-4DEC-AE70-B4B9F583F1E4}" destId="{764B4925-B52E-4E01-BC63-BB613543F36A}" srcOrd="11" destOrd="0" presId="urn:microsoft.com/office/officeart/2005/8/layout/default"/>
    <dgm:cxn modelId="{443FD55E-6181-487A-8B3E-62BC920892DA}" type="presParOf" srcId="{68841F64-7E2D-4DEC-AE70-B4B9F583F1E4}" destId="{B18728E9-9D70-4960-98D4-6C37A9012FA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E0D1EE-648B-4387-9B83-BE36DD01517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E91AC9-FD49-4F24-A553-51FCB3A7CBC8}">
      <dgm:prSet/>
      <dgm:spPr/>
      <dgm:t>
        <a:bodyPr/>
        <a:lstStyle/>
        <a:p>
          <a:r>
            <a:rPr lang="ru-RU" b="0" i="0"/>
            <a:t>федеральная государственная гражданская служба </a:t>
          </a:r>
          <a:endParaRPr lang="ru-RU"/>
        </a:p>
      </dgm:t>
    </dgm:pt>
    <dgm:pt modelId="{41286997-483C-4505-BD6D-91F610D5F898}" type="parTrans" cxnId="{221D3B24-0505-4C6A-BF3D-97CDE9017059}">
      <dgm:prSet/>
      <dgm:spPr/>
      <dgm:t>
        <a:bodyPr/>
        <a:lstStyle/>
        <a:p>
          <a:endParaRPr lang="ru-RU"/>
        </a:p>
      </dgm:t>
    </dgm:pt>
    <dgm:pt modelId="{01D62503-5532-4C9D-9349-0D3EA90AF9AA}" type="sibTrans" cxnId="{221D3B24-0505-4C6A-BF3D-97CDE9017059}">
      <dgm:prSet/>
      <dgm:spPr/>
      <dgm:t>
        <a:bodyPr/>
        <a:lstStyle/>
        <a:p>
          <a:endParaRPr lang="ru-RU"/>
        </a:p>
      </dgm:t>
    </dgm:pt>
    <dgm:pt modelId="{07ACD28D-7B97-4ABB-98B8-C2F6A0C118CE}">
      <dgm:prSet/>
      <dgm:spPr/>
      <dgm:t>
        <a:bodyPr/>
        <a:lstStyle/>
        <a:p>
          <a:r>
            <a:rPr lang="ru-RU" b="0" i="0"/>
            <a:t>государственная гражданская служба субъектов РФ</a:t>
          </a:r>
          <a:endParaRPr lang="ru-RU"/>
        </a:p>
      </dgm:t>
    </dgm:pt>
    <dgm:pt modelId="{7E50D2C5-FD69-4DBA-9DC9-FDB122D9D69D}" type="parTrans" cxnId="{0550F4BF-8BE3-4367-8480-8BE94018E89C}">
      <dgm:prSet/>
      <dgm:spPr/>
      <dgm:t>
        <a:bodyPr/>
        <a:lstStyle/>
        <a:p>
          <a:endParaRPr lang="ru-RU"/>
        </a:p>
      </dgm:t>
    </dgm:pt>
    <dgm:pt modelId="{6F3BFA77-61DB-487A-A43C-5F3450A6F782}" type="sibTrans" cxnId="{0550F4BF-8BE3-4367-8480-8BE94018E89C}">
      <dgm:prSet/>
      <dgm:spPr/>
      <dgm:t>
        <a:bodyPr/>
        <a:lstStyle/>
        <a:p>
          <a:endParaRPr lang="ru-RU"/>
        </a:p>
      </dgm:t>
    </dgm:pt>
    <dgm:pt modelId="{A961D5B9-DBC4-4393-AFA7-31378F011153}" type="pres">
      <dgm:prSet presAssocID="{84E0D1EE-648B-4387-9B83-BE36DD01517A}" presName="diagram" presStyleCnt="0">
        <dgm:presLayoutVars>
          <dgm:dir/>
          <dgm:resizeHandles val="exact"/>
        </dgm:presLayoutVars>
      </dgm:prSet>
      <dgm:spPr/>
    </dgm:pt>
    <dgm:pt modelId="{6FBB569D-423C-49AF-8951-CB67DFF96C55}" type="pres">
      <dgm:prSet presAssocID="{AEE91AC9-FD49-4F24-A553-51FCB3A7CBC8}" presName="node" presStyleLbl="node1" presStyleIdx="0" presStyleCnt="2" custScaleX="146410">
        <dgm:presLayoutVars>
          <dgm:bulletEnabled val="1"/>
        </dgm:presLayoutVars>
      </dgm:prSet>
      <dgm:spPr/>
    </dgm:pt>
    <dgm:pt modelId="{3D20AD27-E858-4962-B0B3-1E85F1561D19}" type="pres">
      <dgm:prSet presAssocID="{01D62503-5532-4C9D-9349-0D3EA90AF9AA}" presName="sibTrans" presStyleCnt="0"/>
      <dgm:spPr/>
    </dgm:pt>
    <dgm:pt modelId="{3DD8F07C-F67F-447C-A2F4-84DCC9CF5AA5}" type="pres">
      <dgm:prSet presAssocID="{07ACD28D-7B97-4ABB-98B8-C2F6A0C118CE}" presName="node" presStyleLbl="node1" presStyleIdx="1" presStyleCnt="2" custScaleX="146410">
        <dgm:presLayoutVars>
          <dgm:bulletEnabled val="1"/>
        </dgm:presLayoutVars>
      </dgm:prSet>
      <dgm:spPr/>
    </dgm:pt>
  </dgm:ptLst>
  <dgm:cxnLst>
    <dgm:cxn modelId="{0CC6EB16-F6D6-4326-A37D-0025E0EB87F2}" type="presOf" srcId="{AEE91AC9-FD49-4F24-A553-51FCB3A7CBC8}" destId="{6FBB569D-423C-49AF-8951-CB67DFF96C55}" srcOrd="0" destOrd="0" presId="urn:microsoft.com/office/officeart/2005/8/layout/default"/>
    <dgm:cxn modelId="{221D3B24-0505-4C6A-BF3D-97CDE9017059}" srcId="{84E0D1EE-648B-4387-9B83-BE36DD01517A}" destId="{AEE91AC9-FD49-4F24-A553-51FCB3A7CBC8}" srcOrd="0" destOrd="0" parTransId="{41286997-483C-4505-BD6D-91F610D5F898}" sibTransId="{01D62503-5532-4C9D-9349-0D3EA90AF9AA}"/>
    <dgm:cxn modelId="{E61BAE6A-8EA0-4F07-9500-443DF8DFDE2F}" type="presOf" srcId="{07ACD28D-7B97-4ABB-98B8-C2F6A0C118CE}" destId="{3DD8F07C-F67F-447C-A2F4-84DCC9CF5AA5}" srcOrd="0" destOrd="0" presId="urn:microsoft.com/office/officeart/2005/8/layout/default"/>
    <dgm:cxn modelId="{0550F4BF-8BE3-4367-8480-8BE94018E89C}" srcId="{84E0D1EE-648B-4387-9B83-BE36DD01517A}" destId="{07ACD28D-7B97-4ABB-98B8-C2F6A0C118CE}" srcOrd="1" destOrd="0" parTransId="{7E50D2C5-FD69-4DBA-9DC9-FDB122D9D69D}" sibTransId="{6F3BFA77-61DB-487A-A43C-5F3450A6F782}"/>
    <dgm:cxn modelId="{71596EF6-48A8-495A-9D54-ED66717AA120}" type="presOf" srcId="{84E0D1EE-648B-4387-9B83-BE36DD01517A}" destId="{A961D5B9-DBC4-4393-AFA7-31378F011153}" srcOrd="0" destOrd="0" presId="urn:microsoft.com/office/officeart/2005/8/layout/default"/>
    <dgm:cxn modelId="{D3535C32-BC7E-40D6-A61F-414F67E4CAC9}" type="presParOf" srcId="{A961D5B9-DBC4-4393-AFA7-31378F011153}" destId="{6FBB569D-423C-49AF-8951-CB67DFF96C55}" srcOrd="0" destOrd="0" presId="urn:microsoft.com/office/officeart/2005/8/layout/default"/>
    <dgm:cxn modelId="{4237174C-828E-4102-BBDE-0C21E5540FB8}" type="presParOf" srcId="{A961D5B9-DBC4-4393-AFA7-31378F011153}" destId="{3D20AD27-E858-4962-B0B3-1E85F1561D19}" srcOrd="1" destOrd="0" presId="urn:microsoft.com/office/officeart/2005/8/layout/default"/>
    <dgm:cxn modelId="{79265973-71AE-47FB-AE85-2704F51941FE}" type="presParOf" srcId="{A961D5B9-DBC4-4393-AFA7-31378F011153}" destId="{3DD8F07C-F67F-447C-A2F4-84DCC9CF5AA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2C488B-A331-4239-A536-849DFE89A51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3557232-1C64-494A-8278-529545850020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0" i="0" dirty="0"/>
            <a:t>Профессиональная деятельность граждан, которая осуществляется на постоянной основе на должностях муниципальной службы, замещаемых путем заключения трудового договора (контракта).</a:t>
          </a:r>
          <a:endParaRPr lang="ru-RU" b="0" dirty="0"/>
        </a:p>
      </dgm:t>
    </dgm:pt>
    <dgm:pt modelId="{7AC3E0CD-F51F-46FE-8DDF-FB091486D31A}" type="parTrans" cxnId="{9743CB1F-672A-42FB-B6A2-45DA57E9068B}">
      <dgm:prSet/>
      <dgm:spPr/>
      <dgm:t>
        <a:bodyPr/>
        <a:lstStyle/>
        <a:p>
          <a:endParaRPr lang="ru-RU"/>
        </a:p>
      </dgm:t>
    </dgm:pt>
    <dgm:pt modelId="{5856360B-2302-454D-8FB2-D18592128549}" type="sibTrans" cxnId="{9743CB1F-672A-42FB-B6A2-45DA57E9068B}">
      <dgm:prSet/>
      <dgm:spPr/>
      <dgm:t>
        <a:bodyPr/>
        <a:lstStyle/>
        <a:p>
          <a:endParaRPr lang="ru-RU"/>
        </a:p>
      </dgm:t>
    </dgm:pt>
    <dgm:pt modelId="{2D3B9F30-2393-4B81-BD50-9EBB19C7B1EF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0" i="0" dirty="0"/>
            <a:t>Нанимателем для муниципального служащего является муниципальное образование, от имени которого полномочия нанимателя осуществляет представитель нанимателя (работодатель).</a:t>
          </a:r>
          <a:endParaRPr lang="ru-RU" b="0" dirty="0"/>
        </a:p>
      </dgm:t>
    </dgm:pt>
    <dgm:pt modelId="{6242A0E9-B263-46C9-9077-41C3E9B4C490}" type="parTrans" cxnId="{2EC47E60-A383-46E1-A7FF-30C731941234}">
      <dgm:prSet/>
      <dgm:spPr/>
      <dgm:t>
        <a:bodyPr/>
        <a:lstStyle/>
        <a:p>
          <a:endParaRPr lang="ru-RU"/>
        </a:p>
      </dgm:t>
    </dgm:pt>
    <dgm:pt modelId="{E7AFFC48-2C22-40EB-BB1E-5CC15BC016FD}" type="sibTrans" cxnId="{2EC47E60-A383-46E1-A7FF-30C731941234}">
      <dgm:prSet/>
      <dgm:spPr/>
      <dgm:t>
        <a:bodyPr/>
        <a:lstStyle/>
        <a:p>
          <a:endParaRPr lang="ru-RU"/>
        </a:p>
      </dgm:t>
    </dgm:pt>
    <dgm:pt modelId="{8ADEB367-19CF-43AC-B6F1-8284EE6DE2CA}" type="pres">
      <dgm:prSet presAssocID="{E62C488B-A331-4239-A536-849DFE89A512}" presName="linear" presStyleCnt="0">
        <dgm:presLayoutVars>
          <dgm:animLvl val="lvl"/>
          <dgm:resizeHandles val="exact"/>
        </dgm:presLayoutVars>
      </dgm:prSet>
      <dgm:spPr/>
    </dgm:pt>
    <dgm:pt modelId="{973D4E7C-8F52-45C5-B117-10FB9D0E7549}" type="pres">
      <dgm:prSet presAssocID="{23557232-1C64-494A-8278-5295458500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98FC8C-6DB7-4DFB-A7C4-80FDC600717C}" type="pres">
      <dgm:prSet presAssocID="{5856360B-2302-454D-8FB2-D18592128549}" presName="spacer" presStyleCnt="0"/>
      <dgm:spPr/>
    </dgm:pt>
    <dgm:pt modelId="{FFEEAD94-D78C-45AB-8754-7838F4C7C2A1}" type="pres">
      <dgm:prSet presAssocID="{2D3B9F30-2393-4B81-BD50-9EBB19C7B1E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743CB1F-672A-42FB-B6A2-45DA57E9068B}" srcId="{E62C488B-A331-4239-A536-849DFE89A512}" destId="{23557232-1C64-494A-8278-529545850020}" srcOrd="0" destOrd="0" parTransId="{7AC3E0CD-F51F-46FE-8DDF-FB091486D31A}" sibTransId="{5856360B-2302-454D-8FB2-D18592128549}"/>
    <dgm:cxn modelId="{DDB48E26-354D-49C7-A608-978994D216C1}" type="presOf" srcId="{E62C488B-A331-4239-A536-849DFE89A512}" destId="{8ADEB367-19CF-43AC-B6F1-8284EE6DE2CA}" srcOrd="0" destOrd="0" presId="urn:microsoft.com/office/officeart/2005/8/layout/vList2"/>
    <dgm:cxn modelId="{2EC47E60-A383-46E1-A7FF-30C731941234}" srcId="{E62C488B-A331-4239-A536-849DFE89A512}" destId="{2D3B9F30-2393-4B81-BD50-9EBB19C7B1EF}" srcOrd="1" destOrd="0" parTransId="{6242A0E9-B263-46C9-9077-41C3E9B4C490}" sibTransId="{E7AFFC48-2C22-40EB-BB1E-5CC15BC016FD}"/>
    <dgm:cxn modelId="{54413C6D-33F8-4C0F-A18F-4A5C5A12BB90}" type="presOf" srcId="{23557232-1C64-494A-8278-529545850020}" destId="{973D4E7C-8F52-45C5-B117-10FB9D0E7549}" srcOrd="0" destOrd="0" presId="urn:microsoft.com/office/officeart/2005/8/layout/vList2"/>
    <dgm:cxn modelId="{C67928B1-621A-4519-BBB3-90181D105A14}" type="presOf" srcId="{2D3B9F30-2393-4B81-BD50-9EBB19C7B1EF}" destId="{FFEEAD94-D78C-45AB-8754-7838F4C7C2A1}" srcOrd="0" destOrd="0" presId="urn:microsoft.com/office/officeart/2005/8/layout/vList2"/>
    <dgm:cxn modelId="{49292154-924F-409B-A0AD-AF2C893EF128}" type="presParOf" srcId="{8ADEB367-19CF-43AC-B6F1-8284EE6DE2CA}" destId="{973D4E7C-8F52-45C5-B117-10FB9D0E7549}" srcOrd="0" destOrd="0" presId="urn:microsoft.com/office/officeart/2005/8/layout/vList2"/>
    <dgm:cxn modelId="{74A01BCD-4F24-42F9-8319-34A9BA0B07BA}" type="presParOf" srcId="{8ADEB367-19CF-43AC-B6F1-8284EE6DE2CA}" destId="{B998FC8C-6DB7-4DFB-A7C4-80FDC600717C}" srcOrd="1" destOrd="0" presId="urn:microsoft.com/office/officeart/2005/8/layout/vList2"/>
    <dgm:cxn modelId="{0BA59626-F361-40FB-81C0-679AB352E37B}" type="presParOf" srcId="{8ADEB367-19CF-43AC-B6F1-8284EE6DE2CA}" destId="{FFEEAD94-D78C-45AB-8754-7838F4C7C2A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DBF8CAE-A04F-499C-A0B8-D9245E97E5B7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83D9C859-3677-4000-A2A7-4DF40EBDC27E}">
      <dgm:prSet/>
      <dgm:spPr/>
      <dgm:t>
        <a:bodyPr/>
        <a:lstStyle/>
        <a:p>
          <a:r>
            <a:rPr lang="ru-RU" b="0" i="0" dirty="0"/>
            <a:t>1) единства </a:t>
          </a:r>
          <a:r>
            <a:rPr lang="ru-RU" b="1" i="0" dirty="0"/>
            <a:t>основных квалификационных требований </a:t>
          </a:r>
          <a:r>
            <a:rPr lang="ru-RU" b="0" i="0" dirty="0"/>
            <a:t>для замещения должностей гражданской службы и должностей муниципальной службы;</a:t>
          </a:r>
          <a:endParaRPr lang="ru-RU" dirty="0"/>
        </a:p>
      </dgm:t>
    </dgm:pt>
    <dgm:pt modelId="{ACD47313-5B56-4978-B003-3D4D18C376C7}" type="parTrans" cxnId="{D767DFCE-A04E-4BC0-83EA-996F2531AEB2}">
      <dgm:prSet/>
      <dgm:spPr/>
      <dgm:t>
        <a:bodyPr/>
        <a:lstStyle/>
        <a:p>
          <a:endParaRPr lang="ru-RU"/>
        </a:p>
      </dgm:t>
    </dgm:pt>
    <dgm:pt modelId="{62DDC539-621A-478A-9DBF-E44B4C09CC4A}" type="sibTrans" cxnId="{D767DFCE-A04E-4BC0-83EA-996F2531AEB2}">
      <dgm:prSet/>
      <dgm:spPr/>
      <dgm:t>
        <a:bodyPr/>
        <a:lstStyle/>
        <a:p>
          <a:endParaRPr lang="ru-RU"/>
        </a:p>
      </dgm:t>
    </dgm:pt>
    <dgm:pt modelId="{B3310436-5394-46DA-9C5B-F5CA5FF0CF9B}">
      <dgm:prSet/>
      <dgm:spPr/>
      <dgm:t>
        <a:bodyPr/>
        <a:lstStyle/>
        <a:p>
          <a:r>
            <a:rPr lang="ru-RU" dirty="0"/>
            <a:t>2) единства </a:t>
          </a:r>
          <a:r>
            <a:rPr lang="ru-RU" b="1" dirty="0"/>
            <a:t>ограничений и обязательств </a:t>
          </a:r>
          <a:r>
            <a:rPr lang="ru-RU" dirty="0"/>
            <a:t>при прохождении гражданской службы и муниципальной службы;</a:t>
          </a:r>
        </a:p>
      </dgm:t>
    </dgm:pt>
    <dgm:pt modelId="{F8B3FFBF-C805-4267-B6A3-92E513F8E950}" type="parTrans" cxnId="{774FFB3C-5770-4DD5-BC9C-6AB1F7B0DD9B}">
      <dgm:prSet/>
      <dgm:spPr/>
      <dgm:t>
        <a:bodyPr/>
        <a:lstStyle/>
        <a:p>
          <a:endParaRPr lang="ru-RU"/>
        </a:p>
      </dgm:t>
    </dgm:pt>
    <dgm:pt modelId="{DB6FEA65-AEED-4255-8654-F804E43A9364}" type="sibTrans" cxnId="{774FFB3C-5770-4DD5-BC9C-6AB1F7B0DD9B}">
      <dgm:prSet/>
      <dgm:spPr/>
      <dgm:t>
        <a:bodyPr/>
        <a:lstStyle/>
        <a:p>
          <a:endParaRPr lang="ru-RU"/>
        </a:p>
      </dgm:t>
    </dgm:pt>
    <dgm:pt modelId="{056007FA-083F-40F4-8A7A-B0B952CDEEC3}">
      <dgm:prSet/>
      <dgm:spPr/>
      <dgm:t>
        <a:bodyPr/>
        <a:lstStyle/>
        <a:p>
          <a:r>
            <a:rPr lang="ru-RU" dirty="0"/>
            <a:t>4) </a:t>
          </a:r>
          <a:r>
            <a:rPr lang="ru-RU" b="1" dirty="0"/>
            <a:t>учета стажа </a:t>
          </a:r>
          <a:r>
            <a:rPr lang="ru-RU" dirty="0"/>
            <a:t>муниципальной службы при исчислении стажа гражданской службы и стажа гражданской службы при исчислении стажа муниципальной службы;</a:t>
          </a:r>
        </a:p>
      </dgm:t>
    </dgm:pt>
    <dgm:pt modelId="{8D64D9C3-336E-418E-AB75-057D55DCE985}" type="parTrans" cxnId="{A5FA6F6A-B3EA-4D18-BA9E-173CE8AE7247}">
      <dgm:prSet/>
      <dgm:spPr/>
      <dgm:t>
        <a:bodyPr/>
        <a:lstStyle/>
        <a:p>
          <a:endParaRPr lang="ru-RU"/>
        </a:p>
      </dgm:t>
    </dgm:pt>
    <dgm:pt modelId="{E4EC8FC7-C303-4DC8-A306-1760C9A5941A}" type="sibTrans" cxnId="{A5FA6F6A-B3EA-4D18-BA9E-173CE8AE7247}">
      <dgm:prSet/>
      <dgm:spPr/>
      <dgm:t>
        <a:bodyPr/>
        <a:lstStyle/>
        <a:p>
          <a:endParaRPr lang="ru-RU"/>
        </a:p>
      </dgm:t>
    </dgm:pt>
    <dgm:pt modelId="{227D2F7D-AFF3-4250-8F2F-1C4390F4164B}">
      <dgm:prSet/>
      <dgm:spPr/>
      <dgm:t>
        <a:bodyPr/>
        <a:lstStyle/>
        <a:p>
          <a:r>
            <a:rPr lang="ru-RU" b="0" i="0" dirty="0"/>
            <a:t>6) соотносительности основных </a:t>
          </a:r>
          <a:r>
            <a:rPr lang="ru-RU" b="1" i="0" dirty="0"/>
            <a:t>условий государственного пенсионного обеспечения </a:t>
          </a:r>
          <a:r>
            <a:rPr lang="ru-RU" b="0" i="0" dirty="0"/>
            <a:t>граждан, проходивших гражданскую службу, и граждан, проходивших муниципальную службу, и их семей в случае потери кормильца.</a:t>
          </a:r>
          <a:endParaRPr lang="ru-RU" dirty="0"/>
        </a:p>
      </dgm:t>
    </dgm:pt>
    <dgm:pt modelId="{1C855EF5-80B0-48A0-BCAF-BC0E616385CE}" type="parTrans" cxnId="{9A541648-4E13-44DB-9E87-E74196D4ED11}">
      <dgm:prSet/>
      <dgm:spPr/>
      <dgm:t>
        <a:bodyPr/>
        <a:lstStyle/>
        <a:p>
          <a:endParaRPr lang="ru-RU"/>
        </a:p>
      </dgm:t>
    </dgm:pt>
    <dgm:pt modelId="{8F99A200-9C17-45CC-BBB8-E1D0CE31D294}" type="sibTrans" cxnId="{9A541648-4E13-44DB-9E87-E74196D4ED11}">
      <dgm:prSet/>
      <dgm:spPr/>
      <dgm:t>
        <a:bodyPr/>
        <a:lstStyle/>
        <a:p>
          <a:endParaRPr lang="ru-RU"/>
        </a:p>
      </dgm:t>
    </dgm:pt>
    <dgm:pt modelId="{4BFB353C-1B92-4FDC-B851-644BD7B304AE}">
      <dgm:prSet/>
      <dgm:spPr/>
      <dgm:t>
        <a:bodyPr/>
        <a:lstStyle/>
        <a:p>
          <a:r>
            <a:rPr lang="ru-RU" b="0" i="0" dirty="0"/>
            <a:t>3) единства </a:t>
          </a:r>
          <a:r>
            <a:rPr lang="ru-RU" b="1" i="0" dirty="0"/>
            <a:t>требований к подготовке кадров </a:t>
          </a:r>
          <a:r>
            <a:rPr lang="ru-RU" b="0" i="0" dirty="0"/>
            <a:t>для гражданской службы и муниципальной службы и профессиональному развитию гражданских служащих и муниципальных служащих;</a:t>
          </a:r>
          <a:endParaRPr lang="ru-RU" dirty="0"/>
        </a:p>
      </dgm:t>
    </dgm:pt>
    <dgm:pt modelId="{BB0DFF0D-C993-450E-AF72-748FEC49874C}" type="parTrans" cxnId="{D2C2C58E-39A8-4A41-944F-28CA6D282B5A}">
      <dgm:prSet/>
      <dgm:spPr/>
      <dgm:t>
        <a:bodyPr/>
        <a:lstStyle/>
        <a:p>
          <a:endParaRPr lang="ru-RU"/>
        </a:p>
      </dgm:t>
    </dgm:pt>
    <dgm:pt modelId="{0E0D8CFD-41AA-4996-B45F-031D3A507B4D}" type="sibTrans" cxnId="{D2C2C58E-39A8-4A41-944F-28CA6D282B5A}">
      <dgm:prSet/>
      <dgm:spPr/>
      <dgm:t>
        <a:bodyPr/>
        <a:lstStyle/>
        <a:p>
          <a:endParaRPr lang="ru-RU"/>
        </a:p>
      </dgm:t>
    </dgm:pt>
    <dgm:pt modelId="{032A412B-E43E-4CD7-8332-B0F102FF4CA0}">
      <dgm:prSet/>
      <dgm:spPr/>
      <dgm:t>
        <a:bodyPr/>
        <a:lstStyle/>
        <a:p>
          <a:r>
            <a:rPr lang="ru-RU" b="0" i="0" dirty="0"/>
            <a:t>5) соотносительности основных </a:t>
          </a:r>
          <a:r>
            <a:rPr lang="ru-RU" b="1" i="0" dirty="0"/>
            <a:t>условий оплаты труда и социальных гарантий </a:t>
          </a:r>
          <a:r>
            <a:rPr lang="ru-RU" b="0" i="0" dirty="0"/>
            <a:t>гражданских служащих и муниципальных служащих;</a:t>
          </a:r>
          <a:endParaRPr lang="ru-RU" dirty="0"/>
        </a:p>
      </dgm:t>
    </dgm:pt>
    <dgm:pt modelId="{D0D0B4CB-47F9-4751-A274-6AC8AE7D3E6E}" type="parTrans" cxnId="{DB47B9C6-8A12-4B9F-ACC7-42ACE2B464ED}">
      <dgm:prSet/>
      <dgm:spPr/>
      <dgm:t>
        <a:bodyPr/>
        <a:lstStyle/>
        <a:p>
          <a:endParaRPr lang="ru-RU"/>
        </a:p>
      </dgm:t>
    </dgm:pt>
    <dgm:pt modelId="{C3A5E69E-01BE-4C28-AC46-4B5DC4EB9647}" type="sibTrans" cxnId="{DB47B9C6-8A12-4B9F-ACC7-42ACE2B464ED}">
      <dgm:prSet/>
      <dgm:spPr/>
      <dgm:t>
        <a:bodyPr/>
        <a:lstStyle/>
        <a:p>
          <a:endParaRPr lang="ru-RU"/>
        </a:p>
      </dgm:t>
    </dgm:pt>
    <dgm:pt modelId="{6C0F299D-5EAA-4DBE-AF10-0726ED0DDCC5}" type="pres">
      <dgm:prSet presAssocID="{2DBF8CAE-A04F-499C-A0B8-D9245E97E5B7}" presName="linear" presStyleCnt="0">
        <dgm:presLayoutVars>
          <dgm:animLvl val="lvl"/>
          <dgm:resizeHandles val="exact"/>
        </dgm:presLayoutVars>
      </dgm:prSet>
      <dgm:spPr/>
    </dgm:pt>
    <dgm:pt modelId="{82FBC522-F945-4A6C-AA02-0540892F3597}" type="pres">
      <dgm:prSet presAssocID="{83D9C859-3677-4000-A2A7-4DF40EBDC27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54D631-E9F8-4686-9932-13E60FF1E98C}" type="pres">
      <dgm:prSet presAssocID="{62DDC539-621A-478A-9DBF-E44B4C09CC4A}" presName="spacer" presStyleCnt="0"/>
      <dgm:spPr/>
    </dgm:pt>
    <dgm:pt modelId="{00301699-5192-4CF8-B4DD-518524E3DCEA}" type="pres">
      <dgm:prSet presAssocID="{B3310436-5394-46DA-9C5B-F5CA5FF0CF9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0C4EE55-625C-4437-B5D0-F80938DF4663}" type="pres">
      <dgm:prSet presAssocID="{DB6FEA65-AEED-4255-8654-F804E43A9364}" presName="spacer" presStyleCnt="0"/>
      <dgm:spPr/>
    </dgm:pt>
    <dgm:pt modelId="{7FB25CC0-9089-45CA-8E5E-C5DB4D424C52}" type="pres">
      <dgm:prSet presAssocID="{4BFB353C-1B92-4FDC-B851-644BD7B304A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1F905A9-863C-497E-A349-217F45693599}" type="pres">
      <dgm:prSet presAssocID="{0E0D8CFD-41AA-4996-B45F-031D3A507B4D}" presName="spacer" presStyleCnt="0"/>
      <dgm:spPr/>
    </dgm:pt>
    <dgm:pt modelId="{94F1FA54-F4C9-4C25-8FD8-9DA9ED761A2E}" type="pres">
      <dgm:prSet presAssocID="{056007FA-083F-40F4-8A7A-B0B952CDEEC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087C1F3-4B60-495A-8B68-6381C22ED6AA}" type="pres">
      <dgm:prSet presAssocID="{E4EC8FC7-C303-4DC8-A306-1760C9A5941A}" presName="spacer" presStyleCnt="0"/>
      <dgm:spPr/>
    </dgm:pt>
    <dgm:pt modelId="{4D2AAD1A-9E30-41D5-BBD4-6BC439111196}" type="pres">
      <dgm:prSet presAssocID="{032A412B-E43E-4CD7-8332-B0F102FF4CA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EA79EE-44F0-45A7-B0DD-AC97D42B7BE0}" type="pres">
      <dgm:prSet presAssocID="{C3A5E69E-01BE-4C28-AC46-4B5DC4EB9647}" presName="spacer" presStyleCnt="0"/>
      <dgm:spPr/>
    </dgm:pt>
    <dgm:pt modelId="{5E47859C-1422-4A5F-B530-ABE118EC61E3}" type="pres">
      <dgm:prSet presAssocID="{227D2F7D-AFF3-4250-8F2F-1C4390F4164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E618E1E-492A-41B1-86D5-448E52DC9ABA}" type="presOf" srcId="{83D9C859-3677-4000-A2A7-4DF40EBDC27E}" destId="{82FBC522-F945-4A6C-AA02-0540892F3597}" srcOrd="0" destOrd="0" presId="urn:microsoft.com/office/officeart/2005/8/layout/vList2"/>
    <dgm:cxn modelId="{774FFB3C-5770-4DD5-BC9C-6AB1F7B0DD9B}" srcId="{2DBF8CAE-A04F-499C-A0B8-D9245E97E5B7}" destId="{B3310436-5394-46DA-9C5B-F5CA5FF0CF9B}" srcOrd="1" destOrd="0" parTransId="{F8B3FFBF-C805-4267-B6A3-92E513F8E950}" sibTransId="{DB6FEA65-AEED-4255-8654-F804E43A9364}"/>
    <dgm:cxn modelId="{7BC2363D-B902-4FC0-AFC5-570BDB1FDC3C}" type="presOf" srcId="{056007FA-083F-40F4-8A7A-B0B952CDEEC3}" destId="{94F1FA54-F4C9-4C25-8FD8-9DA9ED761A2E}" srcOrd="0" destOrd="0" presId="urn:microsoft.com/office/officeart/2005/8/layout/vList2"/>
    <dgm:cxn modelId="{88F31D44-6A4F-41DB-8E5B-E64F9EEB8E59}" type="presOf" srcId="{B3310436-5394-46DA-9C5B-F5CA5FF0CF9B}" destId="{00301699-5192-4CF8-B4DD-518524E3DCEA}" srcOrd="0" destOrd="0" presId="urn:microsoft.com/office/officeart/2005/8/layout/vList2"/>
    <dgm:cxn modelId="{0941C065-F3F9-4B15-86AC-EBA58C3E879E}" type="presOf" srcId="{4BFB353C-1B92-4FDC-B851-644BD7B304AE}" destId="{7FB25CC0-9089-45CA-8E5E-C5DB4D424C52}" srcOrd="0" destOrd="0" presId="urn:microsoft.com/office/officeart/2005/8/layout/vList2"/>
    <dgm:cxn modelId="{9A541648-4E13-44DB-9E87-E74196D4ED11}" srcId="{2DBF8CAE-A04F-499C-A0B8-D9245E97E5B7}" destId="{227D2F7D-AFF3-4250-8F2F-1C4390F4164B}" srcOrd="5" destOrd="0" parTransId="{1C855EF5-80B0-48A0-BCAF-BC0E616385CE}" sibTransId="{8F99A200-9C17-45CC-BBB8-E1D0CE31D294}"/>
    <dgm:cxn modelId="{A5FA6F6A-B3EA-4D18-BA9E-173CE8AE7247}" srcId="{2DBF8CAE-A04F-499C-A0B8-D9245E97E5B7}" destId="{056007FA-083F-40F4-8A7A-B0B952CDEEC3}" srcOrd="3" destOrd="0" parTransId="{8D64D9C3-336E-418E-AB75-057D55DCE985}" sibTransId="{E4EC8FC7-C303-4DC8-A306-1760C9A5941A}"/>
    <dgm:cxn modelId="{4FEB5486-2FE2-4F40-91A7-F9DF2767CA03}" type="presOf" srcId="{2DBF8CAE-A04F-499C-A0B8-D9245E97E5B7}" destId="{6C0F299D-5EAA-4DBE-AF10-0726ED0DDCC5}" srcOrd="0" destOrd="0" presId="urn:microsoft.com/office/officeart/2005/8/layout/vList2"/>
    <dgm:cxn modelId="{D2C2C58E-39A8-4A41-944F-28CA6D282B5A}" srcId="{2DBF8CAE-A04F-499C-A0B8-D9245E97E5B7}" destId="{4BFB353C-1B92-4FDC-B851-644BD7B304AE}" srcOrd="2" destOrd="0" parTransId="{BB0DFF0D-C993-450E-AF72-748FEC49874C}" sibTransId="{0E0D8CFD-41AA-4996-B45F-031D3A507B4D}"/>
    <dgm:cxn modelId="{C4C263C3-767B-41E6-905E-4D5B52F108BA}" type="presOf" srcId="{227D2F7D-AFF3-4250-8F2F-1C4390F4164B}" destId="{5E47859C-1422-4A5F-B530-ABE118EC61E3}" srcOrd="0" destOrd="0" presId="urn:microsoft.com/office/officeart/2005/8/layout/vList2"/>
    <dgm:cxn modelId="{57AF47C5-AB53-4FE2-B1FE-E2294DB95DD4}" type="presOf" srcId="{032A412B-E43E-4CD7-8332-B0F102FF4CA0}" destId="{4D2AAD1A-9E30-41D5-BBD4-6BC439111196}" srcOrd="0" destOrd="0" presId="urn:microsoft.com/office/officeart/2005/8/layout/vList2"/>
    <dgm:cxn modelId="{DB47B9C6-8A12-4B9F-ACC7-42ACE2B464ED}" srcId="{2DBF8CAE-A04F-499C-A0B8-D9245E97E5B7}" destId="{032A412B-E43E-4CD7-8332-B0F102FF4CA0}" srcOrd="4" destOrd="0" parTransId="{D0D0B4CB-47F9-4751-A274-6AC8AE7D3E6E}" sibTransId="{C3A5E69E-01BE-4C28-AC46-4B5DC4EB9647}"/>
    <dgm:cxn modelId="{D767DFCE-A04E-4BC0-83EA-996F2531AEB2}" srcId="{2DBF8CAE-A04F-499C-A0B8-D9245E97E5B7}" destId="{83D9C859-3677-4000-A2A7-4DF40EBDC27E}" srcOrd="0" destOrd="0" parTransId="{ACD47313-5B56-4978-B003-3D4D18C376C7}" sibTransId="{62DDC539-621A-478A-9DBF-E44B4C09CC4A}"/>
    <dgm:cxn modelId="{40C7D026-F16B-41E9-8C81-54E143348409}" type="presParOf" srcId="{6C0F299D-5EAA-4DBE-AF10-0726ED0DDCC5}" destId="{82FBC522-F945-4A6C-AA02-0540892F3597}" srcOrd="0" destOrd="0" presId="urn:microsoft.com/office/officeart/2005/8/layout/vList2"/>
    <dgm:cxn modelId="{ABF4238F-F800-4C58-ACAF-C2B2FB442475}" type="presParOf" srcId="{6C0F299D-5EAA-4DBE-AF10-0726ED0DDCC5}" destId="{4354D631-E9F8-4686-9932-13E60FF1E98C}" srcOrd="1" destOrd="0" presId="urn:microsoft.com/office/officeart/2005/8/layout/vList2"/>
    <dgm:cxn modelId="{E93579CE-650C-4D5A-88DA-1D7F5EC678EC}" type="presParOf" srcId="{6C0F299D-5EAA-4DBE-AF10-0726ED0DDCC5}" destId="{00301699-5192-4CF8-B4DD-518524E3DCEA}" srcOrd="2" destOrd="0" presId="urn:microsoft.com/office/officeart/2005/8/layout/vList2"/>
    <dgm:cxn modelId="{B6305A27-FDB6-4B6A-87FA-4D9A7A94C983}" type="presParOf" srcId="{6C0F299D-5EAA-4DBE-AF10-0726ED0DDCC5}" destId="{A0C4EE55-625C-4437-B5D0-F80938DF4663}" srcOrd="3" destOrd="0" presId="urn:microsoft.com/office/officeart/2005/8/layout/vList2"/>
    <dgm:cxn modelId="{1376702F-D9B9-4EDE-8F07-9EA2DE108796}" type="presParOf" srcId="{6C0F299D-5EAA-4DBE-AF10-0726ED0DDCC5}" destId="{7FB25CC0-9089-45CA-8E5E-C5DB4D424C52}" srcOrd="4" destOrd="0" presId="urn:microsoft.com/office/officeart/2005/8/layout/vList2"/>
    <dgm:cxn modelId="{C7B88284-C831-453B-9CE0-68D7C4B33B5C}" type="presParOf" srcId="{6C0F299D-5EAA-4DBE-AF10-0726ED0DDCC5}" destId="{51F905A9-863C-497E-A349-217F45693599}" srcOrd="5" destOrd="0" presId="urn:microsoft.com/office/officeart/2005/8/layout/vList2"/>
    <dgm:cxn modelId="{88C3A723-89FC-4424-9560-600F6F78B01F}" type="presParOf" srcId="{6C0F299D-5EAA-4DBE-AF10-0726ED0DDCC5}" destId="{94F1FA54-F4C9-4C25-8FD8-9DA9ED761A2E}" srcOrd="6" destOrd="0" presId="urn:microsoft.com/office/officeart/2005/8/layout/vList2"/>
    <dgm:cxn modelId="{88A34243-82DF-4C79-AC33-56FD4ADF391C}" type="presParOf" srcId="{6C0F299D-5EAA-4DBE-AF10-0726ED0DDCC5}" destId="{9087C1F3-4B60-495A-8B68-6381C22ED6AA}" srcOrd="7" destOrd="0" presId="urn:microsoft.com/office/officeart/2005/8/layout/vList2"/>
    <dgm:cxn modelId="{00A1474B-7A78-4F41-B957-5E83E31F616D}" type="presParOf" srcId="{6C0F299D-5EAA-4DBE-AF10-0726ED0DDCC5}" destId="{4D2AAD1A-9E30-41D5-BBD4-6BC439111196}" srcOrd="8" destOrd="0" presId="urn:microsoft.com/office/officeart/2005/8/layout/vList2"/>
    <dgm:cxn modelId="{2BAE1FF0-4E69-4282-8A0F-21B8FA5888B2}" type="presParOf" srcId="{6C0F299D-5EAA-4DBE-AF10-0726ED0DDCC5}" destId="{EAEA79EE-44F0-45A7-B0DD-AC97D42B7BE0}" srcOrd="9" destOrd="0" presId="urn:microsoft.com/office/officeart/2005/8/layout/vList2"/>
    <dgm:cxn modelId="{26A0BA67-E147-4C79-81AE-50C7E2EE1D2E}" type="presParOf" srcId="{6C0F299D-5EAA-4DBE-AF10-0726ED0DDCC5}" destId="{5E47859C-1422-4A5F-B530-ABE118EC61E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8797C4-EDA7-450E-9D5E-418C9EF7DA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99C3774-B768-48F7-9E95-004C042A93B1}">
      <dgm:prSet/>
      <dgm:spPr/>
      <dgm:t>
        <a:bodyPr/>
        <a:lstStyle/>
        <a:p>
          <a:r>
            <a:rPr lang="ru-RU"/>
            <a:t>1) приоритет прав и свобод человека и гражданина;</a:t>
          </a:r>
        </a:p>
      </dgm:t>
    </dgm:pt>
    <dgm:pt modelId="{1957CEFC-C058-4349-B8D9-37112C76C525}" type="parTrans" cxnId="{D3E229E9-4494-4415-8DB4-281024CD11B1}">
      <dgm:prSet/>
      <dgm:spPr/>
      <dgm:t>
        <a:bodyPr/>
        <a:lstStyle/>
        <a:p>
          <a:endParaRPr lang="ru-RU"/>
        </a:p>
      </dgm:t>
    </dgm:pt>
    <dgm:pt modelId="{0A3A0179-C501-4546-A4CF-8AEBB7C208FE}" type="sibTrans" cxnId="{D3E229E9-4494-4415-8DB4-281024CD11B1}">
      <dgm:prSet/>
      <dgm:spPr/>
      <dgm:t>
        <a:bodyPr/>
        <a:lstStyle/>
        <a:p>
          <a:endParaRPr lang="ru-RU"/>
        </a:p>
      </dgm:t>
    </dgm:pt>
    <dgm:pt modelId="{DA1ACBB4-9AA3-4408-8F87-338BEE3978B2}">
      <dgm:prSet/>
      <dgm:spPr/>
      <dgm:t>
        <a:bodyPr/>
        <a:lstStyle/>
        <a:p>
          <a:r>
            <a:rPr lang="ru-RU"/>
            <a:t>2) единство правовых и организационных основ федеральной гражданской службы и гражданской службы субъектов РФ;</a:t>
          </a:r>
        </a:p>
      </dgm:t>
    </dgm:pt>
    <dgm:pt modelId="{67DCF580-253C-4F83-B79F-15C72A8CD7CD}" type="parTrans" cxnId="{B63999AC-305A-41D2-AF20-EF02801DD7BD}">
      <dgm:prSet/>
      <dgm:spPr/>
      <dgm:t>
        <a:bodyPr/>
        <a:lstStyle/>
        <a:p>
          <a:endParaRPr lang="ru-RU"/>
        </a:p>
      </dgm:t>
    </dgm:pt>
    <dgm:pt modelId="{06F1550F-AD98-4E9A-92FF-6E8DA0385233}" type="sibTrans" cxnId="{B63999AC-305A-41D2-AF20-EF02801DD7BD}">
      <dgm:prSet/>
      <dgm:spPr/>
      <dgm:t>
        <a:bodyPr/>
        <a:lstStyle/>
        <a:p>
          <a:endParaRPr lang="ru-RU"/>
        </a:p>
      </dgm:t>
    </dgm:pt>
    <dgm:pt modelId="{46B17229-6C2D-4E5A-93FD-DA7AFBAE12AF}">
      <dgm:prSet/>
      <dgm:spPr/>
      <dgm:t>
        <a:bodyPr/>
        <a:lstStyle/>
        <a:p>
          <a:r>
            <a:rPr lang="ru-RU"/>
            <a:t>3) равный доступ граждан, владеющих государственным языком Российской Федерации, к гражданской службе и равные условия ее прохождения независимо от пола, расы, национальности, происхождения, имущественного и должностного положения, места жительства, отношения к религии, убеждений, принадлежности к общественным объединениям, а также от других обстоятельств, не связанных с профессиональными качествами гражданского служащего;</a:t>
          </a:r>
        </a:p>
      </dgm:t>
    </dgm:pt>
    <dgm:pt modelId="{2D19F817-EB74-49DF-89E4-F61637165DD1}" type="parTrans" cxnId="{01B2D85C-7C32-47F5-B8B1-C09A1B6CB551}">
      <dgm:prSet/>
      <dgm:spPr/>
      <dgm:t>
        <a:bodyPr/>
        <a:lstStyle/>
        <a:p>
          <a:endParaRPr lang="ru-RU"/>
        </a:p>
      </dgm:t>
    </dgm:pt>
    <dgm:pt modelId="{57F01854-A197-4966-A5E1-9DD3750DF072}" type="sibTrans" cxnId="{01B2D85C-7C32-47F5-B8B1-C09A1B6CB551}">
      <dgm:prSet/>
      <dgm:spPr/>
      <dgm:t>
        <a:bodyPr/>
        <a:lstStyle/>
        <a:p>
          <a:endParaRPr lang="ru-RU"/>
        </a:p>
      </dgm:t>
    </dgm:pt>
    <dgm:pt modelId="{0DCB0717-8DCB-4991-91DF-7C64C92960C3}" type="pres">
      <dgm:prSet presAssocID="{E38797C4-EDA7-450E-9D5E-418C9EF7DABD}" presName="linear" presStyleCnt="0">
        <dgm:presLayoutVars>
          <dgm:animLvl val="lvl"/>
          <dgm:resizeHandles val="exact"/>
        </dgm:presLayoutVars>
      </dgm:prSet>
      <dgm:spPr/>
    </dgm:pt>
    <dgm:pt modelId="{95801952-1020-4AA7-8E1E-0F0187E8B49F}" type="pres">
      <dgm:prSet presAssocID="{899C3774-B768-48F7-9E95-004C042A93B1}" presName="parentText" presStyleLbl="node1" presStyleIdx="0" presStyleCnt="3" custScaleY="42411">
        <dgm:presLayoutVars>
          <dgm:chMax val="0"/>
          <dgm:bulletEnabled val="1"/>
        </dgm:presLayoutVars>
      </dgm:prSet>
      <dgm:spPr/>
    </dgm:pt>
    <dgm:pt modelId="{3ACF3CCA-AE1F-4CAB-BFA0-D1523F006154}" type="pres">
      <dgm:prSet presAssocID="{0A3A0179-C501-4546-A4CF-8AEBB7C208FE}" presName="spacer" presStyleCnt="0"/>
      <dgm:spPr/>
    </dgm:pt>
    <dgm:pt modelId="{16F4F0C6-C53F-40AE-A039-AAD3C69E6A4B}" type="pres">
      <dgm:prSet presAssocID="{DA1ACBB4-9AA3-4408-8F87-338BEE3978B2}" presName="parentText" presStyleLbl="node1" presStyleIdx="1" presStyleCnt="3" custScaleY="42411">
        <dgm:presLayoutVars>
          <dgm:chMax val="0"/>
          <dgm:bulletEnabled val="1"/>
        </dgm:presLayoutVars>
      </dgm:prSet>
      <dgm:spPr/>
    </dgm:pt>
    <dgm:pt modelId="{39B562A1-6567-4C35-B193-93689A920E97}" type="pres">
      <dgm:prSet presAssocID="{06F1550F-AD98-4E9A-92FF-6E8DA0385233}" presName="spacer" presStyleCnt="0"/>
      <dgm:spPr/>
    </dgm:pt>
    <dgm:pt modelId="{42B5014A-A347-4AE5-8A88-06F02CA824F0}" type="pres">
      <dgm:prSet presAssocID="{46B17229-6C2D-4E5A-93FD-DA7AFBAE12A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C53B3F-E37A-4CDD-89E5-791A603409D7}" type="presOf" srcId="{E38797C4-EDA7-450E-9D5E-418C9EF7DABD}" destId="{0DCB0717-8DCB-4991-91DF-7C64C92960C3}" srcOrd="0" destOrd="0" presId="urn:microsoft.com/office/officeart/2005/8/layout/vList2"/>
    <dgm:cxn modelId="{01B2D85C-7C32-47F5-B8B1-C09A1B6CB551}" srcId="{E38797C4-EDA7-450E-9D5E-418C9EF7DABD}" destId="{46B17229-6C2D-4E5A-93FD-DA7AFBAE12AF}" srcOrd="2" destOrd="0" parTransId="{2D19F817-EB74-49DF-89E4-F61637165DD1}" sibTransId="{57F01854-A197-4966-A5E1-9DD3750DF072}"/>
    <dgm:cxn modelId="{AEDEDD46-9517-4CFC-AD0C-00BD52BD8833}" type="presOf" srcId="{DA1ACBB4-9AA3-4408-8F87-338BEE3978B2}" destId="{16F4F0C6-C53F-40AE-A039-AAD3C69E6A4B}" srcOrd="0" destOrd="0" presId="urn:microsoft.com/office/officeart/2005/8/layout/vList2"/>
    <dgm:cxn modelId="{B63999AC-305A-41D2-AF20-EF02801DD7BD}" srcId="{E38797C4-EDA7-450E-9D5E-418C9EF7DABD}" destId="{DA1ACBB4-9AA3-4408-8F87-338BEE3978B2}" srcOrd="1" destOrd="0" parTransId="{67DCF580-253C-4F83-B79F-15C72A8CD7CD}" sibTransId="{06F1550F-AD98-4E9A-92FF-6E8DA0385233}"/>
    <dgm:cxn modelId="{CEAA25BD-4470-45EF-B511-372C110A2924}" type="presOf" srcId="{899C3774-B768-48F7-9E95-004C042A93B1}" destId="{95801952-1020-4AA7-8E1E-0F0187E8B49F}" srcOrd="0" destOrd="0" presId="urn:microsoft.com/office/officeart/2005/8/layout/vList2"/>
    <dgm:cxn modelId="{D3E229E9-4494-4415-8DB4-281024CD11B1}" srcId="{E38797C4-EDA7-450E-9D5E-418C9EF7DABD}" destId="{899C3774-B768-48F7-9E95-004C042A93B1}" srcOrd="0" destOrd="0" parTransId="{1957CEFC-C058-4349-B8D9-37112C76C525}" sibTransId="{0A3A0179-C501-4546-A4CF-8AEBB7C208FE}"/>
    <dgm:cxn modelId="{A83A56FB-E44C-4121-9BF5-77DE3513ABF1}" type="presOf" srcId="{46B17229-6C2D-4E5A-93FD-DA7AFBAE12AF}" destId="{42B5014A-A347-4AE5-8A88-06F02CA824F0}" srcOrd="0" destOrd="0" presId="urn:microsoft.com/office/officeart/2005/8/layout/vList2"/>
    <dgm:cxn modelId="{B6D83725-89DD-49E0-8881-6A586339F9D4}" type="presParOf" srcId="{0DCB0717-8DCB-4991-91DF-7C64C92960C3}" destId="{95801952-1020-4AA7-8E1E-0F0187E8B49F}" srcOrd="0" destOrd="0" presId="urn:microsoft.com/office/officeart/2005/8/layout/vList2"/>
    <dgm:cxn modelId="{ED73A8C0-59A9-4C60-B920-70CCA58EDCFC}" type="presParOf" srcId="{0DCB0717-8DCB-4991-91DF-7C64C92960C3}" destId="{3ACF3CCA-AE1F-4CAB-BFA0-D1523F006154}" srcOrd="1" destOrd="0" presId="urn:microsoft.com/office/officeart/2005/8/layout/vList2"/>
    <dgm:cxn modelId="{E18BC23D-022D-4974-A3C0-C5B26C41032E}" type="presParOf" srcId="{0DCB0717-8DCB-4991-91DF-7C64C92960C3}" destId="{16F4F0C6-C53F-40AE-A039-AAD3C69E6A4B}" srcOrd="2" destOrd="0" presId="urn:microsoft.com/office/officeart/2005/8/layout/vList2"/>
    <dgm:cxn modelId="{046C6410-0A1E-4500-A854-EE057690A6F3}" type="presParOf" srcId="{0DCB0717-8DCB-4991-91DF-7C64C92960C3}" destId="{39B562A1-6567-4C35-B193-93689A920E97}" srcOrd="3" destOrd="0" presId="urn:microsoft.com/office/officeart/2005/8/layout/vList2"/>
    <dgm:cxn modelId="{DC427045-F716-43EA-90C9-C57CE0277389}" type="presParOf" srcId="{0DCB0717-8DCB-4991-91DF-7C64C92960C3}" destId="{42B5014A-A347-4AE5-8A88-06F02CA824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38797C4-EDA7-450E-9D5E-418C9EF7DA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9DD517B1-6779-4106-BDF8-E394C6EE63D4}">
      <dgm:prSet/>
      <dgm:spPr/>
      <dgm:t>
        <a:bodyPr/>
        <a:lstStyle/>
        <a:p>
          <a:r>
            <a:rPr lang="ru-RU"/>
            <a:t>4) профессионализм и компетентность гражданских служащих;</a:t>
          </a:r>
        </a:p>
      </dgm:t>
    </dgm:pt>
    <dgm:pt modelId="{222EBB19-DE22-4E1A-A250-4B0184F4DB02}" type="parTrans" cxnId="{AB2DE470-E07E-4DA7-816A-B47E2E4FD17B}">
      <dgm:prSet/>
      <dgm:spPr/>
      <dgm:t>
        <a:bodyPr/>
        <a:lstStyle/>
        <a:p>
          <a:endParaRPr lang="ru-RU"/>
        </a:p>
      </dgm:t>
    </dgm:pt>
    <dgm:pt modelId="{2F50A7CC-62DF-42E5-8532-57FBB58FD9A5}" type="sibTrans" cxnId="{AB2DE470-E07E-4DA7-816A-B47E2E4FD17B}">
      <dgm:prSet/>
      <dgm:spPr/>
      <dgm:t>
        <a:bodyPr/>
        <a:lstStyle/>
        <a:p>
          <a:endParaRPr lang="ru-RU"/>
        </a:p>
      </dgm:t>
    </dgm:pt>
    <dgm:pt modelId="{14847AD2-961E-4FFF-91BF-1B13849547FA}">
      <dgm:prSet/>
      <dgm:spPr/>
      <dgm:t>
        <a:bodyPr/>
        <a:lstStyle/>
        <a:p>
          <a:r>
            <a:rPr lang="ru-RU"/>
            <a:t>5) стабильность гражданской службы;</a:t>
          </a:r>
        </a:p>
      </dgm:t>
    </dgm:pt>
    <dgm:pt modelId="{5D7FC85E-27BD-46E2-A1AF-3DC9FD12B403}" type="parTrans" cxnId="{19D0E7EE-1C9C-4868-B047-ED06243D6B48}">
      <dgm:prSet/>
      <dgm:spPr/>
      <dgm:t>
        <a:bodyPr/>
        <a:lstStyle/>
        <a:p>
          <a:endParaRPr lang="ru-RU"/>
        </a:p>
      </dgm:t>
    </dgm:pt>
    <dgm:pt modelId="{FD90621B-65D7-4A4A-8F8B-28CE9207A454}" type="sibTrans" cxnId="{19D0E7EE-1C9C-4868-B047-ED06243D6B48}">
      <dgm:prSet/>
      <dgm:spPr/>
      <dgm:t>
        <a:bodyPr/>
        <a:lstStyle/>
        <a:p>
          <a:endParaRPr lang="ru-RU"/>
        </a:p>
      </dgm:t>
    </dgm:pt>
    <dgm:pt modelId="{C4596292-64B6-4D2A-B5F4-E50A4EFDC1DD}">
      <dgm:prSet/>
      <dgm:spPr/>
      <dgm:t>
        <a:bodyPr/>
        <a:lstStyle/>
        <a:p>
          <a:r>
            <a:rPr lang="ru-RU"/>
            <a:t>6) доступность информации о гражданской службе;</a:t>
          </a:r>
        </a:p>
      </dgm:t>
    </dgm:pt>
    <dgm:pt modelId="{951AF5C9-B14D-4A41-9D87-BEFA7C0FDBA8}" type="parTrans" cxnId="{8A1A26D8-C66D-4D89-A379-E6D8638037F1}">
      <dgm:prSet/>
      <dgm:spPr/>
      <dgm:t>
        <a:bodyPr/>
        <a:lstStyle/>
        <a:p>
          <a:endParaRPr lang="ru-RU"/>
        </a:p>
      </dgm:t>
    </dgm:pt>
    <dgm:pt modelId="{DF619A68-35C5-4D9F-8EEC-FE2843402CD5}" type="sibTrans" cxnId="{8A1A26D8-C66D-4D89-A379-E6D8638037F1}">
      <dgm:prSet/>
      <dgm:spPr/>
      <dgm:t>
        <a:bodyPr/>
        <a:lstStyle/>
        <a:p>
          <a:endParaRPr lang="ru-RU"/>
        </a:p>
      </dgm:t>
    </dgm:pt>
    <dgm:pt modelId="{3A76F2EE-5441-40EA-8EFA-26A4B73252CC}">
      <dgm:prSet/>
      <dgm:spPr/>
      <dgm:t>
        <a:bodyPr/>
        <a:lstStyle/>
        <a:p>
          <a:r>
            <a:rPr lang="ru-RU"/>
            <a:t>7) взаимодействие с общественными объединениями и гражданами;</a:t>
          </a:r>
        </a:p>
      </dgm:t>
    </dgm:pt>
    <dgm:pt modelId="{21C172CB-112C-472D-81C9-EC105CC66DDA}" type="parTrans" cxnId="{A3B87DAF-CC9B-4F96-A327-8AA6D3F84AD8}">
      <dgm:prSet/>
      <dgm:spPr/>
      <dgm:t>
        <a:bodyPr/>
        <a:lstStyle/>
        <a:p>
          <a:endParaRPr lang="ru-RU"/>
        </a:p>
      </dgm:t>
    </dgm:pt>
    <dgm:pt modelId="{9365D43A-7571-4B10-8666-FE6531CB26C9}" type="sibTrans" cxnId="{A3B87DAF-CC9B-4F96-A327-8AA6D3F84AD8}">
      <dgm:prSet/>
      <dgm:spPr/>
      <dgm:t>
        <a:bodyPr/>
        <a:lstStyle/>
        <a:p>
          <a:endParaRPr lang="ru-RU"/>
        </a:p>
      </dgm:t>
    </dgm:pt>
    <dgm:pt modelId="{2D2F01E0-9140-449F-A98F-60A82916D823}">
      <dgm:prSet/>
      <dgm:spPr/>
      <dgm:t>
        <a:bodyPr/>
        <a:lstStyle/>
        <a:p>
          <a:r>
            <a:rPr lang="ru-RU"/>
            <a:t>8) защищенность гражданских служащих от неправомерного вмешательства в их профессиональную служебную деятельность.</a:t>
          </a:r>
        </a:p>
      </dgm:t>
    </dgm:pt>
    <dgm:pt modelId="{2303D310-06CE-45F0-857A-53CB716E4D74}" type="parTrans" cxnId="{88481231-083C-41DD-B007-DCE40CE7A8FC}">
      <dgm:prSet/>
      <dgm:spPr/>
      <dgm:t>
        <a:bodyPr/>
        <a:lstStyle/>
        <a:p>
          <a:endParaRPr lang="ru-RU"/>
        </a:p>
      </dgm:t>
    </dgm:pt>
    <dgm:pt modelId="{1CFD7D9A-1AAB-4740-9086-EDD02669A900}" type="sibTrans" cxnId="{88481231-083C-41DD-B007-DCE40CE7A8FC}">
      <dgm:prSet/>
      <dgm:spPr/>
      <dgm:t>
        <a:bodyPr/>
        <a:lstStyle/>
        <a:p>
          <a:endParaRPr lang="ru-RU"/>
        </a:p>
      </dgm:t>
    </dgm:pt>
    <dgm:pt modelId="{0DCB0717-8DCB-4991-91DF-7C64C92960C3}" type="pres">
      <dgm:prSet presAssocID="{E38797C4-EDA7-450E-9D5E-418C9EF7DABD}" presName="linear" presStyleCnt="0">
        <dgm:presLayoutVars>
          <dgm:animLvl val="lvl"/>
          <dgm:resizeHandles val="exact"/>
        </dgm:presLayoutVars>
      </dgm:prSet>
      <dgm:spPr/>
    </dgm:pt>
    <dgm:pt modelId="{5DB8085D-35B8-4059-8DB4-D5F8D7129E0B}" type="pres">
      <dgm:prSet presAssocID="{9DD517B1-6779-4106-BDF8-E394C6EE63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01837D4-1704-4EC3-AE31-C4389CF43F07}" type="pres">
      <dgm:prSet presAssocID="{2F50A7CC-62DF-42E5-8532-57FBB58FD9A5}" presName="spacer" presStyleCnt="0"/>
      <dgm:spPr/>
    </dgm:pt>
    <dgm:pt modelId="{D9A850E5-7D6C-47B4-AD96-76ED57036A1C}" type="pres">
      <dgm:prSet presAssocID="{14847AD2-961E-4FFF-91BF-1B13849547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6C69D4-1F34-415C-801C-19FE18112AA6}" type="pres">
      <dgm:prSet presAssocID="{FD90621B-65D7-4A4A-8F8B-28CE9207A454}" presName="spacer" presStyleCnt="0"/>
      <dgm:spPr/>
    </dgm:pt>
    <dgm:pt modelId="{0C1BCEEF-2D75-44DC-A559-BA33A77E412C}" type="pres">
      <dgm:prSet presAssocID="{C4596292-64B6-4D2A-B5F4-E50A4EFDC1D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08640A-3A2B-4163-938A-A35D6DA77A90}" type="pres">
      <dgm:prSet presAssocID="{DF619A68-35C5-4D9F-8EEC-FE2843402CD5}" presName="spacer" presStyleCnt="0"/>
      <dgm:spPr/>
    </dgm:pt>
    <dgm:pt modelId="{5661CBF6-AC38-40EF-9095-FEAE13CD0184}" type="pres">
      <dgm:prSet presAssocID="{3A76F2EE-5441-40EA-8EFA-26A4B73252C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2B11186-2E15-4D62-A598-0600C02E980C}" type="pres">
      <dgm:prSet presAssocID="{9365D43A-7571-4B10-8666-FE6531CB26C9}" presName="spacer" presStyleCnt="0"/>
      <dgm:spPr/>
    </dgm:pt>
    <dgm:pt modelId="{A2845340-E879-42FB-9B74-C154EE81F112}" type="pres">
      <dgm:prSet presAssocID="{2D2F01E0-9140-449F-A98F-60A82916D82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8481231-083C-41DD-B007-DCE40CE7A8FC}" srcId="{E38797C4-EDA7-450E-9D5E-418C9EF7DABD}" destId="{2D2F01E0-9140-449F-A98F-60A82916D823}" srcOrd="4" destOrd="0" parTransId="{2303D310-06CE-45F0-857A-53CB716E4D74}" sibTransId="{1CFD7D9A-1AAB-4740-9086-EDD02669A900}"/>
    <dgm:cxn modelId="{66C53B3F-E37A-4CDD-89E5-791A603409D7}" type="presOf" srcId="{E38797C4-EDA7-450E-9D5E-418C9EF7DABD}" destId="{0DCB0717-8DCB-4991-91DF-7C64C92960C3}" srcOrd="0" destOrd="0" presId="urn:microsoft.com/office/officeart/2005/8/layout/vList2"/>
    <dgm:cxn modelId="{AB2DE470-E07E-4DA7-816A-B47E2E4FD17B}" srcId="{E38797C4-EDA7-450E-9D5E-418C9EF7DABD}" destId="{9DD517B1-6779-4106-BDF8-E394C6EE63D4}" srcOrd="0" destOrd="0" parTransId="{222EBB19-DE22-4E1A-A250-4B0184F4DB02}" sibTransId="{2F50A7CC-62DF-42E5-8532-57FBB58FD9A5}"/>
    <dgm:cxn modelId="{B3F83277-04A1-4319-A78C-F90E0E83C180}" type="presOf" srcId="{2D2F01E0-9140-449F-A98F-60A82916D823}" destId="{A2845340-E879-42FB-9B74-C154EE81F112}" srcOrd="0" destOrd="0" presId="urn:microsoft.com/office/officeart/2005/8/layout/vList2"/>
    <dgm:cxn modelId="{782AE877-C4CB-4823-9154-3DC446E50FA2}" type="presOf" srcId="{14847AD2-961E-4FFF-91BF-1B13849547FA}" destId="{D9A850E5-7D6C-47B4-AD96-76ED57036A1C}" srcOrd="0" destOrd="0" presId="urn:microsoft.com/office/officeart/2005/8/layout/vList2"/>
    <dgm:cxn modelId="{A3B87DAF-CC9B-4F96-A327-8AA6D3F84AD8}" srcId="{E38797C4-EDA7-450E-9D5E-418C9EF7DABD}" destId="{3A76F2EE-5441-40EA-8EFA-26A4B73252CC}" srcOrd="3" destOrd="0" parTransId="{21C172CB-112C-472D-81C9-EC105CC66DDA}" sibTransId="{9365D43A-7571-4B10-8666-FE6531CB26C9}"/>
    <dgm:cxn modelId="{8A1A26D8-C66D-4D89-A379-E6D8638037F1}" srcId="{E38797C4-EDA7-450E-9D5E-418C9EF7DABD}" destId="{C4596292-64B6-4D2A-B5F4-E50A4EFDC1DD}" srcOrd="2" destOrd="0" parTransId="{951AF5C9-B14D-4A41-9D87-BEFA7C0FDBA8}" sibTransId="{DF619A68-35C5-4D9F-8EEC-FE2843402CD5}"/>
    <dgm:cxn modelId="{296B35E2-E290-40E7-AEBA-BFA4982C25ED}" type="presOf" srcId="{3A76F2EE-5441-40EA-8EFA-26A4B73252CC}" destId="{5661CBF6-AC38-40EF-9095-FEAE13CD0184}" srcOrd="0" destOrd="0" presId="urn:microsoft.com/office/officeart/2005/8/layout/vList2"/>
    <dgm:cxn modelId="{19D0E7EE-1C9C-4868-B047-ED06243D6B48}" srcId="{E38797C4-EDA7-450E-9D5E-418C9EF7DABD}" destId="{14847AD2-961E-4FFF-91BF-1B13849547FA}" srcOrd="1" destOrd="0" parTransId="{5D7FC85E-27BD-46E2-A1AF-3DC9FD12B403}" sibTransId="{FD90621B-65D7-4A4A-8F8B-28CE9207A454}"/>
    <dgm:cxn modelId="{A74445F3-4D60-406B-A31F-041FE511A7D7}" type="presOf" srcId="{C4596292-64B6-4D2A-B5F4-E50A4EFDC1DD}" destId="{0C1BCEEF-2D75-44DC-A559-BA33A77E412C}" srcOrd="0" destOrd="0" presId="urn:microsoft.com/office/officeart/2005/8/layout/vList2"/>
    <dgm:cxn modelId="{BDD951FF-EA2F-4E3B-AF44-E422151C2F73}" type="presOf" srcId="{9DD517B1-6779-4106-BDF8-E394C6EE63D4}" destId="{5DB8085D-35B8-4059-8DB4-D5F8D7129E0B}" srcOrd="0" destOrd="0" presId="urn:microsoft.com/office/officeart/2005/8/layout/vList2"/>
    <dgm:cxn modelId="{4070454F-4C52-4274-A1AE-128936F10647}" type="presParOf" srcId="{0DCB0717-8DCB-4991-91DF-7C64C92960C3}" destId="{5DB8085D-35B8-4059-8DB4-D5F8D7129E0B}" srcOrd="0" destOrd="0" presId="urn:microsoft.com/office/officeart/2005/8/layout/vList2"/>
    <dgm:cxn modelId="{8C385130-03CC-4D84-9F52-BF3A69398CED}" type="presParOf" srcId="{0DCB0717-8DCB-4991-91DF-7C64C92960C3}" destId="{201837D4-1704-4EC3-AE31-C4389CF43F07}" srcOrd="1" destOrd="0" presId="urn:microsoft.com/office/officeart/2005/8/layout/vList2"/>
    <dgm:cxn modelId="{86AA9828-3ABD-4A6A-93F6-C0CE058DA962}" type="presParOf" srcId="{0DCB0717-8DCB-4991-91DF-7C64C92960C3}" destId="{D9A850E5-7D6C-47B4-AD96-76ED57036A1C}" srcOrd="2" destOrd="0" presId="urn:microsoft.com/office/officeart/2005/8/layout/vList2"/>
    <dgm:cxn modelId="{B17908A8-6876-4A07-9C25-DFC3B816FB52}" type="presParOf" srcId="{0DCB0717-8DCB-4991-91DF-7C64C92960C3}" destId="{696C69D4-1F34-415C-801C-19FE18112AA6}" srcOrd="3" destOrd="0" presId="urn:microsoft.com/office/officeart/2005/8/layout/vList2"/>
    <dgm:cxn modelId="{D8E3AD55-4520-4057-9548-0D78EE84A118}" type="presParOf" srcId="{0DCB0717-8DCB-4991-91DF-7C64C92960C3}" destId="{0C1BCEEF-2D75-44DC-A559-BA33A77E412C}" srcOrd="4" destOrd="0" presId="urn:microsoft.com/office/officeart/2005/8/layout/vList2"/>
    <dgm:cxn modelId="{169BF579-2199-4C5E-9DC8-DF934C4C3DDB}" type="presParOf" srcId="{0DCB0717-8DCB-4991-91DF-7C64C92960C3}" destId="{8408640A-3A2B-4163-938A-A35D6DA77A90}" srcOrd="5" destOrd="0" presId="urn:microsoft.com/office/officeart/2005/8/layout/vList2"/>
    <dgm:cxn modelId="{DED7B158-BCC8-4DB6-B7CB-1233764D2A78}" type="presParOf" srcId="{0DCB0717-8DCB-4991-91DF-7C64C92960C3}" destId="{5661CBF6-AC38-40EF-9095-FEAE13CD0184}" srcOrd="6" destOrd="0" presId="urn:microsoft.com/office/officeart/2005/8/layout/vList2"/>
    <dgm:cxn modelId="{FCC74BAD-E61F-468F-9F52-157FC2BCEDE4}" type="presParOf" srcId="{0DCB0717-8DCB-4991-91DF-7C64C92960C3}" destId="{A2B11186-2E15-4D62-A598-0600C02E980C}" srcOrd="7" destOrd="0" presId="urn:microsoft.com/office/officeart/2005/8/layout/vList2"/>
    <dgm:cxn modelId="{DE992D81-AE48-4620-A8ED-10B6C9A66A47}" type="presParOf" srcId="{0DCB0717-8DCB-4991-91DF-7C64C92960C3}" destId="{A2845340-E879-42FB-9B74-C154EE81F11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E76621-7398-4FD3-9BF9-42084CD20E46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ru-RU"/>
        </a:p>
      </dgm:t>
    </dgm:pt>
    <dgm:pt modelId="{77388132-CAFF-4C6B-9F28-23F533C693E1}">
      <dgm:prSet/>
      <dgm:spPr/>
      <dgm:t>
        <a:bodyPr/>
        <a:lstStyle/>
        <a:p>
          <a:r>
            <a:rPr lang="ru-RU"/>
            <a:t>1) приоритет прав и свобод человека и гражданина;</a:t>
          </a:r>
        </a:p>
      </dgm:t>
    </dgm:pt>
    <dgm:pt modelId="{6F713943-990D-4B62-B454-4D5924A69861}" type="parTrans" cxnId="{D361C862-656E-461F-AF65-EF128D2AF5AC}">
      <dgm:prSet/>
      <dgm:spPr/>
      <dgm:t>
        <a:bodyPr/>
        <a:lstStyle/>
        <a:p>
          <a:endParaRPr lang="ru-RU"/>
        </a:p>
      </dgm:t>
    </dgm:pt>
    <dgm:pt modelId="{4970DF15-BE0A-4744-A9AB-20C67DC7A4E3}" type="sibTrans" cxnId="{D361C862-656E-461F-AF65-EF128D2AF5AC}">
      <dgm:prSet/>
      <dgm:spPr/>
      <dgm:t>
        <a:bodyPr/>
        <a:lstStyle/>
        <a:p>
          <a:endParaRPr lang="ru-RU"/>
        </a:p>
      </dgm:t>
    </dgm:pt>
    <dgm:pt modelId="{91ADCF9F-1170-4CA2-81D7-9B8A60CDA761}">
      <dgm:prSet/>
      <dgm:spPr/>
      <dgm:t>
        <a:bodyPr/>
        <a:lstStyle/>
        <a:p>
          <a:r>
            <a:rPr lang="ru-RU" dirty="0"/>
            <a:t>2) равный доступ граждан, владеющих государственным языком РФ, к муниципальной службе и равные условия ее прохождения независимо от пола, расы, национальности, происхождения, имущественного и должностного положения, места жительства, отношения к религии, убеждений, принадлежности к общественным объединениям, а также от других обстоятельств, не связанных с профессиональными и деловыми качествами муниципального служащего;</a:t>
          </a:r>
        </a:p>
      </dgm:t>
    </dgm:pt>
    <dgm:pt modelId="{A9090034-AA90-46F7-8239-478D94F3F0DB}" type="parTrans" cxnId="{F093C122-AB44-4F9E-B198-40B15AE2E9CE}">
      <dgm:prSet/>
      <dgm:spPr/>
      <dgm:t>
        <a:bodyPr/>
        <a:lstStyle/>
        <a:p>
          <a:endParaRPr lang="ru-RU"/>
        </a:p>
      </dgm:t>
    </dgm:pt>
    <dgm:pt modelId="{9D8CFBF8-B094-4C4D-A68C-A3AB0D8E818D}" type="sibTrans" cxnId="{F093C122-AB44-4F9E-B198-40B15AE2E9CE}">
      <dgm:prSet/>
      <dgm:spPr/>
      <dgm:t>
        <a:bodyPr/>
        <a:lstStyle/>
        <a:p>
          <a:endParaRPr lang="ru-RU"/>
        </a:p>
      </dgm:t>
    </dgm:pt>
    <dgm:pt modelId="{369FC4E5-41D2-42F5-9B54-FAB62B0C40AE}">
      <dgm:prSet/>
      <dgm:spPr/>
      <dgm:t>
        <a:bodyPr/>
        <a:lstStyle/>
        <a:p>
          <a:r>
            <a:rPr lang="ru-RU"/>
            <a:t>3) профессионализм и компетентность муниципальных служащих;</a:t>
          </a:r>
        </a:p>
      </dgm:t>
    </dgm:pt>
    <dgm:pt modelId="{861EE045-AB95-42C6-9357-3C0D04CF0433}" type="parTrans" cxnId="{91B7B8F1-4183-4CE6-A49F-3DC03B806545}">
      <dgm:prSet/>
      <dgm:spPr/>
      <dgm:t>
        <a:bodyPr/>
        <a:lstStyle/>
        <a:p>
          <a:endParaRPr lang="ru-RU"/>
        </a:p>
      </dgm:t>
    </dgm:pt>
    <dgm:pt modelId="{EB458E6A-D02B-4CF4-B19C-F2022B772E0F}" type="sibTrans" cxnId="{91B7B8F1-4183-4CE6-A49F-3DC03B806545}">
      <dgm:prSet/>
      <dgm:spPr/>
      <dgm:t>
        <a:bodyPr/>
        <a:lstStyle/>
        <a:p>
          <a:endParaRPr lang="ru-RU"/>
        </a:p>
      </dgm:t>
    </dgm:pt>
    <dgm:pt modelId="{382F1BC4-AA59-4331-A5FC-56CC59D8143C}">
      <dgm:prSet/>
      <dgm:spPr/>
      <dgm:t>
        <a:bodyPr/>
        <a:lstStyle/>
        <a:p>
          <a:r>
            <a:rPr lang="ru-RU"/>
            <a:t>4) стабильность муниципальной службы;</a:t>
          </a:r>
        </a:p>
      </dgm:t>
    </dgm:pt>
    <dgm:pt modelId="{DDF96DDF-6729-427F-9E79-9B9DA1ABE05D}" type="parTrans" cxnId="{79868E51-AC4F-4E58-8D3D-4BC70B58DFE7}">
      <dgm:prSet/>
      <dgm:spPr/>
      <dgm:t>
        <a:bodyPr/>
        <a:lstStyle/>
        <a:p>
          <a:endParaRPr lang="ru-RU"/>
        </a:p>
      </dgm:t>
    </dgm:pt>
    <dgm:pt modelId="{BF839651-EAB5-441B-83A0-D5AAD8C73A86}" type="sibTrans" cxnId="{79868E51-AC4F-4E58-8D3D-4BC70B58DFE7}">
      <dgm:prSet/>
      <dgm:spPr/>
      <dgm:t>
        <a:bodyPr/>
        <a:lstStyle/>
        <a:p>
          <a:endParaRPr lang="ru-RU"/>
        </a:p>
      </dgm:t>
    </dgm:pt>
    <dgm:pt modelId="{34208F3A-60CB-42C3-A2CF-046D64126751}">
      <dgm:prSet/>
      <dgm:spPr/>
      <dgm:t>
        <a:bodyPr/>
        <a:lstStyle/>
        <a:p>
          <a:r>
            <a:rPr lang="ru-RU" dirty="0"/>
            <a:t>5) доступность информации о деятельности муниципальных служащих;</a:t>
          </a:r>
        </a:p>
      </dgm:t>
    </dgm:pt>
    <dgm:pt modelId="{E39B2723-2956-4B21-B2D9-C1CFCF5EB181}" type="sibTrans" cxnId="{E2BBFDBF-2A6E-4A6B-A41E-B70F60F068A7}">
      <dgm:prSet/>
      <dgm:spPr/>
      <dgm:t>
        <a:bodyPr/>
        <a:lstStyle/>
        <a:p>
          <a:endParaRPr lang="ru-RU"/>
        </a:p>
      </dgm:t>
    </dgm:pt>
    <dgm:pt modelId="{E1CD88E1-7FE2-4A2A-8AF1-49585C6A610A}" type="parTrans" cxnId="{E2BBFDBF-2A6E-4A6B-A41E-B70F60F068A7}">
      <dgm:prSet/>
      <dgm:spPr/>
      <dgm:t>
        <a:bodyPr/>
        <a:lstStyle/>
        <a:p>
          <a:endParaRPr lang="ru-RU"/>
        </a:p>
      </dgm:t>
    </dgm:pt>
    <dgm:pt modelId="{D84A0194-CF7D-49B2-83A6-D558896B96D2}" type="pres">
      <dgm:prSet presAssocID="{D8E76621-7398-4FD3-9BF9-42084CD20E46}" presName="linear" presStyleCnt="0">
        <dgm:presLayoutVars>
          <dgm:animLvl val="lvl"/>
          <dgm:resizeHandles val="exact"/>
        </dgm:presLayoutVars>
      </dgm:prSet>
      <dgm:spPr/>
    </dgm:pt>
    <dgm:pt modelId="{0A36376C-9C0E-42CA-BDAA-FFC6AE6DA957}" type="pres">
      <dgm:prSet presAssocID="{77388132-CAFF-4C6B-9F28-23F533C693E1}" presName="parentText" presStyleLbl="node1" presStyleIdx="0" presStyleCnt="5" custScaleY="28967">
        <dgm:presLayoutVars>
          <dgm:chMax val="0"/>
          <dgm:bulletEnabled val="1"/>
        </dgm:presLayoutVars>
      </dgm:prSet>
      <dgm:spPr/>
    </dgm:pt>
    <dgm:pt modelId="{B4E7D584-4B6E-4A6E-A6C5-AB1830F5BF1C}" type="pres">
      <dgm:prSet presAssocID="{4970DF15-BE0A-4744-A9AB-20C67DC7A4E3}" presName="spacer" presStyleCnt="0"/>
      <dgm:spPr/>
    </dgm:pt>
    <dgm:pt modelId="{C435D884-895F-4B3E-A428-54CE6B6619E6}" type="pres">
      <dgm:prSet presAssocID="{91ADCF9F-1170-4CA2-81D7-9B8A60CDA76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B9B03FB-22A0-4F11-8F3F-5C911C442257}" type="pres">
      <dgm:prSet presAssocID="{9D8CFBF8-B094-4C4D-A68C-A3AB0D8E818D}" presName="spacer" presStyleCnt="0"/>
      <dgm:spPr/>
    </dgm:pt>
    <dgm:pt modelId="{F1D28A16-2ED3-4ACE-A987-EBAD0DA98386}" type="pres">
      <dgm:prSet presAssocID="{369FC4E5-41D2-42F5-9B54-FAB62B0C40AE}" presName="parentText" presStyleLbl="node1" presStyleIdx="2" presStyleCnt="5" custScaleY="28967">
        <dgm:presLayoutVars>
          <dgm:chMax val="0"/>
          <dgm:bulletEnabled val="1"/>
        </dgm:presLayoutVars>
      </dgm:prSet>
      <dgm:spPr/>
    </dgm:pt>
    <dgm:pt modelId="{F114EB62-6084-4724-BA37-E9C2D3354166}" type="pres">
      <dgm:prSet presAssocID="{EB458E6A-D02B-4CF4-B19C-F2022B772E0F}" presName="spacer" presStyleCnt="0"/>
      <dgm:spPr/>
    </dgm:pt>
    <dgm:pt modelId="{48C4D5FD-D375-4833-99BF-F2E8109A5089}" type="pres">
      <dgm:prSet presAssocID="{382F1BC4-AA59-4331-A5FC-56CC59D8143C}" presName="parentText" presStyleLbl="node1" presStyleIdx="3" presStyleCnt="5" custScaleY="28967">
        <dgm:presLayoutVars>
          <dgm:chMax val="0"/>
          <dgm:bulletEnabled val="1"/>
        </dgm:presLayoutVars>
      </dgm:prSet>
      <dgm:spPr/>
    </dgm:pt>
    <dgm:pt modelId="{9812D274-48C0-4DA3-89B9-1FB282713EF5}" type="pres">
      <dgm:prSet presAssocID="{BF839651-EAB5-441B-83A0-D5AAD8C73A86}" presName="spacer" presStyleCnt="0"/>
      <dgm:spPr/>
    </dgm:pt>
    <dgm:pt modelId="{54374DD8-5AA3-4EED-9AA7-3D75BB8A1B8C}" type="pres">
      <dgm:prSet presAssocID="{34208F3A-60CB-42C3-A2CF-046D64126751}" presName="parentText" presStyleLbl="node1" presStyleIdx="4" presStyleCnt="5" custScaleY="28967">
        <dgm:presLayoutVars>
          <dgm:chMax val="0"/>
          <dgm:bulletEnabled val="1"/>
        </dgm:presLayoutVars>
      </dgm:prSet>
      <dgm:spPr/>
    </dgm:pt>
  </dgm:ptLst>
  <dgm:cxnLst>
    <dgm:cxn modelId="{F093C122-AB44-4F9E-B198-40B15AE2E9CE}" srcId="{D8E76621-7398-4FD3-9BF9-42084CD20E46}" destId="{91ADCF9F-1170-4CA2-81D7-9B8A60CDA761}" srcOrd="1" destOrd="0" parTransId="{A9090034-AA90-46F7-8239-478D94F3F0DB}" sibTransId="{9D8CFBF8-B094-4C4D-A68C-A3AB0D8E818D}"/>
    <dgm:cxn modelId="{7E6BF528-9739-4501-B1C2-D0062E721640}" type="presOf" srcId="{34208F3A-60CB-42C3-A2CF-046D64126751}" destId="{54374DD8-5AA3-4EED-9AA7-3D75BB8A1B8C}" srcOrd="0" destOrd="0" presId="urn:microsoft.com/office/officeart/2005/8/layout/vList2"/>
    <dgm:cxn modelId="{D361C862-656E-461F-AF65-EF128D2AF5AC}" srcId="{D8E76621-7398-4FD3-9BF9-42084CD20E46}" destId="{77388132-CAFF-4C6B-9F28-23F533C693E1}" srcOrd="0" destOrd="0" parTransId="{6F713943-990D-4B62-B454-4D5924A69861}" sibTransId="{4970DF15-BE0A-4744-A9AB-20C67DC7A4E3}"/>
    <dgm:cxn modelId="{81377C6A-2FB9-4B52-8C51-E5EEB976FE8D}" type="presOf" srcId="{77388132-CAFF-4C6B-9F28-23F533C693E1}" destId="{0A36376C-9C0E-42CA-BDAA-FFC6AE6DA957}" srcOrd="0" destOrd="0" presId="urn:microsoft.com/office/officeart/2005/8/layout/vList2"/>
    <dgm:cxn modelId="{79868E51-AC4F-4E58-8D3D-4BC70B58DFE7}" srcId="{D8E76621-7398-4FD3-9BF9-42084CD20E46}" destId="{382F1BC4-AA59-4331-A5FC-56CC59D8143C}" srcOrd="3" destOrd="0" parTransId="{DDF96DDF-6729-427F-9E79-9B9DA1ABE05D}" sibTransId="{BF839651-EAB5-441B-83A0-D5AAD8C73A86}"/>
    <dgm:cxn modelId="{77BAA9B2-A07D-41D5-BBF0-FFCE1C634C80}" type="presOf" srcId="{369FC4E5-41D2-42F5-9B54-FAB62B0C40AE}" destId="{F1D28A16-2ED3-4ACE-A987-EBAD0DA98386}" srcOrd="0" destOrd="0" presId="urn:microsoft.com/office/officeart/2005/8/layout/vList2"/>
    <dgm:cxn modelId="{AD126BB5-A6AC-49AC-957F-CBAFAD6A9DC6}" type="presOf" srcId="{382F1BC4-AA59-4331-A5FC-56CC59D8143C}" destId="{48C4D5FD-D375-4833-99BF-F2E8109A5089}" srcOrd="0" destOrd="0" presId="urn:microsoft.com/office/officeart/2005/8/layout/vList2"/>
    <dgm:cxn modelId="{1AD6F0B5-A765-4986-AF80-445213AAACD8}" type="presOf" srcId="{D8E76621-7398-4FD3-9BF9-42084CD20E46}" destId="{D84A0194-CF7D-49B2-83A6-D558896B96D2}" srcOrd="0" destOrd="0" presId="urn:microsoft.com/office/officeart/2005/8/layout/vList2"/>
    <dgm:cxn modelId="{E2BBFDBF-2A6E-4A6B-A41E-B70F60F068A7}" srcId="{D8E76621-7398-4FD3-9BF9-42084CD20E46}" destId="{34208F3A-60CB-42C3-A2CF-046D64126751}" srcOrd="4" destOrd="0" parTransId="{E1CD88E1-7FE2-4A2A-8AF1-49585C6A610A}" sibTransId="{E39B2723-2956-4B21-B2D9-C1CFCF5EB181}"/>
    <dgm:cxn modelId="{91B7B8F1-4183-4CE6-A49F-3DC03B806545}" srcId="{D8E76621-7398-4FD3-9BF9-42084CD20E46}" destId="{369FC4E5-41D2-42F5-9B54-FAB62B0C40AE}" srcOrd="2" destOrd="0" parTransId="{861EE045-AB95-42C6-9357-3C0D04CF0433}" sibTransId="{EB458E6A-D02B-4CF4-B19C-F2022B772E0F}"/>
    <dgm:cxn modelId="{056F27FB-CA3C-4AB5-87DC-7EDF493319AB}" type="presOf" srcId="{91ADCF9F-1170-4CA2-81D7-9B8A60CDA761}" destId="{C435D884-895F-4B3E-A428-54CE6B6619E6}" srcOrd="0" destOrd="0" presId="urn:microsoft.com/office/officeart/2005/8/layout/vList2"/>
    <dgm:cxn modelId="{219FBF19-D8A5-4BE3-B871-700FBC76EB1C}" type="presParOf" srcId="{D84A0194-CF7D-49B2-83A6-D558896B96D2}" destId="{0A36376C-9C0E-42CA-BDAA-FFC6AE6DA957}" srcOrd="0" destOrd="0" presId="urn:microsoft.com/office/officeart/2005/8/layout/vList2"/>
    <dgm:cxn modelId="{70B34155-113C-4108-B9F2-FF090439B849}" type="presParOf" srcId="{D84A0194-CF7D-49B2-83A6-D558896B96D2}" destId="{B4E7D584-4B6E-4A6E-A6C5-AB1830F5BF1C}" srcOrd="1" destOrd="0" presId="urn:microsoft.com/office/officeart/2005/8/layout/vList2"/>
    <dgm:cxn modelId="{3301BAFF-F4E3-4312-ABBE-323763CEF087}" type="presParOf" srcId="{D84A0194-CF7D-49B2-83A6-D558896B96D2}" destId="{C435D884-895F-4B3E-A428-54CE6B6619E6}" srcOrd="2" destOrd="0" presId="urn:microsoft.com/office/officeart/2005/8/layout/vList2"/>
    <dgm:cxn modelId="{6F1FD4FB-0B77-4E0A-B98B-515EEA166714}" type="presParOf" srcId="{D84A0194-CF7D-49B2-83A6-D558896B96D2}" destId="{5B9B03FB-22A0-4F11-8F3F-5C911C442257}" srcOrd="3" destOrd="0" presId="urn:microsoft.com/office/officeart/2005/8/layout/vList2"/>
    <dgm:cxn modelId="{9E3EE47B-2157-4CF5-9BFF-121A8158503A}" type="presParOf" srcId="{D84A0194-CF7D-49B2-83A6-D558896B96D2}" destId="{F1D28A16-2ED3-4ACE-A987-EBAD0DA98386}" srcOrd="4" destOrd="0" presId="urn:microsoft.com/office/officeart/2005/8/layout/vList2"/>
    <dgm:cxn modelId="{DF588D3D-3B79-45DF-903B-5D3D1CECA687}" type="presParOf" srcId="{D84A0194-CF7D-49B2-83A6-D558896B96D2}" destId="{F114EB62-6084-4724-BA37-E9C2D3354166}" srcOrd="5" destOrd="0" presId="urn:microsoft.com/office/officeart/2005/8/layout/vList2"/>
    <dgm:cxn modelId="{9D9B6C00-F090-4262-AC7F-03EF93EA4427}" type="presParOf" srcId="{D84A0194-CF7D-49B2-83A6-D558896B96D2}" destId="{48C4D5FD-D375-4833-99BF-F2E8109A5089}" srcOrd="6" destOrd="0" presId="urn:microsoft.com/office/officeart/2005/8/layout/vList2"/>
    <dgm:cxn modelId="{7EF48825-5D28-42D3-BA83-59DADC1CA285}" type="presParOf" srcId="{D84A0194-CF7D-49B2-83A6-D558896B96D2}" destId="{9812D274-48C0-4DA3-89B9-1FB282713EF5}" srcOrd="7" destOrd="0" presId="urn:microsoft.com/office/officeart/2005/8/layout/vList2"/>
    <dgm:cxn modelId="{03ED34D7-BD22-4184-A868-A22311ED3255}" type="presParOf" srcId="{D84A0194-CF7D-49B2-83A6-D558896B96D2}" destId="{54374DD8-5AA3-4EED-9AA7-3D75BB8A1B8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8E76621-7398-4FD3-9BF9-42084CD20E46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ru-RU"/>
        </a:p>
      </dgm:t>
    </dgm:pt>
    <dgm:pt modelId="{17D43E94-59AB-4BB3-832A-224DC91F06B4}">
      <dgm:prSet/>
      <dgm:spPr/>
      <dgm:t>
        <a:bodyPr/>
        <a:lstStyle/>
        <a:p>
          <a:r>
            <a:rPr lang="ru-RU"/>
            <a:t>6) взаимодействие с общественными объединениями и гражданами;</a:t>
          </a:r>
        </a:p>
      </dgm:t>
    </dgm:pt>
    <dgm:pt modelId="{6469B37E-875D-48BE-B1D7-AA4C18F2C830}" type="sibTrans" cxnId="{EAD7C8D3-2E93-4D38-B03B-8FAAE65D43AF}">
      <dgm:prSet/>
      <dgm:spPr/>
      <dgm:t>
        <a:bodyPr/>
        <a:lstStyle/>
        <a:p>
          <a:endParaRPr lang="ru-RU"/>
        </a:p>
      </dgm:t>
    </dgm:pt>
    <dgm:pt modelId="{D74918B2-BAA8-4A15-AB22-93C5CDA55BBE}" type="parTrans" cxnId="{EAD7C8D3-2E93-4D38-B03B-8FAAE65D43AF}">
      <dgm:prSet/>
      <dgm:spPr/>
      <dgm:t>
        <a:bodyPr/>
        <a:lstStyle/>
        <a:p>
          <a:endParaRPr lang="ru-RU"/>
        </a:p>
      </dgm:t>
    </dgm:pt>
    <dgm:pt modelId="{D62A5603-AE72-4B47-829D-D367FEDB396F}">
      <dgm:prSet/>
      <dgm:spPr/>
      <dgm:t>
        <a:bodyPr/>
        <a:lstStyle/>
        <a:p>
          <a:r>
            <a:rPr lang="ru-RU"/>
            <a:t>7) единство основных требований к муниципальной службе, а также учет исторических и иных местных традиций при прохождении муниципальной службы;</a:t>
          </a:r>
        </a:p>
      </dgm:t>
    </dgm:pt>
    <dgm:pt modelId="{1607F1D7-0A41-4DFD-8A88-EEB83F3669A4}" type="sibTrans" cxnId="{97BF28E0-57F6-4D88-B93D-72CC474EF49C}">
      <dgm:prSet/>
      <dgm:spPr/>
      <dgm:t>
        <a:bodyPr/>
        <a:lstStyle/>
        <a:p>
          <a:endParaRPr lang="ru-RU"/>
        </a:p>
      </dgm:t>
    </dgm:pt>
    <dgm:pt modelId="{E00A5F43-D892-41E9-B9DB-E5B5A5D1955A}" type="parTrans" cxnId="{97BF28E0-57F6-4D88-B93D-72CC474EF49C}">
      <dgm:prSet/>
      <dgm:spPr/>
      <dgm:t>
        <a:bodyPr/>
        <a:lstStyle/>
        <a:p>
          <a:endParaRPr lang="ru-RU"/>
        </a:p>
      </dgm:t>
    </dgm:pt>
    <dgm:pt modelId="{E173DC43-06FD-4F44-98A3-FD2010370F6B}">
      <dgm:prSet/>
      <dgm:spPr/>
      <dgm:t>
        <a:bodyPr/>
        <a:lstStyle/>
        <a:p>
          <a:r>
            <a:rPr lang="ru-RU"/>
            <a:t>8) правовая и социальная защищенность муниципальных служащих;</a:t>
          </a:r>
        </a:p>
      </dgm:t>
    </dgm:pt>
    <dgm:pt modelId="{8C59A07F-60CE-4CBC-AE91-F9BA4E6BB092}" type="sibTrans" cxnId="{58DF18B0-634B-4A38-BEAE-B3BFA8D35932}">
      <dgm:prSet/>
      <dgm:spPr/>
      <dgm:t>
        <a:bodyPr/>
        <a:lstStyle/>
        <a:p>
          <a:endParaRPr lang="ru-RU"/>
        </a:p>
      </dgm:t>
    </dgm:pt>
    <dgm:pt modelId="{E3B43147-14CB-464B-840D-292F742A1A49}" type="parTrans" cxnId="{58DF18B0-634B-4A38-BEAE-B3BFA8D35932}">
      <dgm:prSet/>
      <dgm:spPr/>
      <dgm:t>
        <a:bodyPr/>
        <a:lstStyle/>
        <a:p>
          <a:endParaRPr lang="ru-RU"/>
        </a:p>
      </dgm:t>
    </dgm:pt>
    <dgm:pt modelId="{652E65F2-2BAB-47BC-ACA6-20BCA6AC05C3}">
      <dgm:prSet/>
      <dgm:spPr/>
      <dgm:t>
        <a:bodyPr/>
        <a:lstStyle/>
        <a:p>
          <a:r>
            <a:rPr lang="ru-RU" dirty="0"/>
            <a:t>9) ответственность муниципальных служащих за неисполнение или ненадлежащее исполнение своих должностных обязанностей;</a:t>
          </a:r>
        </a:p>
      </dgm:t>
    </dgm:pt>
    <dgm:pt modelId="{75125503-D833-4A33-AB4B-DFB707A4BA1C}" type="sibTrans" cxnId="{7BCD158F-CC3B-411C-9BEE-BC59B788B3C0}">
      <dgm:prSet/>
      <dgm:spPr/>
      <dgm:t>
        <a:bodyPr/>
        <a:lstStyle/>
        <a:p>
          <a:endParaRPr lang="ru-RU"/>
        </a:p>
      </dgm:t>
    </dgm:pt>
    <dgm:pt modelId="{CEF6BF48-B4EF-44F3-874D-500AB7BE6C98}" type="parTrans" cxnId="{7BCD158F-CC3B-411C-9BEE-BC59B788B3C0}">
      <dgm:prSet/>
      <dgm:spPr/>
      <dgm:t>
        <a:bodyPr/>
        <a:lstStyle/>
        <a:p>
          <a:endParaRPr lang="ru-RU"/>
        </a:p>
      </dgm:t>
    </dgm:pt>
    <dgm:pt modelId="{320492F2-2758-4039-835B-7B9C6CB432FA}">
      <dgm:prSet/>
      <dgm:spPr/>
      <dgm:t>
        <a:bodyPr/>
        <a:lstStyle/>
        <a:p>
          <a:r>
            <a:rPr lang="ru-RU"/>
            <a:t>10) внепартийность муниципальной службы.</a:t>
          </a:r>
        </a:p>
      </dgm:t>
    </dgm:pt>
    <dgm:pt modelId="{A4EA03E5-D15D-439B-9BF9-1CAC57061AE8}" type="sibTrans" cxnId="{CB03FEB0-BE73-4C66-8CD7-25D2AA0809E2}">
      <dgm:prSet/>
      <dgm:spPr/>
      <dgm:t>
        <a:bodyPr/>
        <a:lstStyle/>
        <a:p>
          <a:endParaRPr lang="ru-RU"/>
        </a:p>
      </dgm:t>
    </dgm:pt>
    <dgm:pt modelId="{C0405205-7A95-4475-9100-B8DB065B504A}" type="parTrans" cxnId="{CB03FEB0-BE73-4C66-8CD7-25D2AA0809E2}">
      <dgm:prSet/>
      <dgm:spPr/>
      <dgm:t>
        <a:bodyPr/>
        <a:lstStyle/>
        <a:p>
          <a:endParaRPr lang="ru-RU"/>
        </a:p>
      </dgm:t>
    </dgm:pt>
    <dgm:pt modelId="{D84A0194-CF7D-49B2-83A6-D558896B96D2}" type="pres">
      <dgm:prSet presAssocID="{D8E76621-7398-4FD3-9BF9-42084CD20E46}" presName="linear" presStyleCnt="0">
        <dgm:presLayoutVars>
          <dgm:animLvl val="lvl"/>
          <dgm:resizeHandles val="exact"/>
        </dgm:presLayoutVars>
      </dgm:prSet>
      <dgm:spPr/>
    </dgm:pt>
    <dgm:pt modelId="{BA85B9C1-E974-4170-8A31-EA5370C37E88}" type="pres">
      <dgm:prSet presAssocID="{17D43E94-59AB-4BB3-832A-224DC91F06B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7C5768-3388-4713-B692-C4C1599ABADA}" type="pres">
      <dgm:prSet presAssocID="{6469B37E-875D-48BE-B1D7-AA4C18F2C830}" presName="spacer" presStyleCnt="0"/>
      <dgm:spPr/>
    </dgm:pt>
    <dgm:pt modelId="{C3B42DDF-EA18-4999-9055-5B1E0D45841A}" type="pres">
      <dgm:prSet presAssocID="{D62A5603-AE72-4B47-829D-D367FEDB396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CFD1E69-2D9A-4FD9-A83D-537D0A526789}" type="pres">
      <dgm:prSet presAssocID="{1607F1D7-0A41-4DFD-8A88-EEB83F3669A4}" presName="spacer" presStyleCnt="0"/>
      <dgm:spPr/>
    </dgm:pt>
    <dgm:pt modelId="{29F6A2B2-F4C5-4E41-AE7E-0024641C5EB9}" type="pres">
      <dgm:prSet presAssocID="{E173DC43-06FD-4F44-98A3-FD2010370F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E9B857D-B176-4345-9053-E7D5AF4532E8}" type="pres">
      <dgm:prSet presAssocID="{8C59A07F-60CE-4CBC-AE91-F9BA4E6BB092}" presName="spacer" presStyleCnt="0"/>
      <dgm:spPr/>
    </dgm:pt>
    <dgm:pt modelId="{54B944F0-3CC7-4C4E-B3E4-48B6DA06B564}" type="pres">
      <dgm:prSet presAssocID="{652E65F2-2BAB-47BC-ACA6-20BCA6AC05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D0125BC-4472-4FBB-8273-52FC32330F2C}" type="pres">
      <dgm:prSet presAssocID="{75125503-D833-4A33-AB4B-DFB707A4BA1C}" presName="spacer" presStyleCnt="0"/>
      <dgm:spPr/>
    </dgm:pt>
    <dgm:pt modelId="{4943EA4F-34B0-4967-ADA6-0175EED525D2}" type="pres">
      <dgm:prSet presAssocID="{320492F2-2758-4039-835B-7B9C6CB432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E6AF432-4979-43FE-8389-F1B9E1E46800}" type="presOf" srcId="{320492F2-2758-4039-835B-7B9C6CB432FA}" destId="{4943EA4F-34B0-4967-ADA6-0175EED525D2}" srcOrd="0" destOrd="0" presId="urn:microsoft.com/office/officeart/2005/8/layout/vList2"/>
    <dgm:cxn modelId="{71E89C8B-0292-4589-A25B-756D325EDB7E}" type="presOf" srcId="{D62A5603-AE72-4B47-829D-D367FEDB396F}" destId="{C3B42DDF-EA18-4999-9055-5B1E0D45841A}" srcOrd="0" destOrd="0" presId="urn:microsoft.com/office/officeart/2005/8/layout/vList2"/>
    <dgm:cxn modelId="{D91C6E8C-54AE-4CB6-BF22-8870062F92E1}" type="presOf" srcId="{652E65F2-2BAB-47BC-ACA6-20BCA6AC05C3}" destId="{54B944F0-3CC7-4C4E-B3E4-48B6DA06B564}" srcOrd="0" destOrd="0" presId="urn:microsoft.com/office/officeart/2005/8/layout/vList2"/>
    <dgm:cxn modelId="{7BCD158F-CC3B-411C-9BEE-BC59B788B3C0}" srcId="{D8E76621-7398-4FD3-9BF9-42084CD20E46}" destId="{652E65F2-2BAB-47BC-ACA6-20BCA6AC05C3}" srcOrd="3" destOrd="0" parTransId="{CEF6BF48-B4EF-44F3-874D-500AB7BE6C98}" sibTransId="{75125503-D833-4A33-AB4B-DFB707A4BA1C}"/>
    <dgm:cxn modelId="{8BFC4A93-A86D-4BF7-868A-39C4E49BB503}" type="presOf" srcId="{E173DC43-06FD-4F44-98A3-FD2010370F6B}" destId="{29F6A2B2-F4C5-4E41-AE7E-0024641C5EB9}" srcOrd="0" destOrd="0" presId="urn:microsoft.com/office/officeart/2005/8/layout/vList2"/>
    <dgm:cxn modelId="{58DF18B0-634B-4A38-BEAE-B3BFA8D35932}" srcId="{D8E76621-7398-4FD3-9BF9-42084CD20E46}" destId="{E173DC43-06FD-4F44-98A3-FD2010370F6B}" srcOrd="2" destOrd="0" parTransId="{E3B43147-14CB-464B-840D-292F742A1A49}" sibTransId="{8C59A07F-60CE-4CBC-AE91-F9BA4E6BB092}"/>
    <dgm:cxn modelId="{CB03FEB0-BE73-4C66-8CD7-25D2AA0809E2}" srcId="{D8E76621-7398-4FD3-9BF9-42084CD20E46}" destId="{320492F2-2758-4039-835B-7B9C6CB432FA}" srcOrd="4" destOrd="0" parTransId="{C0405205-7A95-4475-9100-B8DB065B504A}" sibTransId="{A4EA03E5-D15D-439B-9BF9-1CAC57061AE8}"/>
    <dgm:cxn modelId="{1AD6F0B5-A765-4986-AF80-445213AAACD8}" type="presOf" srcId="{D8E76621-7398-4FD3-9BF9-42084CD20E46}" destId="{D84A0194-CF7D-49B2-83A6-D558896B96D2}" srcOrd="0" destOrd="0" presId="urn:microsoft.com/office/officeart/2005/8/layout/vList2"/>
    <dgm:cxn modelId="{EAD7C8D3-2E93-4D38-B03B-8FAAE65D43AF}" srcId="{D8E76621-7398-4FD3-9BF9-42084CD20E46}" destId="{17D43E94-59AB-4BB3-832A-224DC91F06B4}" srcOrd="0" destOrd="0" parTransId="{D74918B2-BAA8-4A15-AB22-93C5CDA55BBE}" sibTransId="{6469B37E-875D-48BE-B1D7-AA4C18F2C830}"/>
    <dgm:cxn modelId="{C58651DF-6271-445E-91EC-35EE718670C2}" type="presOf" srcId="{17D43E94-59AB-4BB3-832A-224DC91F06B4}" destId="{BA85B9C1-E974-4170-8A31-EA5370C37E88}" srcOrd="0" destOrd="0" presId="urn:microsoft.com/office/officeart/2005/8/layout/vList2"/>
    <dgm:cxn modelId="{97BF28E0-57F6-4D88-B93D-72CC474EF49C}" srcId="{D8E76621-7398-4FD3-9BF9-42084CD20E46}" destId="{D62A5603-AE72-4B47-829D-D367FEDB396F}" srcOrd="1" destOrd="0" parTransId="{E00A5F43-D892-41E9-B9DB-E5B5A5D1955A}" sibTransId="{1607F1D7-0A41-4DFD-8A88-EEB83F3669A4}"/>
    <dgm:cxn modelId="{52AC2868-2220-4432-A2B9-DB882EDEE3D0}" type="presParOf" srcId="{D84A0194-CF7D-49B2-83A6-D558896B96D2}" destId="{BA85B9C1-E974-4170-8A31-EA5370C37E88}" srcOrd="0" destOrd="0" presId="urn:microsoft.com/office/officeart/2005/8/layout/vList2"/>
    <dgm:cxn modelId="{4DA16C37-1AF0-40EC-A22F-939E9AC82218}" type="presParOf" srcId="{D84A0194-CF7D-49B2-83A6-D558896B96D2}" destId="{847C5768-3388-4713-B692-C4C1599ABADA}" srcOrd="1" destOrd="0" presId="urn:microsoft.com/office/officeart/2005/8/layout/vList2"/>
    <dgm:cxn modelId="{7AAFF9F7-B0FA-4BBB-B532-1E84132A7882}" type="presParOf" srcId="{D84A0194-CF7D-49B2-83A6-D558896B96D2}" destId="{C3B42DDF-EA18-4999-9055-5B1E0D45841A}" srcOrd="2" destOrd="0" presId="urn:microsoft.com/office/officeart/2005/8/layout/vList2"/>
    <dgm:cxn modelId="{DFB9D243-0818-4BBF-8D52-E95A92014AE8}" type="presParOf" srcId="{D84A0194-CF7D-49B2-83A6-D558896B96D2}" destId="{3CFD1E69-2D9A-4FD9-A83D-537D0A526789}" srcOrd="3" destOrd="0" presId="urn:microsoft.com/office/officeart/2005/8/layout/vList2"/>
    <dgm:cxn modelId="{5B0397B6-8235-47EE-A0AD-4B3C27E817DF}" type="presParOf" srcId="{D84A0194-CF7D-49B2-83A6-D558896B96D2}" destId="{29F6A2B2-F4C5-4E41-AE7E-0024641C5EB9}" srcOrd="4" destOrd="0" presId="urn:microsoft.com/office/officeart/2005/8/layout/vList2"/>
    <dgm:cxn modelId="{778BC417-609F-4A19-854E-33776FD613A3}" type="presParOf" srcId="{D84A0194-CF7D-49B2-83A6-D558896B96D2}" destId="{6E9B857D-B176-4345-9053-E7D5AF4532E8}" srcOrd="5" destOrd="0" presId="urn:microsoft.com/office/officeart/2005/8/layout/vList2"/>
    <dgm:cxn modelId="{E756AA62-FEB5-4F67-B52C-7287015C4F50}" type="presParOf" srcId="{D84A0194-CF7D-49B2-83A6-D558896B96D2}" destId="{54B944F0-3CC7-4C4E-B3E4-48B6DA06B564}" srcOrd="6" destOrd="0" presId="urn:microsoft.com/office/officeart/2005/8/layout/vList2"/>
    <dgm:cxn modelId="{B552B7B5-F4D2-45A5-9CB0-6F36B46BFC45}" type="presParOf" srcId="{D84A0194-CF7D-49B2-83A6-D558896B96D2}" destId="{FD0125BC-4472-4FBB-8273-52FC32330F2C}" srcOrd="7" destOrd="0" presId="urn:microsoft.com/office/officeart/2005/8/layout/vList2"/>
    <dgm:cxn modelId="{B7C1D624-196F-4322-A87A-33DDBFAE36C3}" type="presParOf" srcId="{D84A0194-CF7D-49B2-83A6-D558896B96D2}" destId="{4943EA4F-34B0-4967-ADA6-0175EED525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A59A21A-EAFD-4C9D-81F6-49E4E37822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6809B04-12D6-4511-A122-7D0E5A09DE20}">
      <dgm:prSet/>
      <dgm:spPr/>
      <dgm:t>
        <a:bodyPr/>
        <a:lstStyle/>
        <a:p>
          <a:r>
            <a:rPr lang="ru-RU" dirty="0"/>
            <a:t>1) обеспечение надлежащих </a:t>
          </a:r>
          <a:r>
            <a:rPr lang="ru-RU" b="1" dirty="0"/>
            <a:t>организационно-технических условий</a:t>
          </a:r>
          <a:r>
            <a:rPr lang="ru-RU" dirty="0"/>
            <a:t>, необходимых для исполнения должностных обязанностей;</a:t>
          </a:r>
        </a:p>
      </dgm:t>
    </dgm:pt>
    <dgm:pt modelId="{B1B829DD-BF29-4E46-90A0-FBF8CB510B9D}" type="parTrans" cxnId="{5EC384F5-F729-4B55-9088-E0C38DD24819}">
      <dgm:prSet/>
      <dgm:spPr/>
      <dgm:t>
        <a:bodyPr/>
        <a:lstStyle/>
        <a:p>
          <a:endParaRPr lang="ru-RU"/>
        </a:p>
      </dgm:t>
    </dgm:pt>
    <dgm:pt modelId="{650C53BD-9663-4E0F-96B9-CD4288B7EFEE}" type="sibTrans" cxnId="{5EC384F5-F729-4B55-9088-E0C38DD24819}">
      <dgm:prSet/>
      <dgm:spPr/>
      <dgm:t>
        <a:bodyPr/>
        <a:lstStyle/>
        <a:p>
          <a:endParaRPr lang="ru-RU"/>
        </a:p>
      </dgm:t>
    </dgm:pt>
    <dgm:pt modelId="{755C44CB-242C-4334-A4EE-D72E35D97558}">
      <dgm:prSet/>
      <dgm:spPr/>
      <dgm:t>
        <a:bodyPr/>
        <a:lstStyle/>
        <a:p>
          <a:r>
            <a:rPr lang="ru-RU" dirty="0"/>
            <a:t>2) ознакомление с </a:t>
          </a:r>
          <a:r>
            <a:rPr lang="ru-RU" b="1" dirty="0"/>
            <a:t>должностным регламентом </a:t>
          </a:r>
          <a:r>
            <a:rPr lang="ru-RU" dirty="0"/>
            <a:t>и иными документами, определяющими его права и обязанности по замещаемой должности гражданской службы, критериями оценки эффективности исполнения должностных обязанностей, показателями результативности профессиональной служебной деятельности и условиями должностного роста;</a:t>
          </a:r>
        </a:p>
      </dgm:t>
    </dgm:pt>
    <dgm:pt modelId="{8B27F5D5-A77A-4E35-941A-675B974F6249}" type="parTrans" cxnId="{54537C34-91A2-4C77-B8D3-33A88F65DD84}">
      <dgm:prSet/>
      <dgm:spPr/>
      <dgm:t>
        <a:bodyPr/>
        <a:lstStyle/>
        <a:p>
          <a:endParaRPr lang="ru-RU"/>
        </a:p>
      </dgm:t>
    </dgm:pt>
    <dgm:pt modelId="{9F842ADA-1ABB-459E-8434-3EEEA88D343C}" type="sibTrans" cxnId="{54537C34-91A2-4C77-B8D3-33A88F65DD84}">
      <dgm:prSet/>
      <dgm:spPr/>
      <dgm:t>
        <a:bodyPr/>
        <a:lstStyle/>
        <a:p>
          <a:endParaRPr lang="ru-RU"/>
        </a:p>
      </dgm:t>
    </dgm:pt>
    <dgm:pt modelId="{174B6086-595E-47A8-B4EC-06CF0066C325}">
      <dgm:prSet/>
      <dgm:spPr/>
      <dgm:t>
        <a:bodyPr/>
        <a:lstStyle/>
        <a:p>
          <a:r>
            <a:rPr lang="ru-RU" dirty="0"/>
            <a:t>3) </a:t>
          </a:r>
          <a:r>
            <a:rPr lang="ru-RU" b="1" dirty="0"/>
            <a:t>отдых</a:t>
          </a:r>
          <a:r>
            <a:rPr lang="ru-RU" dirty="0"/>
            <a:t>, обеспечиваемый установлением нормальной продолжительности служебного времени, предоставлением выходных дней и нерабочих праздничных дней, а также ежегодных оплачиваемых основного и дополнительных отпусков;</a:t>
          </a:r>
        </a:p>
      </dgm:t>
    </dgm:pt>
    <dgm:pt modelId="{0516C76E-4478-499A-8B0F-863FDB386DCC}" type="parTrans" cxnId="{2FC9B1AE-028B-471F-B098-36C4BF040861}">
      <dgm:prSet/>
      <dgm:spPr/>
      <dgm:t>
        <a:bodyPr/>
        <a:lstStyle/>
        <a:p>
          <a:endParaRPr lang="ru-RU"/>
        </a:p>
      </dgm:t>
    </dgm:pt>
    <dgm:pt modelId="{807076E2-3CC2-471B-846C-11F95D84F4D5}" type="sibTrans" cxnId="{2FC9B1AE-028B-471F-B098-36C4BF040861}">
      <dgm:prSet/>
      <dgm:spPr/>
      <dgm:t>
        <a:bodyPr/>
        <a:lstStyle/>
        <a:p>
          <a:endParaRPr lang="ru-RU"/>
        </a:p>
      </dgm:t>
    </dgm:pt>
    <dgm:pt modelId="{34F5A5B2-A2EE-4F68-B9DB-EF259AB1DAFE}">
      <dgm:prSet/>
      <dgm:spPr/>
      <dgm:t>
        <a:bodyPr/>
        <a:lstStyle/>
        <a:p>
          <a:r>
            <a:rPr lang="ru-RU" dirty="0"/>
            <a:t>4) </a:t>
          </a:r>
          <a:r>
            <a:rPr lang="ru-RU" b="1" dirty="0"/>
            <a:t>оплату труда и другие выплаты </a:t>
          </a:r>
          <a:r>
            <a:rPr lang="ru-RU" dirty="0"/>
            <a:t>в соответствии с настоящим Федеральным законом, иными нормативными правовыми актами Российской Федерации и со служебным контрактом;</a:t>
          </a:r>
        </a:p>
      </dgm:t>
    </dgm:pt>
    <dgm:pt modelId="{C2ADD049-7C93-456C-8E48-847DA6ED7CF0}" type="parTrans" cxnId="{5F1FD82A-F864-4F66-83F9-D7E1C8DB85E5}">
      <dgm:prSet/>
      <dgm:spPr/>
      <dgm:t>
        <a:bodyPr/>
        <a:lstStyle/>
        <a:p>
          <a:endParaRPr lang="ru-RU"/>
        </a:p>
      </dgm:t>
    </dgm:pt>
    <dgm:pt modelId="{6B3292CB-EB57-45E3-8CE0-B8B713DBBB69}" type="sibTrans" cxnId="{5F1FD82A-F864-4F66-83F9-D7E1C8DB85E5}">
      <dgm:prSet/>
      <dgm:spPr/>
      <dgm:t>
        <a:bodyPr/>
        <a:lstStyle/>
        <a:p>
          <a:endParaRPr lang="ru-RU"/>
        </a:p>
      </dgm:t>
    </dgm:pt>
    <dgm:pt modelId="{E7ABA1E2-E976-454E-A98F-DC3F34F1D24D}">
      <dgm:prSet/>
      <dgm:spPr/>
      <dgm:t>
        <a:bodyPr/>
        <a:lstStyle/>
        <a:p>
          <a:r>
            <a:rPr lang="ru-RU" b="0" i="0" dirty="0"/>
            <a:t>5) получение в установленном порядке </a:t>
          </a:r>
          <a:r>
            <a:rPr lang="ru-RU" b="1" i="0" dirty="0"/>
            <a:t>информации и материалов</a:t>
          </a:r>
          <a:r>
            <a:rPr lang="ru-RU" b="0" i="0" dirty="0"/>
            <a:t>, необходимых для исполнения должностных обязанностей, а также на </a:t>
          </a:r>
          <a:r>
            <a:rPr lang="ru-RU" b="1" i="0" dirty="0"/>
            <a:t>внесение предложений </a:t>
          </a:r>
          <a:r>
            <a:rPr lang="ru-RU" b="0" i="0" dirty="0"/>
            <a:t>о совершенствовании деятельности государственного органа;</a:t>
          </a:r>
          <a:endParaRPr lang="ru-RU" dirty="0"/>
        </a:p>
      </dgm:t>
    </dgm:pt>
    <dgm:pt modelId="{A0A3DFC5-5C4F-4621-B73F-DF5AE8A3A626}" type="parTrans" cxnId="{D4295AF1-AD63-47FD-B4C9-8AE552E7E065}">
      <dgm:prSet/>
      <dgm:spPr/>
      <dgm:t>
        <a:bodyPr/>
        <a:lstStyle/>
        <a:p>
          <a:endParaRPr lang="ru-RU"/>
        </a:p>
      </dgm:t>
    </dgm:pt>
    <dgm:pt modelId="{B362A7F9-6E94-4EE7-B3D1-C11914EABB84}" type="sibTrans" cxnId="{D4295AF1-AD63-47FD-B4C9-8AE552E7E065}">
      <dgm:prSet/>
      <dgm:spPr/>
      <dgm:t>
        <a:bodyPr/>
        <a:lstStyle/>
        <a:p>
          <a:endParaRPr lang="ru-RU"/>
        </a:p>
      </dgm:t>
    </dgm:pt>
    <dgm:pt modelId="{1368B5D8-9082-4F5C-99B3-04C4B191B4E2}">
      <dgm:prSet/>
      <dgm:spPr/>
      <dgm:t>
        <a:bodyPr/>
        <a:lstStyle/>
        <a:p>
          <a:r>
            <a:rPr lang="ru-RU" b="0" i="0" dirty="0"/>
            <a:t>6) </a:t>
          </a:r>
          <a:r>
            <a:rPr lang="ru-RU" b="1" i="0" dirty="0"/>
            <a:t>доступ</a:t>
          </a:r>
          <a:r>
            <a:rPr lang="ru-RU" b="0" i="0" dirty="0"/>
            <a:t> в установленном порядке</a:t>
          </a:r>
          <a:r>
            <a:rPr lang="ru-RU" b="1" i="0" dirty="0"/>
            <a:t> к сведениям</a:t>
          </a:r>
          <a:r>
            <a:rPr lang="ru-RU" b="0" i="0" dirty="0"/>
            <a:t>, составляющим </a:t>
          </a:r>
          <a:r>
            <a:rPr lang="ru-RU" b="1" i="0" dirty="0"/>
            <a:t>государственную тайну</a:t>
          </a:r>
          <a:r>
            <a:rPr lang="ru-RU" b="0" i="0" dirty="0"/>
            <a:t>, если исполнение должностных обязанностей связано с использованием таких сведений;</a:t>
          </a:r>
          <a:endParaRPr lang="ru-RU" dirty="0"/>
        </a:p>
      </dgm:t>
    </dgm:pt>
    <dgm:pt modelId="{7B02DF11-3E0D-4ACC-9245-666D18FE7D6F}" type="parTrans" cxnId="{D95B5AF5-534A-4376-B5CB-46F8B97E1647}">
      <dgm:prSet/>
      <dgm:spPr/>
      <dgm:t>
        <a:bodyPr/>
        <a:lstStyle/>
        <a:p>
          <a:endParaRPr lang="ru-RU"/>
        </a:p>
      </dgm:t>
    </dgm:pt>
    <dgm:pt modelId="{61C41DFB-B6BD-44A5-8DE2-32A5BA2DA285}" type="sibTrans" cxnId="{D95B5AF5-534A-4376-B5CB-46F8B97E1647}">
      <dgm:prSet/>
      <dgm:spPr/>
      <dgm:t>
        <a:bodyPr/>
        <a:lstStyle/>
        <a:p>
          <a:endParaRPr lang="ru-RU"/>
        </a:p>
      </dgm:t>
    </dgm:pt>
    <dgm:pt modelId="{B4C85E06-7414-4EA5-8E67-5E50E8CC88DE}" type="pres">
      <dgm:prSet presAssocID="{7A59A21A-EAFD-4C9D-81F6-49E4E37822C3}" presName="linear" presStyleCnt="0">
        <dgm:presLayoutVars>
          <dgm:animLvl val="lvl"/>
          <dgm:resizeHandles val="exact"/>
        </dgm:presLayoutVars>
      </dgm:prSet>
      <dgm:spPr/>
    </dgm:pt>
    <dgm:pt modelId="{75EDC9B8-B167-4126-A6AC-CA0469114DEC}" type="pres">
      <dgm:prSet presAssocID="{E6809B04-12D6-4511-A122-7D0E5A09DE20}" presName="parentText" presStyleLbl="node1" presStyleIdx="0" presStyleCnt="6" custScaleY="82645">
        <dgm:presLayoutVars>
          <dgm:chMax val="0"/>
          <dgm:bulletEnabled val="1"/>
        </dgm:presLayoutVars>
      </dgm:prSet>
      <dgm:spPr/>
    </dgm:pt>
    <dgm:pt modelId="{0EF71A58-807F-473D-AC38-1F3F5094B04C}" type="pres">
      <dgm:prSet presAssocID="{650C53BD-9663-4E0F-96B9-CD4288B7EFEE}" presName="spacer" presStyleCnt="0"/>
      <dgm:spPr/>
    </dgm:pt>
    <dgm:pt modelId="{B23A6D56-345F-4A0D-8CA9-3E353A43FDFB}" type="pres">
      <dgm:prSet presAssocID="{755C44CB-242C-4334-A4EE-D72E35D9755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1DC723B-3384-431B-B1C6-1E5698EB0467}" type="pres">
      <dgm:prSet presAssocID="{9F842ADA-1ABB-459E-8434-3EEEA88D343C}" presName="spacer" presStyleCnt="0"/>
      <dgm:spPr/>
    </dgm:pt>
    <dgm:pt modelId="{DD8573CF-645D-4763-80BB-3986951060BD}" type="pres">
      <dgm:prSet presAssocID="{174B6086-595E-47A8-B4EC-06CF0066C325}" presName="parentText" presStyleLbl="node1" presStyleIdx="2" presStyleCnt="6" custScaleY="90910">
        <dgm:presLayoutVars>
          <dgm:chMax val="0"/>
          <dgm:bulletEnabled val="1"/>
        </dgm:presLayoutVars>
      </dgm:prSet>
      <dgm:spPr/>
    </dgm:pt>
    <dgm:pt modelId="{1E5E6990-935A-497B-91A4-143FC28FA921}" type="pres">
      <dgm:prSet presAssocID="{807076E2-3CC2-471B-846C-11F95D84F4D5}" presName="spacer" presStyleCnt="0"/>
      <dgm:spPr/>
    </dgm:pt>
    <dgm:pt modelId="{4CCA2067-CA17-4988-9326-425D6622F2F6}" type="pres">
      <dgm:prSet presAssocID="{34F5A5B2-A2EE-4F68-B9DB-EF259AB1DAFE}" presName="parentText" presStyleLbl="node1" presStyleIdx="3" presStyleCnt="6" custScaleY="90910">
        <dgm:presLayoutVars>
          <dgm:chMax val="0"/>
          <dgm:bulletEnabled val="1"/>
        </dgm:presLayoutVars>
      </dgm:prSet>
      <dgm:spPr/>
    </dgm:pt>
    <dgm:pt modelId="{4BC9A9F4-954E-4B47-8491-9DD392B7488D}" type="pres">
      <dgm:prSet presAssocID="{6B3292CB-EB57-45E3-8CE0-B8B713DBBB69}" presName="spacer" presStyleCnt="0"/>
      <dgm:spPr/>
    </dgm:pt>
    <dgm:pt modelId="{783B6E18-52C1-419D-B744-977A5FD6A59D}" type="pres">
      <dgm:prSet presAssocID="{E7ABA1E2-E976-454E-A98F-DC3F34F1D24D}" presName="parentText" presStyleLbl="node1" presStyleIdx="4" presStyleCnt="6" custScaleY="90910">
        <dgm:presLayoutVars>
          <dgm:chMax val="0"/>
          <dgm:bulletEnabled val="1"/>
        </dgm:presLayoutVars>
      </dgm:prSet>
      <dgm:spPr/>
    </dgm:pt>
    <dgm:pt modelId="{4872F244-7CF4-4064-8F31-7C439B4AC69C}" type="pres">
      <dgm:prSet presAssocID="{B362A7F9-6E94-4EE7-B3D1-C11914EABB84}" presName="spacer" presStyleCnt="0"/>
      <dgm:spPr/>
    </dgm:pt>
    <dgm:pt modelId="{B65D6AB5-EA9C-4544-9075-902A34BB5510}" type="pres">
      <dgm:prSet presAssocID="{1368B5D8-9082-4F5C-99B3-04C4B191B4E2}" presName="parentText" presStyleLbl="node1" presStyleIdx="5" presStyleCnt="6" custScaleY="90910">
        <dgm:presLayoutVars>
          <dgm:chMax val="0"/>
          <dgm:bulletEnabled val="1"/>
        </dgm:presLayoutVars>
      </dgm:prSet>
      <dgm:spPr/>
    </dgm:pt>
  </dgm:ptLst>
  <dgm:cxnLst>
    <dgm:cxn modelId="{73F10E0F-8B05-41CC-9F4F-02FAFB2B3011}" type="presOf" srcId="{174B6086-595E-47A8-B4EC-06CF0066C325}" destId="{DD8573CF-645D-4763-80BB-3986951060BD}" srcOrd="0" destOrd="0" presId="urn:microsoft.com/office/officeart/2005/8/layout/vList2"/>
    <dgm:cxn modelId="{5F1FD82A-F864-4F66-83F9-D7E1C8DB85E5}" srcId="{7A59A21A-EAFD-4C9D-81F6-49E4E37822C3}" destId="{34F5A5B2-A2EE-4F68-B9DB-EF259AB1DAFE}" srcOrd="3" destOrd="0" parTransId="{C2ADD049-7C93-456C-8E48-847DA6ED7CF0}" sibTransId="{6B3292CB-EB57-45E3-8CE0-B8B713DBBB69}"/>
    <dgm:cxn modelId="{54537C34-91A2-4C77-B8D3-33A88F65DD84}" srcId="{7A59A21A-EAFD-4C9D-81F6-49E4E37822C3}" destId="{755C44CB-242C-4334-A4EE-D72E35D97558}" srcOrd="1" destOrd="0" parTransId="{8B27F5D5-A77A-4E35-941A-675B974F6249}" sibTransId="{9F842ADA-1ABB-459E-8434-3EEEA88D343C}"/>
    <dgm:cxn modelId="{1A1D6C4D-DD07-45C3-AF74-95FB987709B6}" type="presOf" srcId="{1368B5D8-9082-4F5C-99B3-04C4B191B4E2}" destId="{B65D6AB5-EA9C-4544-9075-902A34BB5510}" srcOrd="0" destOrd="0" presId="urn:microsoft.com/office/officeart/2005/8/layout/vList2"/>
    <dgm:cxn modelId="{F7E82296-EFD3-4313-A7F5-34EAB2D69B64}" type="presOf" srcId="{34F5A5B2-A2EE-4F68-B9DB-EF259AB1DAFE}" destId="{4CCA2067-CA17-4988-9326-425D6622F2F6}" srcOrd="0" destOrd="0" presId="urn:microsoft.com/office/officeart/2005/8/layout/vList2"/>
    <dgm:cxn modelId="{08010BA2-AC32-4092-974F-0FD73803E552}" type="presOf" srcId="{7A59A21A-EAFD-4C9D-81F6-49E4E37822C3}" destId="{B4C85E06-7414-4EA5-8E67-5E50E8CC88DE}" srcOrd="0" destOrd="0" presId="urn:microsoft.com/office/officeart/2005/8/layout/vList2"/>
    <dgm:cxn modelId="{2FC9B1AE-028B-471F-B098-36C4BF040861}" srcId="{7A59A21A-EAFD-4C9D-81F6-49E4E37822C3}" destId="{174B6086-595E-47A8-B4EC-06CF0066C325}" srcOrd="2" destOrd="0" parTransId="{0516C76E-4478-499A-8B0F-863FDB386DCC}" sibTransId="{807076E2-3CC2-471B-846C-11F95D84F4D5}"/>
    <dgm:cxn modelId="{741443BF-0642-4307-AC75-BC973CB8D93A}" type="presOf" srcId="{E6809B04-12D6-4511-A122-7D0E5A09DE20}" destId="{75EDC9B8-B167-4126-A6AC-CA0469114DEC}" srcOrd="0" destOrd="0" presId="urn:microsoft.com/office/officeart/2005/8/layout/vList2"/>
    <dgm:cxn modelId="{63BFE1D8-E0E6-4CC3-9BA0-7301D6168736}" type="presOf" srcId="{755C44CB-242C-4334-A4EE-D72E35D97558}" destId="{B23A6D56-345F-4A0D-8CA9-3E353A43FDFB}" srcOrd="0" destOrd="0" presId="urn:microsoft.com/office/officeart/2005/8/layout/vList2"/>
    <dgm:cxn modelId="{A61419E2-4A79-4438-A339-E24BCA43E5BC}" type="presOf" srcId="{E7ABA1E2-E976-454E-A98F-DC3F34F1D24D}" destId="{783B6E18-52C1-419D-B744-977A5FD6A59D}" srcOrd="0" destOrd="0" presId="urn:microsoft.com/office/officeart/2005/8/layout/vList2"/>
    <dgm:cxn modelId="{D4295AF1-AD63-47FD-B4C9-8AE552E7E065}" srcId="{7A59A21A-EAFD-4C9D-81F6-49E4E37822C3}" destId="{E7ABA1E2-E976-454E-A98F-DC3F34F1D24D}" srcOrd="4" destOrd="0" parTransId="{A0A3DFC5-5C4F-4621-B73F-DF5AE8A3A626}" sibTransId="{B362A7F9-6E94-4EE7-B3D1-C11914EABB84}"/>
    <dgm:cxn modelId="{D95B5AF5-534A-4376-B5CB-46F8B97E1647}" srcId="{7A59A21A-EAFD-4C9D-81F6-49E4E37822C3}" destId="{1368B5D8-9082-4F5C-99B3-04C4B191B4E2}" srcOrd="5" destOrd="0" parTransId="{7B02DF11-3E0D-4ACC-9245-666D18FE7D6F}" sibTransId="{61C41DFB-B6BD-44A5-8DE2-32A5BA2DA285}"/>
    <dgm:cxn modelId="{5EC384F5-F729-4B55-9088-E0C38DD24819}" srcId="{7A59A21A-EAFD-4C9D-81F6-49E4E37822C3}" destId="{E6809B04-12D6-4511-A122-7D0E5A09DE20}" srcOrd="0" destOrd="0" parTransId="{B1B829DD-BF29-4E46-90A0-FBF8CB510B9D}" sibTransId="{650C53BD-9663-4E0F-96B9-CD4288B7EFEE}"/>
    <dgm:cxn modelId="{EB3D8D64-1968-4D8E-9AB2-A5848DE0903A}" type="presParOf" srcId="{B4C85E06-7414-4EA5-8E67-5E50E8CC88DE}" destId="{75EDC9B8-B167-4126-A6AC-CA0469114DEC}" srcOrd="0" destOrd="0" presId="urn:microsoft.com/office/officeart/2005/8/layout/vList2"/>
    <dgm:cxn modelId="{19546256-EC08-4817-B960-22389CF04DD7}" type="presParOf" srcId="{B4C85E06-7414-4EA5-8E67-5E50E8CC88DE}" destId="{0EF71A58-807F-473D-AC38-1F3F5094B04C}" srcOrd="1" destOrd="0" presId="urn:microsoft.com/office/officeart/2005/8/layout/vList2"/>
    <dgm:cxn modelId="{1E4B6465-53BB-472E-88BC-401840B9E19E}" type="presParOf" srcId="{B4C85E06-7414-4EA5-8E67-5E50E8CC88DE}" destId="{B23A6D56-345F-4A0D-8CA9-3E353A43FDFB}" srcOrd="2" destOrd="0" presId="urn:microsoft.com/office/officeart/2005/8/layout/vList2"/>
    <dgm:cxn modelId="{81FBDC7E-925D-441C-8F66-77116D4EE82C}" type="presParOf" srcId="{B4C85E06-7414-4EA5-8E67-5E50E8CC88DE}" destId="{41DC723B-3384-431B-B1C6-1E5698EB0467}" srcOrd="3" destOrd="0" presId="urn:microsoft.com/office/officeart/2005/8/layout/vList2"/>
    <dgm:cxn modelId="{E88290DE-9CF5-40CC-BE56-ADD712FEE68F}" type="presParOf" srcId="{B4C85E06-7414-4EA5-8E67-5E50E8CC88DE}" destId="{DD8573CF-645D-4763-80BB-3986951060BD}" srcOrd="4" destOrd="0" presId="urn:microsoft.com/office/officeart/2005/8/layout/vList2"/>
    <dgm:cxn modelId="{4A6E9215-4DFA-42B7-A5C8-0756A7F8DF44}" type="presParOf" srcId="{B4C85E06-7414-4EA5-8E67-5E50E8CC88DE}" destId="{1E5E6990-935A-497B-91A4-143FC28FA921}" srcOrd="5" destOrd="0" presId="urn:microsoft.com/office/officeart/2005/8/layout/vList2"/>
    <dgm:cxn modelId="{8866E0FB-4DD5-4100-BD26-0635DBA47797}" type="presParOf" srcId="{B4C85E06-7414-4EA5-8E67-5E50E8CC88DE}" destId="{4CCA2067-CA17-4988-9326-425D6622F2F6}" srcOrd="6" destOrd="0" presId="urn:microsoft.com/office/officeart/2005/8/layout/vList2"/>
    <dgm:cxn modelId="{F78607D8-A83E-454E-86EB-96D2FB32B6B1}" type="presParOf" srcId="{B4C85E06-7414-4EA5-8E67-5E50E8CC88DE}" destId="{4BC9A9F4-954E-4B47-8491-9DD392B7488D}" srcOrd="7" destOrd="0" presId="urn:microsoft.com/office/officeart/2005/8/layout/vList2"/>
    <dgm:cxn modelId="{2FD31DD8-F89C-4070-BD5E-C965F7BB72F0}" type="presParOf" srcId="{B4C85E06-7414-4EA5-8E67-5E50E8CC88DE}" destId="{783B6E18-52C1-419D-B744-977A5FD6A59D}" srcOrd="8" destOrd="0" presId="urn:microsoft.com/office/officeart/2005/8/layout/vList2"/>
    <dgm:cxn modelId="{CA9DE9C8-0F03-4C46-A811-D1CC9289C063}" type="presParOf" srcId="{B4C85E06-7414-4EA5-8E67-5E50E8CC88DE}" destId="{4872F244-7CF4-4064-8F31-7C439B4AC69C}" srcOrd="9" destOrd="0" presId="urn:microsoft.com/office/officeart/2005/8/layout/vList2"/>
    <dgm:cxn modelId="{B9EC83E8-1E02-4BC8-B0C8-FCADCDC4AB61}" type="presParOf" srcId="{B4C85E06-7414-4EA5-8E67-5E50E8CC88DE}" destId="{B65D6AB5-EA9C-4544-9075-902A34BB551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A59A21A-EAFD-4C9D-81F6-49E4E37822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9D91F0B-1AAD-4C9A-98E3-98F3A11142FA}">
      <dgm:prSet/>
      <dgm:spPr/>
      <dgm:t>
        <a:bodyPr/>
        <a:lstStyle/>
        <a:p>
          <a:r>
            <a:rPr lang="ru-RU" dirty="0"/>
            <a:t>12) членство в </a:t>
          </a:r>
          <a:r>
            <a:rPr lang="ru-RU" b="1" dirty="0"/>
            <a:t>профессиональном союзе</a:t>
          </a:r>
          <a:r>
            <a:rPr lang="ru-RU" dirty="0"/>
            <a:t>;</a:t>
          </a:r>
        </a:p>
      </dgm:t>
    </dgm:pt>
    <dgm:pt modelId="{975565CA-1B9B-43BA-BC7E-FA92CAA55F63}" type="parTrans" cxnId="{8F54D07D-5311-47ED-AA3D-9D0941AFFD2F}">
      <dgm:prSet/>
      <dgm:spPr/>
      <dgm:t>
        <a:bodyPr/>
        <a:lstStyle/>
        <a:p>
          <a:endParaRPr lang="ru-RU"/>
        </a:p>
      </dgm:t>
    </dgm:pt>
    <dgm:pt modelId="{38ED8C5A-1DE8-4221-8C9B-4D4EBA86B86B}" type="sibTrans" cxnId="{8F54D07D-5311-47ED-AA3D-9D0941AFFD2F}">
      <dgm:prSet/>
      <dgm:spPr/>
      <dgm:t>
        <a:bodyPr/>
        <a:lstStyle/>
        <a:p>
          <a:endParaRPr lang="ru-RU"/>
        </a:p>
      </dgm:t>
    </dgm:pt>
    <dgm:pt modelId="{A44AD9CE-8986-418A-8370-152B24DF6CF6}">
      <dgm:prSet/>
      <dgm:spPr/>
      <dgm:t>
        <a:bodyPr/>
        <a:lstStyle/>
        <a:p>
          <a:r>
            <a:rPr lang="ru-RU" dirty="0"/>
            <a:t>11) </a:t>
          </a:r>
          <a:r>
            <a:rPr lang="ru-RU" b="1" dirty="0"/>
            <a:t>профессиональное развитие </a:t>
          </a:r>
          <a:r>
            <a:rPr lang="ru-RU" dirty="0"/>
            <a:t>в порядке, установленном настоящим Федеральным законом и другими федеральными законами;</a:t>
          </a:r>
        </a:p>
      </dgm:t>
    </dgm:pt>
    <dgm:pt modelId="{C3BD90C8-8070-4B9A-9FF3-7B6160099554}" type="parTrans" cxnId="{6B645400-4CA6-496F-85B1-57B59C018170}">
      <dgm:prSet/>
      <dgm:spPr/>
      <dgm:t>
        <a:bodyPr/>
        <a:lstStyle/>
        <a:p>
          <a:endParaRPr lang="ru-RU"/>
        </a:p>
      </dgm:t>
    </dgm:pt>
    <dgm:pt modelId="{9B24EB12-F8B9-44AB-B47D-C529B819163F}" type="sibTrans" cxnId="{6B645400-4CA6-496F-85B1-57B59C018170}">
      <dgm:prSet/>
      <dgm:spPr/>
      <dgm:t>
        <a:bodyPr/>
        <a:lstStyle/>
        <a:p>
          <a:endParaRPr lang="ru-RU"/>
        </a:p>
      </dgm:t>
    </dgm:pt>
    <dgm:pt modelId="{955FBF96-6FEB-42A7-9364-33FC97FC51BB}">
      <dgm:prSet/>
      <dgm:spPr/>
      <dgm:t>
        <a:bodyPr/>
        <a:lstStyle/>
        <a:p>
          <a:r>
            <a:rPr lang="ru-RU" b="0" i="0" dirty="0"/>
            <a:t>7) </a:t>
          </a:r>
          <a:r>
            <a:rPr lang="ru-RU" b="1" i="0" dirty="0"/>
            <a:t>доступ</a:t>
          </a:r>
          <a:r>
            <a:rPr lang="ru-RU" b="0" i="0" dirty="0"/>
            <a:t> в установленном порядке в связи с исполнением должностных обязанностей </a:t>
          </a:r>
          <a:r>
            <a:rPr lang="ru-RU" b="1" i="0" dirty="0"/>
            <a:t>в государственные органы, органы местного самоуправления</a:t>
          </a:r>
          <a:r>
            <a:rPr lang="ru-RU" b="0" i="0" dirty="0"/>
            <a:t>, общественные объединения и иные организации;</a:t>
          </a:r>
          <a:endParaRPr lang="ru-RU" dirty="0"/>
        </a:p>
      </dgm:t>
    </dgm:pt>
    <dgm:pt modelId="{BE6F5408-4045-4591-AA0F-3D8DFF888724}" type="parTrans" cxnId="{35F5E880-C55A-4A29-8CFA-C1139B6EE717}">
      <dgm:prSet/>
      <dgm:spPr/>
      <dgm:t>
        <a:bodyPr/>
        <a:lstStyle/>
        <a:p>
          <a:endParaRPr lang="ru-RU"/>
        </a:p>
      </dgm:t>
    </dgm:pt>
    <dgm:pt modelId="{DD138AF7-A00E-4213-82FB-764AEAC05572}" type="sibTrans" cxnId="{35F5E880-C55A-4A29-8CFA-C1139B6EE717}">
      <dgm:prSet/>
      <dgm:spPr/>
      <dgm:t>
        <a:bodyPr/>
        <a:lstStyle/>
        <a:p>
          <a:endParaRPr lang="ru-RU"/>
        </a:p>
      </dgm:t>
    </dgm:pt>
    <dgm:pt modelId="{B45F1DDB-CDD7-46B2-94FD-F54CFAABBC02}">
      <dgm:prSet/>
      <dgm:spPr/>
      <dgm:t>
        <a:bodyPr/>
        <a:lstStyle/>
        <a:p>
          <a:r>
            <a:rPr lang="ru-RU" b="0" i="0" dirty="0"/>
            <a:t>8) </a:t>
          </a:r>
          <a:r>
            <a:rPr lang="ru-RU" b="1" i="0" dirty="0"/>
            <a:t>ознакомление с отзывами </a:t>
          </a:r>
          <a:r>
            <a:rPr lang="ru-RU" b="0" i="0" dirty="0"/>
            <a:t>о его профессиональной служебной деятельности и другими документами до внесения их в его личное дело, материалами личного дела, а также на приобщение к личному делу его письменных объяснений и других документов и материалов;</a:t>
          </a:r>
          <a:endParaRPr lang="ru-RU" dirty="0"/>
        </a:p>
      </dgm:t>
    </dgm:pt>
    <dgm:pt modelId="{C1863C8C-94A1-465F-BF22-2FDBA67C5FC5}" type="parTrans" cxnId="{662CF251-F067-4DA7-81ED-EFC5FB911168}">
      <dgm:prSet/>
      <dgm:spPr/>
      <dgm:t>
        <a:bodyPr/>
        <a:lstStyle/>
        <a:p>
          <a:endParaRPr lang="ru-RU"/>
        </a:p>
      </dgm:t>
    </dgm:pt>
    <dgm:pt modelId="{C0F6963A-5CB3-406B-8476-9F0B40707061}" type="sibTrans" cxnId="{662CF251-F067-4DA7-81ED-EFC5FB911168}">
      <dgm:prSet/>
      <dgm:spPr/>
      <dgm:t>
        <a:bodyPr/>
        <a:lstStyle/>
        <a:p>
          <a:endParaRPr lang="ru-RU"/>
        </a:p>
      </dgm:t>
    </dgm:pt>
    <dgm:pt modelId="{5B7BA63E-E4B5-4A1A-974C-44EE0B816237}">
      <dgm:prSet/>
      <dgm:spPr/>
      <dgm:t>
        <a:bodyPr/>
        <a:lstStyle/>
        <a:p>
          <a:r>
            <a:rPr lang="ru-RU" b="0" i="0" dirty="0"/>
            <a:t>9</a:t>
          </a:r>
          <a:r>
            <a:rPr lang="ru-RU" b="1" i="0" dirty="0"/>
            <a:t>) защиту сведений </a:t>
          </a:r>
          <a:r>
            <a:rPr lang="ru-RU" b="0" i="0" dirty="0"/>
            <a:t>о гражданском служащем;</a:t>
          </a:r>
          <a:endParaRPr lang="ru-RU" dirty="0"/>
        </a:p>
      </dgm:t>
    </dgm:pt>
    <dgm:pt modelId="{8606AF57-E603-40F2-AFAC-2DB77000E8A3}" type="parTrans" cxnId="{13FE3728-D10A-42FF-81E8-710048C1207B}">
      <dgm:prSet/>
      <dgm:spPr/>
      <dgm:t>
        <a:bodyPr/>
        <a:lstStyle/>
        <a:p>
          <a:endParaRPr lang="ru-RU"/>
        </a:p>
      </dgm:t>
    </dgm:pt>
    <dgm:pt modelId="{C8FBF6B5-2438-4B72-B337-B884D4ED7223}" type="sibTrans" cxnId="{13FE3728-D10A-42FF-81E8-710048C1207B}">
      <dgm:prSet/>
      <dgm:spPr/>
      <dgm:t>
        <a:bodyPr/>
        <a:lstStyle/>
        <a:p>
          <a:endParaRPr lang="ru-RU"/>
        </a:p>
      </dgm:t>
    </dgm:pt>
    <dgm:pt modelId="{DB925564-78F1-422A-B23F-E7E5F1041F3D}">
      <dgm:prSet/>
      <dgm:spPr/>
      <dgm:t>
        <a:bodyPr/>
        <a:lstStyle/>
        <a:p>
          <a:r>
            <a:rPr lang="ru-RU" b="0" i="0" dirty="0"/>
            <a:t>10) </a:t>
          </a:r>
          <a:r>
            <a:rPr lang="ru-RU" b="1" i="0" dirty="0"/>
            <a:t>должностной рост </a:t>
          </a:r>
          <a:r>
            <a:rPr lang="ru-RU" b="0" i="0" dirty="0"/>
            <a:t>на конкурсной основе;</a:t>
          </a:r>
          <a:endParaRPr lang="ru-RU" dirty="0"/>
        </a:p>
      </dgm:t>
    </dgm:pt>
    <dgm:pt modelId="{6ABDF7F4-BF14-4C2E-9C87-216E2EFC094B}" type="parTrans" cxnId="{A269E198-64AE-4A0B-9022-1282F59B9D98}">
      <dgm:prSet/>
      <dgm:spPr/>
      <dgm:t>
        <a:bodyPr/>
        <a:lstStyle/>
        <a:p>
          <a:endParaRPr lang="ru-RU"/>
        </a:p>
      </dgm:t>
    </dgm:pt>
    <dgm:pt modelId="{179C4D99-DAAA-4C5B-8A18-1160DB5257CA}" type="sibTrans" cxnId="{A269E198-64AE-4A0B-9022-1282F59B9D98}">
      <dgm:prSet/>
      <dgm:spPr/>
      <dgm:t>
        <a:bodyPr/>
        <a:lstStyle/>
        <a:p>
          <a:endParaRPr lang="ru-RU"/>
        </a:p>
      </dgm:t>
    </dgm:pt>
    <dgm:pt modelId="{B4C85E06-7414-4EA5-8E67-5E50E8CC88DE}" type="pres">
      <dgm:prSet presAssocID="{7A59A21A-EAFD-4C9D-81F6-49E4E37822C3}" presName="linear" presStyleCnt="0">
        <dgm:presLayoutVars>
          <dgm:animLvl val="lvl"/>
          <dgm:resizeHandles val="exact"/>
        </dgm:presLayoutVars>
      </dgm:prSet>
      <dgm:spPr/>
    </dgm:pt>
    <dgm:pt modelId="{64E2DE78-2B1F-4608-BCF6-21A1CF38609C}" type="pres">
      <dgm:prSet presAssocID="{955FBF96-6FEB-42A7-9364-33FC97FC51B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A8E9963-C979-4315-8150-1619C1C88CDE}" type="pres">
      <dgm:prSet presAssocID="{DD138AF7-A00E-4213-82FB-764AEAC05572}" presName="spacer" presStyleCnt="0"/>
      <dgm:spPr/>
    </dgm:pt>
    <dgm:pt modelId="{2F3E7869-953D-4AE0-93EA-89CD05CD927C}" type="pres">
      <dgm:prSet presAssocID="{B45F1DDB-CDD7-46B2-94FD-F54CFAABBC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F590B0C-DCFF-4061-B752-D12488674232}" type="pres">
      <dgm:prSet presAssocID="{C0F6963A-5CB3-406B-8476-9F0B40707061}" presName="spacer" presStyleCnt="0"/>
      <dgm:spPr/>
    </dgm:pt>
    <dgm:pt modelId="{E701AFF3-4B2E-464B-8E22-00E3143F3C5C}" type="pres">
      <dgm:prSet presAssocID="{5B7BA63E-E4B5-4A1A-974C-44EE0B816237}" presName="parentText" presStyleLbl="node1" presStyleIdx="2" presStyleCnt="6" custScaleY="56448">
        <dgm:presLayoutVars>
          <dgm:chMax val="0"/>
          <dgm:bulletEnabled val="1"/>
        </dgm:presLayoutVars>
      </dgm:prSet>
      <dgm:spPr/>
    </dgm:pt>
    <dgm:pt modelId="{CF98A846-BF93-4C93-9AFE-E3227DF04586}" type="pres">
      <dgm:prSet presAssocID="{C8FBF6B5-2438-4B72-B337-B884D4ED7223}" presName="spacer" presStyleCnt="0"/>
      <dgm:spPr/>
    </dgm:pt>
    <dgm:pt modelId="{BFC9D3FF-9F03-4251-BD79-F65B41B83AED}" type="pres">
      <dgm:prSet presAssocID="{DB925564-78F1-422A-B23F-E7E5F1041F3D}" presName="parentText" presStyleLbl="node1" presStyleIdx="3" presStyleCnt="6" custScaleY="56448">
        <dgm:presLayoutVars>
          <dgm:chMax val="0"/>
          <dgm:bulletEnabled val="1"/>
        </dgm:presLayoutVars>
      </dgm:prSet>
      <dgm:spPr/>
    </dgm:pt>
    <dgm:pt modelId="{392BA850-76E1-4A8D-8F11-5FF854BB1F80}" type="pres">
      <dgm:prSet presAssocID="{179C4D99-DAAA-4C5B-8A18-1160DB5257CA}" presName="spacer" presStyleCnt="0"/>
      <dgm:spPr/>
    </dgm:pt>
    <dgm:pt modelId="{412B5098-AFB2-48F4-981E-703E17F796BC}" type="pres">
      <dgm:prSet presAssocID="{A44AD9CE-8986-418A-8370-152B24DF6CF6}" presName="parentText" presStyleLbl="node1" presStyleIdx="4" presStyleCnt="6" custScaleY="82645">
        <dgm:presLayoutVars>
          <dgm:chMax val="0"/>
          <dgm:bulletEnabled val="1"/>
        </dgm:presLayoutVars>
      </dgm:prSet>
      <dgm:spPr/>
    </dgm:pt>
    <dgm:pt modelId="{7B75E430-DFC3-4667-B083-F38171AE11A2}" type="pres">
      <dgm:prSet presAssocID="{9B24EB12-F8B9-44AB-B47D-C529B819163F}" presName="spacer" presStyleCnt="0"/>
      <dgm:spPr/>
    </dgm:pt>
    <dgm:pt modelId="{C971D40C-1F46-47F0-B93F-4D65DFDC4FFD}" type="pres">
      <dgm:prSet presAssocID="{69D91F0B-1AAD-4C9A-98E3-98F3A11142FA}" presName="parentText" presStyleLbl="node1" presStyleIdx="5" presStyleCnt="6" custScaleY="56448">
        <dgm:presLayoutVars>
          <dgm:chMax val="0"/>
          <dgm:bulletEnabled val="1"/>
        </dgm:presLayoutVars>
      </dgm:prSet>
      <dgm:spPr/>
    </dgm:pt>
  </dgm:ptLst>
  <dgm:cxnLst>
    <dgm:cxn modelId="{6B645400-4CA6-496F-85B1-57B59C018170}" srcId="{7A59A21A-EAFD-4C9D-81F6-49E4E37822C3}" destId="{A44AD9CE-8986-418A-8370-152B24DF6CF6}" srcOrd="4" destOrd="0" parTransId="{C3BD90C8-8070-4B9A-9FF3-7B6160099554}" sibTransId="{9B24EB12-F8B9-44AB-B47D-C529B819163F}"/>
    <dgm:cxn modelId="{BB36EE12-4435-4E06-BFB9-9BD09ED1154C}" type="presOf" srcId="{955FBF96-6FEB-42A7-9364-33FC97FC51BB}" destId="{64E2DE78-2B1F-4608-BCF6-21A1CF38609C}" srcOrd="0" destOrd="0" presId="urn:microsoft.com/office/officeart/2005/8/layout/vList2"/>
    <dgm:cxn modelId="{13FE3728-D10A-42FF-81E8-710048C1207B}" srcId="{7A59A21A-EAFD-4C9D-81F6-49E4E37822C3}" destId="{5B7BA63E-E4B5-4A1A-974C-44EE0B816237}" srcOrd="2" destOrd="0" parTransId="{8606AF57-E603-40F2-AFAC-2DB77000E8A3}" sibTransId="{C8FBF6B5-2438-4B72-B337-B884D4ED7223}"/>
    <dgm:cxn modelId="{62F6C96F-69BB-4E8A-A72A-72B4A28A2318}" type="presOf" srcId="{5B7BA63E-E4B5-4A1A-974C-44EE0B816237}" destId="{E701AFF3-4B2E-464B-8E22-00E3143F3C5C}" srcOrd="0" destOrd="0" presId="urn:microsoft.com/office/officeart/2005/8/layout/vList2"/>
    <dgm:cxn modelId="{662CF251-F067-4DA7-81ED-EFC5FB911168}" srcId="{7A59A21A-EAFD-4C9D-81F6-49E4E37822C3}" destId="{B45F1DDB-CDD7-46B2-94FD-F54CFAABBC02}" srcOrd="1" destOrd="0" parTransId="{C1863C8C-94A1-465F-BF22-2FDBA67C5FC5}" sibTransId="{C0F6963A-5CB3-406B-8476-9F0B40707061}"/>
    <dgm:cxn modelId="{84AB557B-6C4D-4B7C-AA0F-9E6E351A6BEA}" type="presOf" srcId="{DB925564-78F1-422A-B23F-E7E5F1041F3D}" destId="{BFC9D3FF-9F03-4251-BD79-F65B41B83AED}" srcOrd="0" destOrd="0" presId="urn:microsoft.com/office/officeart/2005/8/layout/vList2"/>
    <dgm:cxn modelId="{8F54D07D-5311-47ED-AA3D-9D0941AFFD2F}" srcId="{7A59A21A-EAFD-4C9D-81F6-49E4E37822C3}" destId="{69D91F0B-1AAD-4C9A-98E3-98F3A11142FA}" srcOrd="5" destOrd="0" parTransId="{975565CA-1B9B-43BA-BC7E-FA92CAA55F63}" sibTransId="{38ED8C5A-1DE8-4221-8C9B-4D4EBA86B86B}"/>
    <dgm:cxn modelId="{35F5E880-C55A-4A29-8CFA-C1139B6EE717}" srcId="{7A59A21A-EAFD-4C9D-81F6-49E4E37822C3}" destId="{955FBF96-6FEB-42A7-9364-33FC97FC51BB}" srcOrd="0" destOrd="0" parTransId="{BE6F5408-4045-4591-AA0F-3D8DFF888724}" sibTransId="{DD138AF7-A00E-4213-82FB-764AEAC05572}"/>
    <dgm:cxn modelId="{A269E198-64AE-4A0B-9022-1282F59B9D98}" srcId="{7A59A21A-EAFD-4C9D-81F6-49E4E37822C3}" destId="{DB925564-78F1-422A-B23F-E7E5F1041F3D}" srcOrd="3" destOrd="0" parTransId="{6ABDF7F4-BF14-4C2E-9C87-216E2EFC094B}" sibTransId="{179C4D99-DAAA-4C5B-8A18-1160DB5257CA}"/>
    <dgm:cxn modelId="{2C90989F-3707-430D-9BB2-ED1CD4912350}" type="presOf" srcId="{A44AD9CE-8986-418A-8370-152B24DF6CF6}" destId="{412B5098-AFB2-48F4-981E-703E17F796BC}" srcOrd="0" destOrd="0" presId="urn:microsoft.com/office/officeart/2005/8/layout/vList2"/>
    <dgm:cxn modelId="{08010BA2-AC32-4092-974F-0FD73803E552}" type="presOf" srcId="{7A59A21A-EAFD-4C9D-81F6-49E4E37822C3}" destId="{B4C85E06-7414-4EA5-8E67-5E50E8CC88DE}" srcOrd="0" destOrd="0" presId="urn:microsoft.com/office/officeart/2005/8/layout/vList2"/>
    <dgm:cxn modelId="{D84E4EDA-C82D-4E2D-9415-19FF7BDEC8CF}" type="presOf" srcId="{B45F1DDB-CDD7-46B2-94FD-F54CFAABBC02}" destId="{2F3E7869-953D-4AE0-93EA-89CD05CD927C}" srcOrd="0" destOrd="0" presId="urn:microsoft.com/office/officeart/2005/8/layout/vList2"/>
    <dgm:cxn modelId="{132D6EF8-F417-41BA-9E6E-C8A803858C96}" type="presOf" srcId="{69D91F0B-1AAD-4C9A-98E3-98F3A11142FA}" destId="{C971D40C-1F46-47F0-B93F-4D65DFDC4FFD}" srcOrd="0" destOrd="0" presId="urn:microsoft.com/office/officeart/2005/8/layout/vList2"/>
    <dgm:cxn modelId="{7FCD0082-E707-49BD-B01F-4CA47884BD9B}" type="presParOf" srcId="{B4C85E06-7414-4EA5-8E67-5E50E8CC88DE}" destId="{64E2DE78-2B1F-4608-BCF6-21A1CF38609C}" srcOrd="0" destOrd="0" presId="urn:microsoft.com/office/officeart/2005/8/layout/vList2"/>
    <dgm:cxn modelId="{7C327D87-40E6-4186-BBDD-C73AF12CC409}" type="presParOf" srcId="{B4C85E06-7414-4EA5-8E67-5E50E8CC88DE}" destId="{EA8E9963-C979-4315-8150-1619C1C88CDE}" srcOrd="1" destOrd="0" presId="urn:microsoft.com/office/officeart/2005/8/layout/vList2"/>
    <dgm:cxn modelId="{B6E96743-9019-4988-88BD-9B3F4ECC5DD6}" type="presParOf" srcId="{B4C85E06-7414-4EA5-8E67-5E50E8CC88DE}" destId="{2F3E7869-953D-4AE0-93EA-89CD05CD927C}" srcOrd="2" destOrd="0" presId="urn:microsoft.com/office/officeart/2005/8/layout/vList2"/>
    <dgm:cxn modelId="{0ABB91D5-284E-4095-9016-55AFA668D1BD}" type="presParOf" srcId="{B4C85E06-7414-4EA5-8E67-5E50E8CC88DE}" destId="{FF590B0C-DCFF-4061-B752-D12488674232}" srcOrd="3" destOrd="0" presId="urn:microsoft.com/office/officeart/2005/8/layout/vList2"/>
    <dgm:cxn modelId="{C04AD854-ABAA-47FC-8D24-C7EC711166FF}" type="presParOf" srcId="{B4C85E06-7414-4EA5-8E67-5E50E8CC88DE}" destId="{E701AFF3-4B2E-464B-8E22-00E3143F3C5C}" srcOrd="4" destOrd="0" presId="urn:microsoft.com/office/officeart/2005/8/layout/vList2"/>
    <dgm:cxn modelId="{851B8662-B932-406C-AA87-E11E0FB932FA}" type="presParOf" srcId="{B4C85E06-7414-4EA5-8E67-5E50E8CC88DE}" destId="{CF98A846-BF93-4C93-9AFE-E3227DF04586}" srcOrd="5" destOrd="0" presId="urn:microsoft.com/office/officeart/2005/8/layout/vList2"/>
    <dgm:cxn modelId="{8B456AB3-F02B-42C5-A7E1-CF9026A33081}" type="presParOf" srcId="{B4C85E06-7414-4EA5-8E67-5E50E8CC88DE}" destId="{BFC9D3FF-9F03-4251-BD79-F65B41B83AED}" srcOrd="6" destOrd="0" presId="urn:microsoft.com/office/officeart/2005/8/layout/vList2"/>
    <dgm:cxn modelId="{DCB224F4-44DB-47F6-8616-CE1D1429AC74}" type="presParOf" srcId="{B4C85E06-7414-4EA5-8E67-5E50E8CC88DE}" destId="{392BA850-76E1-4A8D-8F11-5FF854BB1F80}" srcOrd="7" destOrd="0" presId="urn:microsoft.com/office/officeart/2005/8/layout/vList2"/>
    <dgm:cxn modelId="{99EDFE95-3A2C-4BB7-BBB0-3FFD31EADC45}" type="presParOf" srcId="{B4C85E06-7414-4EA5-8E67-5E50E8CC88DE}" destId="{412B5098-AFB2-48F4-981E-703E17F796BC}" srcOrd="8" destOrd="0" presId="urn:microsoft.com/office/officeart/2005/8/layout/vList2"/>
    <dgm:cxn modelId="{8D62585C-3040-48DA-93AC-E50F57CAB45F}" type="presParOf" srcId="{B4C85E06-7414-4EA5-8E67-5E50E8CC88DE}" destId="{7B75E430-DFC3-4667-B083-F38171AE11A2}" srcOrd="9" destOrd="0" presId="urn:microsoft.com/office/officeart/2005/8/layout/vList2"/>
    <dgm:cxn modelId="{93EC7EBB-196B-4A0B-9914-C33B84305379}" type="presParOf" srcId="{B4C85E06-7414-4EA5-8E67-5E50E8CC88DE}" destId="{C971D40C-1F46-47F0-B93F-4D65DFDC4FF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A59A21A-EAFD-4C9D-81F6-49E4E37822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83FC8D3-5097-4620-9260-C6366D1B8190}">
      <dgm:prSet/>
      <dgm:spPr/>
      <dgm:t>
        <a:bodyPr/>
        <a:lstStyle/>
        <a:p>
          <a:r>
            <a:rPr lang="ru-RU" dirty="0"/>
            <a:t>13) рассмотрение </a:t>
          </a:r>
          <a:r>
            <a:rPr lang="ru-RU" b="1" dirty="0"/>
            <a:t>индивидуальных служебных споров </a:t>
          </a:r>
          <a:r>
            <a:rPr lang="ru-RU" dirty="0"/>
            <a:t>в соответствии с настоящим Федеральным законом и другими федеральными законами;</a:t>
          </a:r>
        </a:p>
      </dgm:t>
    </dgm:pt>
    <dgm:pt modelId="{D06DF3C9-7D74-4076-AD63-277480CA6FD7}" type="parTrans" cxnId="{2C25E312-21A6-4753-8D98-39722C520330}">
      <dgm:prSet/>
      <dgm:spPr/>
      <dgm:t>
        <a:bodyPr/>
        <a:lstStyle/>
        <a:p>
          <a:endParaRPr lang="ru-RU"/>
        </a:p>
      </dgm:t>
    </dgm:pt>
    <dgm:pt modelId="{9E25A2EB-5527-4EE2-9412-A78CEAE1CA76}" type="sibTrans" cxnId="{2C25E312-21A6-4753-8D98-39722C520330}">
      <dgm:prSet/>
      <dgm:spPr/>
      <dgm:t>
        <a:bodyPr/>
        <a:lstStyle/>
        <a:p>
          <a:endParaRPr lang="ru-RU"/>
        </a:p>
      </dgm:t>
    </dgm:pt>
    <dgm:pt modelId="{6DCD59DF-680A-442B-A807-DD888AB66013}">
      <dgm:prSet/>
      <dgm:spPr/>
      <dgm:t>
        <a:bodyPr/>
        <a:lstStyle/>
        <a:p>
          <a:r>
            <a:rPr lang="ru-RU" dirty="0"/>
            <a:t>14) проведение по его заявлению </a:t>
          </a:r>
          <a:r>
            <a:rPr lang="ru-RU" b="1" dirty="0"/>
            <a:t>служебной проверки</a:t>
          </a:r>
          <a:r>
            <a:rPr lang="ru-RU" dirty="0"/>
            <a:t>;</a:t>
          </a:r>
        </a:p>
      </dgm:t>
    </dgm:pt>
    <dgm:pt modelId="{2C488E05-976B-414D-8886-DBAD7950AEA9}" type="parTrans" cxnId="{6CF6A909-0E74-433C-8D17-B2759AB3A13C}">
      <dgm:prSet/>
      <dgm:spPr/>
      <dgm:t>
        <a:bodyPr/>
        <a:lstStyle/>
        <a:p>
          <a:endParaRPr lang="ru-RU"/>
        </a:p>
      </dgm:t>
    </dgm:pt>
    <dgm:pt modelId="{4268EB0B-0857-493D-AA5A-B5D82B69F070}" type="sibTrans" cxnId="{6CF6A909-0E74-433C-8D17-B2759AB3A13C}">
      <dgm:prSet/>
      <dgm:spPr/>
      <dgm:t>
        <a:bodyPr/>
        <a:lstStyle/>
        <a:p>
          <a:endParaRPr lang="ru-RU"/>
        </a:p>
      </dgm:t>
    </dgm:pt>
    <dgm:pt modelId="{A1527EC2-5009-4DC0-B050-4D97C787F32B}">
      <dgm:prSet/>
      <dgm:spPr/>
      <dgm:t>
        <a:bodyPr/>
        <a:lstStyle/>
        <a:p>
          <a:r>
            <a:rPr lang="ru-RU" dirty="0"/>
            <a:t>15) </a:t>
          </a:r>
          <a:r>
            <a:rPr lang="ru-RU" b="1" dirty="0"/>
            <a:t>защиту своих прав</a:t>
          </a:r>
          <a:r>
            <a:rPr lang="ru-RU" dirty="0"/>
            <a:t> и законных интересов на гражданской службе, включая обжалование в суд их нарушения;</a:t>
          </a:r>
        </a:p>
      </dgm:t>
    </dgm:pt>
    <dgm:pt modelId="{551C5FCC-0D95-4D44-A1E7-8AA1B6DF8BDF}" type="parTrans" cxnId="{C3A9C12F-B594-4FB5-992F-6AC3D9C1A32D}">
      <dgm:prSet/>
      <dgm:spPr/>
      <dgm:t>
        <a:bodyPr/>
        <a:lstStyle/>
        <a:p>
          <a:endParaRPr lang="ru-RU"/>
        </a:p>
      </dgm:t>
    </dgm:pt>
    <dgm:pt modelId="{D817A607-C251-4527-AE94-254549D34AE6}" type="sibTrans" cxnId="{C3A9C12F-B594-4FB5-992F-6AC3D9C1A32D}">
      <dgm:prSet/>
      <dgm:spPr/>
      <dgm:t>
        <a:bodyPr/>
        <a:lstStyle/>
        <a:p>
          <a:endParaRPr lang="ru-RU"/>
        </a:p>
      </dgm:t>
    </dgm:pt>
    <dgm:pt modelId="{0B3581CA-1C9A-481A-94F8-0A52FD2EC66F}">
      <dgm:prSet/>
      <dgm:spPr/>
      <dgm:t>
        <a:bodyPr/>
        <a:lstStyle/>
        <a:p>
          <a:r>
            <a:rPr lang="ru-RU" dirty="0"/>
            <a:t>16) </a:t>
          </a:r>
          <a:r>
            <a:rPr lang="ru-RU" b="1" dirty="0"/>
            <a:t>медицинское страхование </a:t>
          </a:r>
          <a:r>
            <a:rPr lang="ru-RU" dirty="0"/>
            <a:t>в соответствии с Федеральным законом 79 и федеральным законом о медицинском страховании государственных служащих Российской Федерации;</a:t>
          </a:r>
        </a:p>
      </dgm:t>
    </dgm:pt>
    <dgm:pt modelId="{EBD82997-1915-46BC-B2AB-10916274BBC4}" type="parTrans" cxnId="{8EDB55D7-0579-4B98-87EA-C894D849B96A}">
      <dgm:prSet/>
      <dgm:spPr/>
      <dgm:t>
        <a:bodyPr/>
        <a:lstStyle/>
        <a:p>
          <a:endParaRPr lang="ru-RU"/>
        </a:p>
      </dgm:t>
    </dgm:pt>
    <dgm:pt modelId="{E0036210-D018-43BB-8CEA-3879D7D43E7E}" type="sibTrans" cxnId="{8EDB55D7-0579-4B98-87EA-C894D849B96A}">
      <dgm:prSet/>
      <dgm:spPr/>
      <dgm:t>
        <a:bodyPr/>
        <a:lstStyle/>
        <a:p>
          <a:endParaRPr lang="ru-RU"/>
        </a:p>
      </dgm:t>
    </dgm:pt>
    <dgm:pt modelId="{438E652A-ADB2-47BA-8F8F-2092656FFA2D}">
      <dgm:prSet/>
      <dgm:spPr/>
      <dgm:t>
        <a:bodyPr/>
        <a:lstStyle/>
        <a:p>
          <a:r>
            <a:rPr lang="ru-RU" dirty="0"/>
            <a:t>17) государственную </a:t>
          </a:r>
          <a:r>
            <a:rPr lang="ru-RU" b="1" dirty="0"/>
            <a:t>защиту своих жизни и здоровья</a:t>
          </a:r>
          <a:r>
            <a:rPr lang="ru-RU" dirty="0"/>
            <a:t>, жизни и здоровья членов своей семьи, а также принадлежащего ему имущества;</a:t>
          </a:r>
        </a:p>
      </dgm:t>
    </dgm:pt>
    <dgm:pt modelId="{E05E6A23-2463-46B9-BA65-9C23014CDA7E}" type="parTrans" cxnId="{F00E9BE2-C2BB-4E2B-8661-AAC11BD2A9CC}">
      <dgm:prSet/>
      <dgm:spPr/>
      <dgm:t>
        <a:bodyPr/>
        <a:lstStyle/>
        <a:p>
          <a:endParaRPr lang="ru-RU"/>
        </a:p>
      </dgm:t>
    </dgm:pt>
    <dgm:pt modelId="{7FD16853-5F0B-4C75-8E7C-EFDB33AEF27D}" type="sibTrans" cxnId="{F00E9BE2-C2BB-4E2B-8661-AAC11BD2A9CC}">
      <dgm:prSet/>
      <dgm:spPr/>
      <dgm:t>
        <a:bodyPr/>
        <a:lstStyle/>
        <a:p>
          <a:endParaRPr lang="ru-RU"/>
        </a:p>
      </dgm:t>
    </dgm:pt>
    <dgm:pt modelId="{24C3EC3B-4904-42BB-9004-8F23684EF157}">
      <dgm:prSet/>
      <dgm:spPr/>
      <dgm:t>
        <a:bodyPr/>
        <a:lstStyle/>
        <a:p>
          <a:r>
            <a:rPr lang="ru-RU" dirty="0"/>
            <a:t>18) государственное </a:t>
          </a:r>
          <a:r>
            <a:rPr lang="ru-RU" b="1" dirty="0"/>
            <a:t>пенсионное обеспечение </a:t>
          </a:r>
          <a:r>
            <a:rPr lang="ru-RU" dirty="0"/>
            <a:t>в соответствии с федеральным законом.</a:t>
          </a:r>
        </a:p>
      </dgm:t>
    </dgm:pt>
    <dgm:pt modelId="{47DFB9C8-8AFB-408C-B77B-670C37B3EBE5}" type="parTrans" cxnId="{777F39B9-6262-44CC-9725-04687DB4242D}">
      <dgm:prSet/>
      <dgm:spPr/>
      <dgm:t>
        <a:bodyPr/>
        <a:lstStyle/>
        <a:p>
          <a:endParaRPr lang="ru-RU"/>
        </a:p>
      </dgm:t>
    </dgm:pt>
    <dgm:pt modelId="{4ED837E3-6287-457A-9D85-5EBE2DEF8E27}" type="sibTrans" cxnId="{777F39B9-6262-44CC-9725-04687DB4242D}">
      <dgm:prSet/>
      <dgm:spPr/>
      <dgm:t>
        <a:bodyPr/>
        <a:lstStyle/>
        <a:p>
          <a:endParaRPr lang="ru-RU"/>
        </a:p>
      </dgm:t>
    </dgm:pt>
    <dgm:pt modelId="{B4C85E06-7414-4EA5-8E67-5E50E8CC88DE}" type="pres">
      <dgm:prSet presAssocID="{7A59A21A-EAFD-4C9D-81F6-49E4E37822C3}" presName="linear" presStyleCnt="0">
        <dgm:presLayoutVars>
          <dgm:animLvl val="lvl"/>
          <dgm:resizeHandles val="exact"/>
        </dgm:presLayoutVars>
      </dgm:prSet>
      <dgm:spPr/>
    </dgm:pt>
    <dgm:pt modelId="{39AF40DB-286D-4BA6-8FA9-5BDE19AD6585}" type="pres">
      <dgm:prSet presAssocID="{383FC8D3-5097-4620-9260-C6366D1B819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8177198-595A-4572-8869-39D0DBD56DF1}" type="pres">
      <dgm:prSet presAssocID="{9E25A2EB-5527-4EE2-9412-A78CEAE1CA76}" presName="spacer" presStyleCnt="0"/>
      <dgm:spPr/>
    </dgm:pt>
    <dgm:pt modelId="{5881B534-A9C0-4822-B0E3-0534A530C44C}" type="pres">
      <dgm:prSet presAssocID="{6DCD59DF-680A-442B-A807-DD888AB66013}" presName="parentText" presStyleLbl="node1" presStyleIdx="1" presStyleCnt="6" custScaleY="82645">
        <dgm:presLayoutVars>
          <dgm:chMax val="0"/>
          <dgm:bulletEnabled val="1"/>
        </dgm:presLayoutVars>
      </dgm:prSet>
      <dgm:spPr/>
    </dgm:pt>
    <dgm:pt modelId="{D496CBE5-D3C5-44DA-A679-9B8731C53059}" type="pres">
      <dgm:prSet presAssocID="{4268EB0B-0857-493D-AA5A-B5D82B69F070}" presName="spacer" presStyleCnt="0"/>
      <dgm:spPr/>
    </dgm:pt>
    <dgm:pt modelId="{2CB80FBA-FEFE-43BC-8227-C931EBA1581D}" type="pres">
      <dgm:prSet presAssocID="{A1527EC2-5009-4DC0-B050-4D97C787F32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A66002A-801C-463D-97ED-6A97E0CD231C}" type="pres">
      <dgm:prSet presAssocID="{D817A607-C251-4527-AE94-254549D34AE6}" presName="spacer" presStyleCnt="0"/>
      <dgm:spPr/>
    </dgm:pt>
    <dgm:pt modelId="{3E16D81B-2E12-4F85-8C6A-523921493687}" type="pres">
      <dgm:prSet presAssocID="{0B3581CA-1C9A-481A-94F8-0A52FD2EC66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85E71D4-4360-4F11-837F-9B9A4D92ECE1}" type="pres">
      <dgm:prSet presAssocID="{E0036210-D018-43BB-8CEA-3879D7D43E7E}" presName="spacer" presStyleCnt="0"/>
      <dgm:spPr/>
    </dgm:pt>
    <dgm:pt modelId="{E02275F5-64F8-451C-B76E-073BA1768CB6}" type="pres">
      <dgm:prSet presAssocID="{438E652A-ADB2-47BA-8F8F-2092656FFA2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BFC528D-7EDA-4B31-BB07-1B582178329A}" type="pres">
      <dgm:prSet presAssocID="{7FD16853-5F0B-4C75-8E7C-EFDB33AEF27D}" presName="spacer" presStyleCnt="0"/>
      <dgm:spPr/>
    </dgm:pt>
    <dgm:pt modelId="{24002F13-7A27-4D65-B76F-C517A7F9987F}" type="pres">
      <dgm:prSet presAssocID="{24C3EC3B-4904-42BB-9004-8F23684EF157}" presName="parentText" presStyleLbl="node1" presStyleIdx="5" presStyleCnt="6" custScaleY="82645">
        <dgm:presLayoutVars>
          <dgm:chMax val="0"/>
          <dgm:bulletEnabled val="1"/>
        </dgm:presLayoutVars>
      </dgm:prSet>
      <dgm:spPr/>
    </dgm:pt>
  </dgm:ptLst>
  <dgm:cxnLst>
    <dgm:cxn modelId="{6CF6A909-0E74-433C-8D17-B2759AB3A13C}" srcId="{7A59A21A-EAFD-4C9D-81F6-49E4E37822C3}" destId="{6DCD59DF-680A-442B-A807-DD888AB66013}" srcOrd="1" destOrd="0" parTransId="{2C488E05-976B-414D-8886-DBAD7950AEA9}" sibTransId="{4268EB0B-0857-493D-AA5A-B5D82B69F070}"/>
    <dgm:cxn modelId="{2C25E312-21A6-4753-8D98-39722C520330}" srcId="{7A59A21A-EAFD-4C9D-81F6-49E4E37822C3}" destId="{383FC8D3-5097-4620-9260-C6366D1B8190}" srcOrd="0" destOrd="0" parTransId="{D06DF3C9-7D74-4076-AD63-277480CA6FD7}" sibTransId="{9E25A2EB-5527-4EE2-9412-A78CEAE1CA76}"/>
    <dgm:cxn modelId="{71D69227-963A-4C5D-9D3C-26B9CD69BCD4}" type="presOf" srcId="{438E652A-ADB2-47BA-8F8F-2092656FFA2D}" destId="{E02275F5-64F8-451C-B76E-073BA1768CB6}" srcOrd="0" destOrd="0" presId="urn:microsoft.com/office/officeart/2005/8/layout/vList2"/>
    <dgm:cxn modelId="{C3A9C12F-B594-4FB5-992F-6AC3D9C1A32D}" srcId="{7A59A21A-EAFD-4C9D-81F6-49E4E37822C3}" destId="{A1527EC2-5009-4DC0-B050-4D97C787F32B}" srcOrd="2" destOrd="0" parTransId="{551C5FCC-0D95-4D44-A1E7-8AA1B6DF8BDF}" sibTransId="{D817A607-C251-4527-AE94-254549D34AE6}"/>
    <dgm:cxn modelId="{C02A1C4C-AC7F-4D61-93A5-697DE9F20C9D}" type="presOf" srcId="{0B3581CA-1C9A-481A-94F8-0A52FD2EC66F}" destId="{3E16D81B-2E12-4F85-8C6A-523921493687}" srcOrd="0" destOrd="0" presId="urn:microsoft.com/office/officeart/2005/8/layout/vList2"/>
    <dgm:cxn modelId="{06A86E97-8C37-4C53-A000-62A5307B3FE5}" type="presOf" srcId="{A1527EC2-5009-4DC0-B050-4D97C787F32B}" destId="{2CB80FBA-FEFE-43BC-8227-C931EBA1581D}" srcOrd="0" destOrd="0" presId="urn:microsoft.com/office/officeart/2005/8/layout/vList2"/>
    <dgm:cxn modelId="{08010BA2-AC32-4092-974F-0FD73803E552}" type="presOf" srcId="{7A59A21A-EAFD-4C9D-81F6-49E4E37822C3}" destId="{B4C85E06-7414-4EA5-8E67-5E50E8CC88DE}" srcOrd="0" destOrd="0" presId="urn:microsoft.com/office/officeart/2005/8/layout/vList2"/>
    <dgm:cxn modelId="{777F39B9-6262-44CC-9725-04687DB4242D}" srcId="{7A59A21A-EAFD-4C9D-81F6-49E4E37822C3}" destId="{24C3EC3B-4904-42BB-9004-8F23684EF157}" srcOrd="5" destOrd="0" parTransId="{47DFB9C8-8AFB-408C-B77B-670C37B3EBE5}" sibTransId="{4ED837E3-6287-457A-9D85-5EBE2DEF8E27}"/>
    <dgm:cxn modelId="{3A8829BB-84DF-4D4E-BEA2-9D80BC1B404E}" type="presOf" srcId="{6DCD59DF-680A-442B-A807-DD888AB66013}" destId="{5881B534-A9C0-4822-B0E3-0534A530C44C}" srcOrd="0" destOrd="0" presId="urn:microsoft.com/office/officeart/2005/8/layout/vList2"/>
    <dgm:cxn modelId="{333E95CC-229F-48DD-9158-8E4D354364DF}" type="presOf" srcId="{24C3EC3B-4904-42BB-9004-8F23684EF157}" destId="{24002F13-7A27-4D65-B76F-C517A7F9987F}" srcOrd="0" destOrd="0" presId="urn:microsoft.com/office/officeart/2005/8/layout/vList2"/>
    <dgm:cxn modelId="{8EDB55D7-0579-4B98-87EA-C894D849B96A}" srcId="{7A59A21A-EAFD-4C9D-81F6-49E4E37822C3}" destId="{0B3581CA-1C9A-481A-94F8-0A52FD2EC66F}" srcOrd="3" destOrd="0" parTransId="{EBD82997-1915-46BC-B2AB-10916274BBC4}" sibTransId="{E0036210-D018-43BB-8CEA-3879D7D43E7E}"/>
    <dgm:cxn modelId="{F00E9BE2-C2BB-4E2B-8661-AAC11BD2A9CC}" srcId="{7A59A21A-EAFD-4C9D-81F6-49E4E37822C3}" destId="{438E652A-ADB2-47BA-8F8F-2092656FFA2D}" srcOrd="4" destOrd="0" parTransId="{E05E6A23-2463-46B9-BA65-9C23014CDA7E}" sibTransId="{7FD16853-5F0B-4C75-8E7C-EFDB33AEF27D}"/>
    <dgm:cxn modelId="{EA9C00F8-EAF0-4E53-9A3B-2E2BE54520E5}" type="presOf" srcId="{383FC8D3-5097-4620-9260-C6366D1B8190}" destId="{39AF40DB-286D-4BA6-8FA9-5BDE19AD6585}" srcOrd="0" destOrd="0" presId="urn:microsoft.com/office/officeart/2005/8/layout/vList2"/>
    <dgm:cxn modelId="{95F4C7FA-09BE-46B5-A2CC-5B68C5F0BA50}" type="presParOf" srcId="{B4C85E06-7414-4EA5-8E67-5E50E8CC88DE}" destId="{39AF40DB-286D-4BA6-8FA9-5BDE19AD6585}" srcOrd="0" destOrd="0" presId="urn:microsoft.com/office/officeart/2005/8/layout/vList2"/>
    <dgm:cxn modelId="{85D79060-F6C5-4AE5-A09F-E38E946CDA36}" type="presParOf" srcId="{B4C85E06-7414-4EA5-8E67-5E50E8CC88DE}" destId="{F8177198-595A-4572-8869-39D0DBD56DF1}" srcOrd="1" destOrd="0" presId="urn:microsoft.com/office/officeart/2005/8/layout/vList2"/>
    <dgm:cxn modelId="{C105CEDC-01D9-43AF-8A2F-13957A2B02EA}" type="presParOf" srcId="{B4C85E06-7414-4EA5-8E67-5E50E8CC88DE}" destId="{5881B534-A9C0-4822-B0E3-0534A530C44C}" srcOrd="2" destOrd="0" presId="urn:microsoft.com/office/officeart/2005/8/layout/vList2"/>
    <dgm:cxn modelId="{2F1DBE46-F37F-41ED-857D-4752AF3DFC45}" type="presParOf" srcId="{B4C85E06-7414-4EA5-8E67-5E50E8CC88DE}" destId="{D496CBE5-D3C5-44DA-A679-9B8731C53059}" srcOrd="3" destOrd="0" presId="urn:microsoft.com/office/officeart/2005/8/layout/vList2"/>
    <dgm:cxn modelId="{EF78035D-C2D9-415F-AFC9-0E173B30C1BB}" type="presParOf" srcId="{B4C85E06-7414-4EA5-8E67-5E50E8CC88DE}" destId="{2CB80FBA-FEFE-43BC-8227-C931EBA1581D}" srcOrd="4" destOrd="0" presId="urn:microsoft.com/office/officeart/2005/8/layout/vList2"/>
    <dgm:cxn modelId="{594CFF8E-82A2-426A-BEAD-22038E57161B}" type="presParOf" srcId="{B4C85E06-7414-4EA5-8E67-5E50E8CC88DE}" destId="{9A66002A-801C-463D-97ED-6A97E0CD231C}" srcOrd="5" destOrd="0" presId="urn:microsoft.com/office/officeart/2005/8/layout/vList2"/>
    <dgm:cxn modelId="{B553FB66-2B06-4EC9-9D1B-81189AA5B928}" type="presParOf" srcId="{B4C85E06-7414-4EA5-8E67-5E50E8CC88DE}" destId="{3E16D81B-2E12-4F85-8C6A-523921493687}" srcOrd="6" destOrd="0" presId="urn:microsoft.com/office/officeart/2005/8/layout/vList2"/>
    <dgm:cxn modelId="{1D4FD586-E4CB-416C-82CC-0F85954615BC}" type="presParOf" srcId="{B4C85E06-7414-4EA5-8E67-5E50E8CC88DE}" destId="{185E71D4-4360-4F11-837F-9B9A4D92ECE1}" srcOrd="7" destOrd="0" presId="urn:microsoft.com/office/officeart/2005/8/layout/vList2"/>
    <dgm:cxn modelId="{B61C1B60-AFBA-4B0F-BA64-74A9080289C8}" type="presParOf" srcId="{B4C85E06-7414-4EA5-8E67-5E50E8CC88DE}" destId="{E02275F5-64F8-451C-B76E-073BA1768CB6}" srcOrd="8" destOrd="0" presId="urn:microsoft.com/office/officeart/2005/8/layout/vList2"/>
    <dgm:cxn modelId="{C9B0587A-542D-4DE9-8778-7FC5FC8B09C1}" type="presParOf" srcId="{B4C85E06-7414-4EA5-8E67-5E50E8CC88DE}" destId="{4BFC528D-7EDA-4B31-BB07-1B582178329A}" srcOrd="9" destOrd="0" presId="urn:microsoft.com/office/officeart/2005/8/layout/vList2"/>
    <dgm:cxn modelId="{DE046EFC-DDA8-400C-9696-60EDCE73E8C2}" type="presParOf" srcId="{B4C85E06-7414-4EA5-8E67-5E50E8CC88DE}" destId="{24002F13-7A27-4D65-B76F-C517A7F9987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6398853-C70B-4013-AEA6-14B0F1E5432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C3B8FD67-FE06-4E38-A72A-26667113BFBA}">
      <dgm:prSet/>
      <dgm:spPr/>
      <dgm:t>
        <a:bodyPr/>
        <a:lstStyle/>
        <a:p>
          <a:r>
            <a:rPr lang="ru-RU" dirty="0"/>
            <a:t>1) </a:t>
          </a:r>
          <a:r>
            <a:rPr lang="ru-RU" b="1" dirty="0"/>
            <a:t>соблюдать</a:t>
          </a:r>
          <a:r>
            <a:rPr lang="ru-RU" dirty="0"/>
            <a:t> Конституцию Российской Федерации, федеральные конституционные законы, федеральные законы, иные </a:t>
          </a:r>
          <a:r>
            <a:rPr lang="ru-RU" b="1" dirty="0"/>
            <a:t>нормативные правовые акты</a:t>
          </a:r>
          <a:r>
            <a:rPr lang="ru-RU" dirty="0"/>
            <a:t> Российской Федерации, конституции (уставы), законы и иные нормативные правовые акты субъектов Российской Федерации и </a:t>
          </a:r>
          <a:r>
            <a:rPr lang="ru-RU" b="1" dirty="0"/>
            <a:t>обеспечивать их исполнение</a:t>
          </a:r>
          <a:r>
            <a:rPr lang="ru-RU" dirty="0"/>
            <a:t>;</a:t>
          </a:r>
        </a:p>
      </dgm:t>
    </dgm:pt>
    <dgm:pt modelId="{C09D4901-AEC5-443A-A3BC-6E23683E3369}" type="parTrans" cxnId="{9AF0CB95-853A-40F7-BFFB-28499BA36154}">
      <dgm:prSet/>
      <dgm:spPr/>
      <dgm:t>
        <a:bodyPr/>
        <a:lstStyle/>
        <a:p>
          <a:endParaRPr lang="ru-RU"/>
        </a:p>
      </dgm:t>
    </dgm:pt>
    <dgm:pt modelId="{2DD5DA83-5278-40B9-A4C2-411C83D3E476}" type="sibTrans" cxnId="{9AF0CB95-853A-40F7-BFFB-28499BA36154}">
      <dgm:prSet/>
      <dgm:spPr/>
      <dgm:t>
        <a:bodyPr/>
        <a:lstStyle/>
        <a:p>
          <a:endParaRPr lang="ru-RU"/>
        </a:p>
      </dgm:t>
    </dgm:pt>
    <dgm:pt modelId="{A40F628C-D58A-423A-B580-94F022149311}">
      <dgm:prSet/>
      <dgm:spPr/>
      <dgm:t>
        <a:bodyPr/>
        <a:lstStyle/>
        <a:p>
          <a:r>
            <a:rPr lang="ru-RU" dirty="0"/>
            <a:t>2) </a:t>
          </a:r>
          <a:r>
            <a:rPr lang="ru-RU" b="1" dirty="0"/>
            <a:t>исполнять должностные обязанности </a:t>
          </a:r>
          <a:r>
            <a:rPr lang="ru-RU" dirty="0"/>
            <a:t>в соответствии с должностным регламентом;</a:t>
          </a:r>
        </a:p>
      </dgm:t>
    </dgm:pt>
    <dgm:pt modelId="{0BADE6AE-D1A6-41E6-ACCE-4030F6B73B2E}" type="parTrans" cxnId="{EA86733D-DEB7-4CD6-90E6-9AB4B83E42B6}">
      <dgm:prSet/>
      <dgm:spPr/>
      <dgm:t>
        <a:bodyPr/>
        <a:lstStyle/>
        <a:p>
          <a:endParaRPr lang="ru-RU"/>
        </a:p>
      </dgm:t>
    </dgm:pt>
    <dgm:pt modelId="{D82D5452-5B54-4532-8F2B-2A0CED231117}" type="sibTrans" cxnId="{EA86733D-DEB7-4CD6-90E6-9AB4B83E42B6}">
      <dgm:prSet/>
      <dgm:spPr/>
      <dgm:t>
        <a:bodyPr/>
        <a:lstStyle/>
        <a:p>
          <a:endParaRPr lang="ru-RU"/>
        </a:p>
      </dgm:t>
    </dgm:pt>
    <dgm:pt modelId="{B1ED7940-2319-416A-BCC5-C54A6BEA1569}">
      <dgm:prSet/>
      <dgm:spPr/>
      <dgm:t>
        <a:bodyPr/>
        <a:lstStyle/>
        <a:p>
          <a:r>
            <a:rPr lang="ru-RU" dirty="0"/>
            <a:t>3) </a:t>
          </a:r>
          <a:r>
            <a:rPr lang="ru-RU" b="1" dirty="0"/>
            <a:t>исполнять поручения соответствующих руководителей</a:t>
          </a:r>
          <a:r>
            <a:rPr lang="ru-RU" dirty="0"/>
            <a:t>, данные в пределах их полномочий, установленных законодательством Российской Федерации;</a:t>
          </a:r>
        </a:p>
      </dgm:t>
    </dgm:pt>
    <dgm:pt modelId="{89E7D2AE-AB82-4F2D-8E96-70502FFA358C}" type="parTrans" cxnId="{2F3B208A-E2FA-42F5-8A68-95C49913353F}">
      <dgm:prSet/>
      <dgm:spPr/>
      <dgm:t>
        <a:bodyPr/>
        <a:lstStyle/>
        <a:p>
          <a:endParaRPr lang="ru-RU"/>
        </a:p>
      </dgm:t>
    </dgm:pt>
    <dgm:pt modelId="{9EC52C07-101B-4EE9-9820-A8F4E2135C1D}" type="sibTrans" cxnId="{2F3B208A-E2FA-42F5-8A68-95C49913353F}">
      <dgm:prSet/>
      <dgm:spPr/>
      <dgm:t>
        <a:bodyPr/>
        <a:lstStyle/>
        <a:p>
          <a:endParaRPr lang="ru-RU"/>
        </a:p>
      </dgm:t>
    </dgm:pt>
    <dgm:pt modelId="{DAB5973A-E402-4A4C-B615-D7982653C673}">
      <dgm:prSet/>
      <dgm:spPr/>
      <dgm:t>
        <a:bodyPr/>
        <a:lstStyle/>
        <a:p>
          <a:r>
            <a:rPr lang="ru-RU" dirty="0"/>
            <a:t>4) </a:t>
          </a:r>
          <a:r>
            <a:rPr lang="ru-RU" b="1" dirty="0"/>
            <a:t>соблюдать</a:t>
          </a:r>
          <a:r>
            <a:rPr lang="ru-RU" dirty="0"/>
            <a:t> при исполнении должностных обязанностей </a:t>
          </a:r>
          <a:r>
            <a:rPr lang="ru-RU" b="1" dirty="0"/>
            <a:t>права и законные интересы</a:t>
          </a:r>
          <a:r>
            <a:rPr lang="ru-RU" dirty="0"/>
            <a:t> граждан и организаций;</a:t>
          </a:r>
        </a:p>
      </dgm:t>
    </dgm:pt>
    <dgm:pt modelId="{F68ECD5C-E580-4B57-8E05-A5FEE5AA4AA7}" type="parTrans" cxnId="{BAA83FA4-E6AE-4722-80CD-7B2BBAC3108C}">
      <dgm:prSet/>
      <dgm:spPr/>
      <dgm:t>
        <a:bodyPr/>
        <a:lstStyle/>
        <a:p>
          <a:endParaRPr lang="ru-RU"/>
        </a:p>
      </dgm:t>
    </dgm:pt>
    <dgm:pt modelId="{61E7FFDE-FDD9-4044-806D-4348226C2E38}" type="sibTrans" cxnId="{BAA83FA4-E6AE-4722-80CD-7B2BBAC3108C}">
      <dgm:prSet/>
      <dgm:spPr/>
      <dgm:t>
        <a:bodyPr/>
        <a:lstStyle/>
        <a:p>
          <a:endParaRPr lang="ru-RU"/>
        </a:p>
      </dgm:t>
    </dgm:pt>
    <dgm:pt modelId="{58DE4889-97DF-44A9-850F-9D874C34EC5D}">
      <dgm:prSet/>
      <dgm:spPr/>
      <dgm:t>
        <a:bodyPr/>
        <a:lstStyle/>
        <a:p>
          <a:r>
            <a:rPr lang="ru-RU" dirty="0"/>
            <a:t>5) </a:t>
          </a:r>
          <a:r>
            <a:rPr lang="ru-RU" b="1" dirty="0"/>
            <a:t>соблюдать служебный распорядок </a:t>
          </a:r>
          <a:r>
            <a:rPr lang="ru-RU" dirty="0"/>
            <a:t>государственного органа;</a:t>
          </a:r>
        </a:p>
      </dgm:t>
    </dgm:pt>
    <dgm:pt modelId="{67625AC2-FAE2-4657-8F59-BD6D6CEA744D}" type="parTrans" cxnId="{34AD2356-90CB-4B59-A6A6-A0860AFC2B78}">
      <dgm:prSet/>
      <dgm:spPr/>
      <dgm:t>
        <a:bodyPr/>
        <a:lstStyle/>
        <a:p>
          <a:endParaRPr lang="ru-RU"/>
        </a:p>
      </dgm:t>
    </dgm:pt>
    <dgm:pt modelId="{B6AEE88C-EABF-47DC-A3D8-BCE623F13594}" type="sibTrans" cxnId="{34AD2356-90CB-4B59-A6A6-A0860AFC2B78}">
      <dgm:prSet/>
      <dgm:spPr/>
      <dgm:t>
        <a:bodyPr/>
        <a:lstStyle/>
        <a:p>
          <a:endParaRPr lang="ru-RU"/>
        </a:p>
      </dgm:t>
    </dgm:pt>
    <dgm:pt modelId="{757207AC-7183-4BEB-A6D0-17E60448BAA5}">
      <dgm:prSet/>
      <dgm:spPr/>
      <dgm:t>
        <a:bodyPr/>
        <a:lstStyle/>
        <a:p>
          <a:r>
            <a:rPr lang="ru-RU" dirty="0"/>
            <a:t>6) </a:t>
          </a:r>
          <a:r>
            <a:rPr lang="ru-RU" b="1" dirty="0"/>
            <a:t>поддерживать профессиональный уровень</a:t>
          </a:r>
          <a:r>
            <a:rPr lang="ru-RU" dirty="0"/>
            <a:t>, необходимый для надлежащего исполнения должностных обязанностей;</a:t>
          </a:r>
        </a:p>
      </dgm:t>
    </dgm:pt>
    <dgm:pt modelId="{C547B7D7-49E4-4D7A-9557-DAD10767EC45}" type="parTrans" cxnId="{96054DF2-62B2-49D6-942A-7F03B84BDB93}">
      <dgm:prSet/>
      <dgm:spPr/>
      <dgm:t>
        <a:bodyPr/>
        <a:lstStyle/>
        <a:p>
          <a:endParaRPr lang="ru-RU"/>
        </a:p>
      </dgm:t>
    </dgm:pt>
    <dgm:pt modelId="{7154EA59-5219-4A23-A5AB-03D47BFC09D2}" type="sibTrans" cxnId="{96054DF2-62B2-49D6-942A-7F03B84BDB93}">
      <dgm:prSet/>
      <dgm:spPr/>
      <dgm:t>
        <a:bodyPr/>
        <a:lstStyle/>
        <a:p>
          <a:endParaRPr lang="ru-RU"/>
        </a:p>
      </dgm:t>
    </dgm:pt>
    <dgm:pt modelId="{F09D0B91-A9F2-4DBA-A4B1-2235F9C1C6E7}">
      <dgm:prSet/>
      <dgm:spPr/>
      <dgm:t>
        <a:bodyPr/>
        <a:lstStyle/>
        <a:p>
          <a:r>
            <a:rPr lang="ru-RU" dirty="0"/>
            <a:t>7) </a:t>
          </a:r>
          <a:r>
            <a:rPr lang="ru-RU" b="1" dirty="0"/>
            <a:t>не разглашать сведения</a:t>
          </a:r>
          <a:r>
            <a:rPr lang="ru-RU" dirty="0"/>
            <a:t>, составляющие государственную и иную охраняемую федеральным законом тайну, а также сведения, ставшие ему известными в связи с исполнением должностных обязанностей, в том числе сведения, касающиеся частной жизни и здоровья граждан или затрагивающие их честь и достоинство;</a:t>
          </a:r>
        </a:p>
      </dgm:t>
    </dgm:pt>
    <dgm:pt modelId="{5E5148C3-18E1-4B49-B35F-90642588F29C}" type="parTrans" cxnId="{335F634A-EEFE-44D0-A7AC-C75B4172BCC1}">
      <dgm:prSet/>
      <dgm:spPr/>
      <dgm:t>
        <a:bodyPr/>
        <a:lstStyle/>
        <a:p>
          <a:endParaRPr lang="ru-RU"/>
        </a:p>
      </dgm:t>
    </dgm:pt>
    <dgm:pt modelId="{ADD87644-E352-4CB2-9139-E4B20EB0274A}" type="sibTrans" cxnId="{335F634A-EEFE-44D0-A7AC-C75B4172BCC1}">
      <dgm:prSet/>
      <dgm:spPr/>
      <dgm:t>
        <a:bodyPr/>
        <a:lstStyle/>
        <a:p>
          <a:endParaRPr lang="ru-RU"/>
        </a:p>
      </dgm:t>
    </dgm:pt>
    <dgm:pt modelId="{8EC9CB60-3207-486E-85F3-B7FC76A0A67D}" type="pres">
      <dgm:prSet presAssocID="{E6398853-C70B-4013-AEA6-14B0F1E5432C}" presName="linear" presStyleCnt="0">
        <dgm:presLayoutVars>
          <dgm:animLvl val="lvl"/>
          <dgm:resizeHandles val="exact"/>
        </dgm:presLayoutVars>
      </dgm:prSet>
      <dgm:spPr/>
    </dgm:pt>
    <dgm:pt modelId="{D9AEC014-1D72-4590-ABD0-92906C364884}" type="pres">
      <dgm:prSet presAssocID="{C3B8FD67-FE06-4E38-A72A-26667113BFB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69D4BD-A834-44F5-A28A-37541389AE2F}" type="pres">
      <dgm:prSet presAssocID="{2DD5DA83-5278-40B9-A4C2-411C83D3E476}" presName="spacer" presStyleCnt="0"/>
      <dgm:spPr/>
    </dgm:pt>
    <dgm:pt modelId="{8773BFB4-6D8E-4E65-8963-646DD5B6A8B8}" type="pres">
      <dgm:prSet presAssocID="{A40F628C-D58A-423A-B580-94F022149311}" presName="parentText" presStyleLbl="node1" presStyleIdx="1" presStyleCnt="7" custScaleY="51316">
        <dgm:presLayoutVars>
          <dgm:chMax val="0"/>
          <dgm:bulletEnabled val="1"/>
        </dgm:presLayoutVars>
      </dgm:prSet>
      <dgm:spPr/>
    </dgm:pt>
    <dgm:pt modelId="{BC994698-D552-45FA-8623-CCDF5142719E}" type="pres">
      <dgm:prSet presAssocID="{D82D5452-5B54-4532-8F2B-2A0CED231117}" presName="spacer" presStyleCnt="0"/>
      <dgm:spPr/>
    </dgm:pt>
    <dgm:pt modelId="{C8CA916D-4C08-46DE-A284-913CD6E308EA}" type="pres">
      <dgm:prSet presAssocID="{B1ED7940-2319-416A-BCC5-C54A6BEA1569}" presName="parentText" presStyleLbl="node1" presStyleIdx="2" presStyleCnt="7" custScaleY="75132">
        <dgm:presLayoutVars>
          <dgm:chMax val="0"/>
          <dgm:bulletEnabled val="1"/>
        </dgm:presLayoutVars>
      </dgm:prSet>
      <dgm:spPr/>
    </dgm:pt>
    <dgm:pt modelId="{8ECAB2E0-7273-41B5-95FA-651E44445CE2}" type="pres">
      <dgm:prSet presAssocID="{9EC52C07-101B-4EE9-9820-A8F4E2135C1D}" presName="spacer" presStyleCnt="0"/>
      <dgm:spPr/>
    </dgm:pt>
    <dgm:pt modelId="{6EF299F0-1F5D-4209-9AE5-E7F60D8DBC21}" type="pres">
      <dgm:prSet presAssocID="{DAB5973A-E402-4A4C-B615-D7982653C673}" presName="parentText" presStyleLbl="node1" presStyleIdx="3" presStyleCnt="7" custScaleY="51316">
        <dgm:presLayoutVars>
          <dgm:chMax val="0"/>
          <dgm:bulletEnabled val="1"/>
        </dgm:presLayoutVars>
      </dgm:prSet>
      <dgm:spPr/>
    </dgm:pt>
    <dgm:pt modelId="{96F78080-109F-4EBF-855E-27948D7E083C}" type="pres">
      <dgm:prSet presAssocID="{61E7FFDE-FDD9-4044-806D-4348226C2E38}" presName="spacer" presStyleCnt="0"/>
      <dgm:spPr/>
    </dgm:pt>
    <dgm:pt modelId="{7A1ACD88-8DCE-43B3-9CF6-63900941CAE0}" type="pres">
      <dgm:prSet presAssocID="{58DE4889-97DF-44A9-850F-9D874C34EC5D}" presName="parentText" presStyleLbl="node1" presStyleIdx="4" presStyleCnt="7" custScaleY="51316">
        <dgm:presLayoutVars>
          <dgm:chMax val="0"/>
          <dgm:bulletEnabled val="1"/>
        </dgm:presLayoutVars>
      </dgm:prSet>
      <dgm:spPr/>
    </dgm:pt>
    <dgm:pt modelId="{C0020396-7BCD-4F20-88AA-86165DBF02C3}" type="pres">
      <dgm:prSet presAssocID="{B6AEE88C-EABF-47DC-A3D8-BCE623F13594}" presName="spacer" presStyleCnt="0"/>
      <dgm:spPr/>
    </dgm:pt>
    <dgm:pt modelId="{B34F2E08-4B02-4597-BD2C-898AA2BE4B28}" type="pres">
      <dgm:prSet presAssocID="{757207AC-7183-4BEB-A6D0-17E60448BAA5}" presName="parentText" presStyleLbl="node1" presStyleIdx="5" presStyleCnt="7" custScaleY="51316">
        <dgm:presLayoutVars>
          <dgm:chMax val="0"/>
          <dgm:bulletEnabled val="1"/>
        </dgm:presLayoutVars>
      </dgm:prSet>
      <dgm:spPr/>
    </dgm:pt>
    <dgm:pt modelId="{753456D7-3477-4E11-B573-1D911449740B}" type="pres">
      <dgm:prSet presAssocID="{7154EA59-5219-4A23-A5AB-03D47BFC09D2}" presName="spacer" presStyleCnt="0"/>
      <dgm:spPr/>
    </dgm:pt>
    <dgm:pt modelId="{3869E087-34A2-4FB2-A830-CE1BCAA8AE02}" type="pres">
      <dgm:prSet presAssocID="{F09D0B91-A9F2-4DBA-A4B1-2235F9C1C6E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8571B23-B67D-4D0E-958C-772884633143}" type="presOf" srcId="{58DE4889-97DF-44A9-850F-9D874C34EC5D}" destId="{7A1ACD88-8DCE-43B3-9CF6-63900941CAE0}" srcOrd="0" destOrd="0" presId="urn:microsoft.com/office/officeart/2005/8/layout/vList2"/>
    <dgm:cxn modelId="{1AA83935-2EFA-4F55-9B37-3C1C444A955D}" type="presOf" srcId="{B1ED7940-2319-416A-BCC5-C54A6BEA1569}" destId="{C8CA916D-4C08-46DE-A284-913CD6E308EA}" srcOrd="0" destOrd="0" presId="urn:microsoft.com/office/officeart/2005/8/layout/vList2"/>
    <dgm:cxn modelId="{EA86733D-DEB7-4CD6-90E6-9AB4B83E42B6}" srcId="{E6398853-C70B-4013-AEA6-14B0F1E5432C}" destId="{A40F628C-D58A-423A-B580-94F022149311}" srcOrd="1" destOrd="0" parTransId="{0BADE6AE-D1A6-41E6-ACCE-4030F6B73B2E}" sibTransId="{D82D5452-5B54-4532-8F2B-2A0CED231117}"/>
    <dgm:cxn modelId="{E9DDB060-5061-4537-88FA-C61084AAF1C3}" type="presOf" srcId="{DAB5973A-E402-4A4C-B615-D7982653C673}" destId="{6EF299F0-1F5D-4209-9AE5-E7F60D8DBC21}" srcOrd="0" destOrd="0" presId="urn:microsoft.com/office/officeart/2005/8/layout/vList2"/>
    <dgm:cxn modelId="{335F634A-EEFE-44D0-A7AC-C75B4172BCC1}" srcId="{E6398853-C70B-4013-AEA6-14B0F1E5432C}" destId="{F09D0B91-A9F2-4DBA-A4B1-2235F9C1C6E7}" srcOrd="6" destOrd="0" parTransId="{5E5148C3-18E1-4B49-B35F-90642588F29C}" sibTransId="{ADD87644-E352-4CB2-9139-E4B20EB0274A}"/>
    <dgm:cxn modelId="{2592DA4B-792B-4F89-8540-AB519A8F4F8D}" type="presOf" srcId="{E6398853-C70B-4013-AEA6-14B0F1E5432C}" destId="{8EC9CB60-3207-486E-85F3-B7FC76A0A67D}" srcOrd="0" destOrd="0" presId="urn:microsoft.com/office/officeart/2005/8/layout/vList2"/>
    <dgm:cxn modelId="{ED1A234F-E7BC-4A1B-AD23-8C089F9D526D}" type="presOf" srcId="{757207AC-7183-4BEB-A6D0-17E60448BAA5}" destId="{B34F2E08-4B02-4597-BD2C-898AA2BE4B28}" srcOrd="0" destOrd="0" presId="urn:microsoft.com/office/officeart/2005/8/layout/vList2"/>
    <dgm:cxn modelId="{59D61B70-5107-45EA-9404-90452A71C0CE}" type="presOf" srcId="{F09D0B91-A9F2-4DBA-A4B1-2235F9C1C6E7}" destId="{3869E087-34A2-4FB2-A830-CE1BCAA8AE02}" srcOrd="0" destOrd="0" presId="urn:microsoft.com/office/officeart/2005/8/layout/vList2"/>
    <dgm:cxn modelId="{86BC5573-3A56-43AA-9531-C69B9428EB14}" type="presOf" srcId="{C3B8FD67-FE06-4E38-A72A-26667113BFBA}" destId="{D9AEC014-1D72-4590-ABD0-92906C364884}" srcOrd="0" destOrd="0" presId="urn:microsoft.com/office/officeart/2005/8/layout/vList2"/>
    <dgm:cxn modelId="{34AD2356-90CB-4B59-A6A6-A0860AFC2B78}" srcId="{E6398853-C70B-4013-AEA6-14B0F1E5432C}" destId="{58DE4889-97DF-44A9-850F-9D874C34EC5D}" srcOrd="4" destOrd="0" parTransId="{67625AC2-FAE2-4657-8F59-BD6D6CEA744D}" sibTransId="{B6AEE88C-EABF-47DC-A3D8-BCE623F13594}"/>
    <dgm:cxn modelId="{2F3B208A-E2FA-42F5-8A68-95C49913353F}" srcId="{E6398853-C70B-4013-AEA6-14B0F1E5432C}" destId="{B1ED7940-2319-416A-BCC5-C54A6BEA1569}" srcOrd="2" destOrd="0" parTransId="{89E7D2AE-AB82-4F2D-8E96-70502FFA358C}" sibTransId="{9EC52C07-101B-4EE9-9820-A8F4E2135C1D}"/>
    <dgm:cxn modelId="{9AF0CB95-853A-40F7-BFFB-28499BA36154}" srcId="{E6398853-C70B-4013-AEA6-14B0F1E5432C}" destId="{C3B8FD67-FE06-4E38-A72A-26667113BFBA}" srcOrd="0" destOrd="0" parTransId="{C09D4901-AEC5-443A-A3BC-6E23683E3369}" sibTransId="{2DD5DA83-5278-40B9-A4C2-411C83D3E476}"/>
    <dgm:cxn modelId="{BAA83FA4-E6AE-4722-80CD-7B2BBAC3108C}" srcId="{E6398853-C70B-4013-AEA6-14B0F1E5432C}" destId="{DAB5973A-E402-4A4C-B615-D7982653C673}" srcOrd="3" destOrd="0" parTransId="{F68ECD5C-E580-4B57-8E05-A5FEE5AA4AA7}" sibTransId="{61E7FFDE-FDD9-4044-806D-4348226C2E38}"/>
    <dgm:cxn modelId="{1B7FADAB-9CAB-44D0-BE52-0C2C9F58B927}" type="presOf" srcId="{A40F628C-D58A-423A-B580-94F022149311}" destId="{8773BFB4-6D8E-4E65-8963-646DD5B6A8B8}" srcOrd="0" destOrd="0" presId="urn:microsoft.com/office/officeart/2005/8/layout/vList2"/>
    <dgm:cxn modelId="{96054DF2-62B2-49D6-942A-7F03B84BDB93}" srcId="{E6398853-C70B-4013-AEA6-14B0F1E5432C}" destId="{757207AC-7183-4BEB-A6D0-17E60448BAA5}" srcOrd="5" destOrd="0" parTransId="{C547B7D7-49E4-4D7A-9557-DAD10767EC45}" sibTransId="{7154EA59-5219-4A23-A5AB-03D47BFC09D2}"/>
    <dgm:cxn modelId="{0D6DF39B-43C9-40FB-9714-11DEE624812F}" type="presParOf" srcId="{8EC9CB60-3207-486E-85F3-B7FC76A0A67D}" destId="{D9AEC014-1D72-4590-ABD0-92906C364884}" srcOrd="0" destOrd="0" presId="urn:microsoft.com/office/officeart/2005/8/layout/vList2"/>
    <dgm:cxn modelId="{2203A6D6-C0E7-4A0E-94E5-92561EF5FFC2}" type="presParOf" srcId="{8EC9CB60-3207-486E-85F3-B7FC76A0A67D}" destId="{8F69D4BD-A834-44F5-A28A-37541389AE2F}" srcOrd="1" destOrd="0" presId="urn:microsoft.com/office/officeart/2005/8/layout/vList2"/>
    <dgm:cxn modelId="{03EF4CFB-B812-4245-B119-07E6F00A5A92}" type="presParOf" srcId="{8EC9CB60-3207-486E-85F3-B7FC76A0A67D}" destId="{8773BFB4-6D8E-4E65-8963-646DD5B6A8B8}" srcOrd="2" destOrd="0" presId="urn:microsoft.com/office/officeart/2005/8/layout/vList2"/>
    <dgm:cxn modelId="{3058CC06-1E7F-42C0-B63C-AD3F2B9D9D66}" type="presParOf" srcId="{8EC9CB60-3207-486E-85F3-B7FC76A0A67D}" destId="{BC994698-D552-45FA-8623-CCDF5142719E}" srcOrd="3" destOrd="0" presId="urn:microsoft.com/office/officeart/2005/8/layout/vList2"/>
    <dgm:cxn modelId="{FCA2BBD9-AB04-4E9C-8FB2-4AE914D96CA3}" type="presParOf" srcId="{8EC9CB60-3207-486E-85F3-B7FC76A0A67D}" destId="{C8CA916D-4C08-46DE-A284-913CD6E308EA}" srcOrd="4" destOrd="0" presId="urn:microsoft.com/office/officeart/2005/8/layout/vList2"/>
    <dgm:cxn modelId="{79701E60-90C1-43A1-9615-BAB34DCA66DB}" type="presParOf" srcId="{8EC9CB60-3207-486E-85F3-B7FC76A0A67D}" destId="{8ECAB2E0-7273-41B5-95FA-651E44445CE2}" srcOrd="5" destOrd="0" presId="urn:microsoft.com/office/officeart/2005/8/layout/vList2"/>
    <dgm:cxn modelId="{754E5D36-0E15-4E1E-A22C-240EE23B50E6}" type="presParOf" srcId="{8EC9CB60-3207-486E-85F3-B7FC76A0A67D}" destId="{6EF299F0-1F5D-4209-9AE5-E7F60D8DBC21}" srcOrd="6" destOrd="0" presId="urn:microsoft.com/office/officeart/2005/8/layout/vList2"/>
    <dgm:cxn modelId="{7DFE773F-B0CA-45F6-BEA5-72D49949D8D9}" type="presParOf" srcId="{8EC9CB60-3207-486E-85F3-B7FC76A0A67D}" destId="{96F78080-109F-4EBF-855E-27948D7E083C}" srcOrd="7" destOrd="0" presId="urn:microsoft.com/office/officeart/2005/8/layout/vList2"/>
    <dgm:cxn modelId="{E29ABD6A-5858-4C23-80BD-4DD6C9060796}" type="presParOf" srcId="{8EC9CB60-3207-486E-85F3-B7FC76A0A67D}" destId="{7A1ACD88-8DCE-43B3-9CF6-63900941CAE0}" srcOrd="8" destOrd="0" presId="urn:microsoft.com/office/officeart/2005/8/layout/vList2"/>
    <dgm:cxn modelId="{0C784AE8-4F57-427C-AB6A-08C1974D9C47}" type="presParOf" srcId="{8EC9CB60-3207-486E-85F3-B7FC76A0A67D}" destId="{C0020396-7BCD-4F20-88AA-86165DBF02C3}" srcOrd="9" destOrd="0" presId="urn:microsoft.com/office/officeart/2005/8/layout/vList2"/>
    <dgm:cxn modelId="{59B725A5-C476-4ADE-B130-D63E6FC15093}" type="presParOf" srcId="{8EC9CB60-3207-486E-85F3-B7FC76A0A67D}" destId="{B34F2E08-4B02-4597-BD2C-898AA2BE4B28}" srcOrd="10" destOrd="0" presId="urn:microsoft.com/office/officeart/2005/8/layout/vList2"/>
    <dgm:cxn modelId="{8AA84DC2-995A-4D0F-B334-7EB4F0CA92E1}" type="presParOf" srcId="{8EC9CB60-3207-486E-85F3-B7FC76A0A67D}" destId="{753456D7-3477-4E11-B573-1D911449740B}" srcOrd="11" destOrd="0" presId="urn:microsoft.com/office/officeart/2005/8/layout/vList2"/>
    <dgm:cxn modelId="{27B49B0A-0B5D-4EC1-B982-7BA04DE0C407}" type="presParOf" srcId="{8EC9CB60-3207-486E-85F3-B7FC76A0A67D}" destId="{3869E087-34A2-4FB2-A830-CE1BCAA8AE0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6398853-C70B-4013-AEA6-14B0F1E5432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13568F3A-38AA-4D03-A9BE-F6F753BED326}">
      <dgm:prSet/>
      <dgm:spPr/>
      <dgm:t>
        <a:bodyPr/>
        <a:lstStyle/>
        <a:p>
          <a:r>
            <a:rPr lang="ru-RU" dirty="0"/>
            <a:t>8) </a:t>
          </a:r>
          <a:r>
            <a:rPr lang="ru-RU" b="1" dirty="0"/>
            <a:t>беречь государственное имущество</a:t>
          </a:r>
          <a:r>
            <a:rPr lang="ru-RU" dirty="0"/>
            <a:t>, в том числе предоставленное ему для исполнения должностных обязанностей;</a:t>
          </a:r>
        </a:p>
      </dgm:t>
    </dgm:pt>
    <dgm:pt modelId="{C534AE7A-23F2-4A3B-A342-DE69A62F947A}" type="parTrans" cxnId="{1EBBF770-B599-418D-BEAC-AE338DBE9D11}">
      <dgm:prSet/>
      <dgm:spPr/>
      <dgm:t>
        <a:bodyPr/>
        <a:lstStyle/>
        <a:p>
          <a:endParaRPr lang="ru-RU"/>
        </a:p>
      </dgm:t>
    </dgm:pt>
    <dgm:pt modelId="{6EC1D29B-80FE-445E-998A-DEF3A407ABFF}" type="sibTrans" cxnId="{1EBBF770-B599-418D-BEAC-AE338DBE9D11}">
      <dgm:prSet/>
      <dgm:spPr/>
      <dgm:t>
        <a:bodyPr/>
        <a:lstStyle/>
        <a:p>
          <a:endParaRPr lang="ru-RU"/>
        </a:p>
      </dgm:t>
    </dgm:pt>
    <dgm:pt modelId="{6D1BA8CF-9404-4F8A-9ACD-D61449B453FE}">
      <dgm:prSet/>
      <dgm:spPr/>
      <dgm:t>
        <a:bodyPr/>
        <a:lstStyle/>
        <a:p>
          <a:r>
            <a:rPr lang="ru-RU" dirty="0"/>
            <a:t>9) </a:t>
          </a:r>
          <a:r>
            <a:rPr lang="ru-RU" b="1" dirty="0"/>
            <a:t>представлять</a:t>
          </a:r>
          <a:r>
            <a:rPr lang="ru-RU" dirty="0"/>
            <a:t> в установленном порядке предусмотренные федеральным законом </a:t>
          </a:r>
          <a:r>
            <a:rPr lang="ru-RU" b="1" dirty="0"/>
            <a:t>сведения о себе и членах своей семьи</a:t>
          </a:r>
          <a:r>
            <a:rPr lang="ru-RU" dirty="0"/>
            <a:t>;</a:t>
          </a:r>
        </a:p>
      </dgm:t>
    </dgm:pt>
    <dgm:pt modelId="{3B4D5ADE-228C-415E-9BB6-7C7958AFF00C}" type="parTrans" cxnId="{3851B8B2-C24D-4873-A00D-0222D27739C7}">
      <dgm:prSet/>
      <dgm:spPr/>
      <dgm:t>
        <a:bodyPr/>
        <a:lstStyle/>
        <a:p>
          <a:endParaRPr lang="ru-RU"/>
        </a:p>
      </dgm:t>
    </dgm:pt>
    <dgm:pt modelId="{3BC7278D-6454-498A-B347-BC985E6EE120}" type="sibTrans" cxnId="{3851B8B2-C24D-4873-A00D-0222D27739C7}">
      <dgm:prSet/>
      <dgm:spPr/>
      <dgm:t>
        <a:bodyPr/>
        <a:lstStyle/>
        <a:p>
          <a:endParaRPr lang="ru-RU"/>
        </a:p>
      </dgm:t>
    </dgm:pt>
    <dgm:pt modelId="{2B34848A-412D-4493-B0CD-3C9D9108F01B}">
      <dgm:prSet/>
      <dgm:spPr/>
      <dgm:t>
        <a:bodyPr/>
        <a:lstStyle/>
        <a:p>
          <a:r>
            <a:rPr lang="ru-RU" dirty="0"/>
            <a:t>10) </a:t>
          </a:r>
          <a:r>
            <a:rPr lang="ru-RU" b="1" dirty="0"/>
            <a:t>сообщать </a:t>
          </a:r>
          <a:r>
            <a:rPr lang="ru-RU" b="0" dirty="0"/>
            <a:t>в письменной форме </a:t>
          </a:r>
          <a:r>
            <a:rPr lang="ru-RU" dirty="0"/>
            <a:t>представителю нанимателя </a:t>
          </a:r>
          <a:r>
            <a:rPr lang="ru-RU" b="1" dirty="0"/>
            <a:t>о прекращении гражданства </a:t>
          </a:r>
          <a:r>
            <a:rPr lang="ru-RU" dirty="0"/>
            <a:t>Российской Федерации или приобретении гражданства (подданства) иностранного государства либо получении вида на жительство или иного документа, подтверждающего право на постоянное проживание гражданина на территории иностранного государства…</a:t>
          </a:r>
        </a:p>
      </dgm:t>
    </dgm:pt>
    <dgm:pt modelId="{CC2C22B9-982D-4CB8-99A8-3A91D20F6DD0}" type="parTrans" cxnId="{554E633D-9A11-485D-8A99-035C20F1AD2E}">
      <dgm:prSet/>
      <dgm:spPr/>
      <dgm:t>
        <a:bodyPr/>
        <a:lstStyle/>
        <a:p>
          <a:endParaRPr lang="ru-RU"/>
        </a:p>
      </dgm:t>
    </dgm:pt>
    <dgm:pt modelId="{96D5918E-DF92-4597-BEB2-A645D4814B41}" type="sibTrans" cxnId="{554E633D-9A11-485D-8A99-035C20F1AD2E}">
      <dgm:prSet/>
      <dgm:spPr/>
      <dgm:t>
        <a:bodyPr/>
        <a:lstStyle/>
        <a:p>
          <a:endParaRPr lang="ru-RU"/>
        </a:p>
      </dgm:t>
    </dgm:pt>
    <dgm:pt modelId="{0ABD4613-9BE7-4553-9EA9-63791222EA82}">
      <dgm:prSet/>
      <dgm:spPr/>
      <dgm:t>
        <a:bodyPr/>
        <a:lstStyle/>
        <a:p>
          <a:r>
            <a:rPr lang="ru-RU" dirty="0"/>
            <a:t>11) </a:t>
          </a:r>
          <a:r>
            <a:rPr lang="ru-RU" b="1" dirty="0"/>
            <a:t>соблюдать ограничения</a:t>
          </a:r>
          <a:r>
            <a:rPr lang="ru-RU" dirty="0"/>
            <a:t>, выполнять обязательства и требования </a:t>
          </a:r>
          <a:r>
            <a:rPr lang="ru-RU" b="1" dirty="0"/>
            <a:t>к служебному поведению</a:t>
          </a:r>
          <a:r>
            <a:rPr lang="ru-RU" dirty="0"/>
            <a:t>, не нарушать запреты, которые установлены Федеральным законом 79 и другими федеральными законами;</a:t>
          </a:r>
        </a:p>
      </dgm:t>
    </dgm:pt>
    <dgm:pt modelId="{B630C70B-8D75-42B7-9CE5-271553ABBFA8}" type="parTrans" cxnId="{04438289-7C06-40E6-A234-AFB1DBE7E458}">
      <dgm:prSet/>
      <dgm:spPr/>
      <dgm:t>
        <a:bodyPr/>
        <a:lstStyle/>
        <a:p>
          <a:endParaRPr lang="ru-RU"/>
        </a:p>
      </dgm:t>
    </dgm:pt>
    <dgm:pt modelId="{3FEBD8DA-4114-4A5B-AF04-67414DCD1A90}" type="sibTrans" cxnId="{04438289-7C06-40E6-A234-AFB1DBE7E458}">
      <dgm:prSet/>
      <dgm:spPr/>
      <dgm:t>
        <a:bodyPr/>
        <a:lstStyle/>
        <a:p>
          <a:endParaRPr lang="ru-RU"/>
        </a:p>
      </dgm:t>
    </dgm:pt>
    <dgm:pt modelId="{A8984A71-7998-416F-B82F-926453AAEC73}">
      <dgm:prSet/>
      <dgm:spPr/>
      <dgm:t>
        <a:bodyPr/>
        <a:lstStyle/>
        <a:p>
          <a:r>
            <a:rPr lang="ru-RU" dirty="0"/>
            <a:t>12) </a:t>
          </a:r>
          <a:r>
            <a:rPr lang="ru-RU" b="1" dirty="0"/>
            <a:t>сообщать</a:t>
          </a:r>
          <a:r>
            <a:rPr lang="ru-RU" dirty="0"/>
            <a:t> представителю нанимателя </a:t>
          </a:r>
          <a:r>
            <a:rPr lang="ru-RU" b="1" dirty="0"/>
            <a:t>о личной заинтересованности</a:t>
          </a:r>
          <a:r>
            <a:rPr lang="ru-RU" dirty="0"/>
            <a:t> при исполнении должностных обязанностей, которая может привести </a:t>
          </a:r>
          <a:r>
            <a:rPr lang="ru-RU" b="1" dirty="0"/>
            <a:t>к конфликту интересов</a:t>
          </a:r>
          <a:r>
            <a:rPr lang="ru-RU" dirty="0"/>
            <a:t>, принимать меры по предотвращению такого конфликта.</a:t>
          </a:r>
        </a:p>
      </dgm:t>
    </dgm:pt>
    <dgm:pt modelId="{9DB56EB1-B2F6-419A-8C9A-20F49F5998E9}" type="parTrans" cxnId="{98AAFFF3-EA83-47E2-A743-D1969C49BF30}">
      <dgm:prSet/>
      <dgm:spPr/>
      <dgm:t>
        <a:bodyPr/>
        <a:lstStyle/>
        <a:p>
          <a:endParaRPr lang="ru-RU"/>
        </a:p>
      </dgm:t>
    </dgm:pt>
    <dgm:pt modelId="{8BCEB5C3-B20C-4353-BDF5-EB8F35BDF03B}" type="sibTrans" cxnId="{98AAFFF3-EA83-47E2-A743-D1969C49BF30}">
      <dgm:prSet/>
      <dgm:spPr/>
      <dgm:t>
        <a:bodyPr/>
        <a:lstStyle/>
        <a:p>
          <a:endParaRPr lang="ru-RU"/>
        </a:p>
      </dgm:t>
    </dgm:pt>
    <dgm:pt modelId="{74802FE1-7565-46CE-A737-263D73BF7863}">
      <dgm:prSet/>
      <dgm:spPr/>
      <dgm:t>
        <a:bodyPr/>
        <a:lstStyle/>
        <a:p>
          <a:r>
            <a:rPr lang="ru-RU" dirty="0"/>
            <a:t>13) </a:t>
          </a:r>
          <a:r>
            <a:rPr lang="ru-RU" b="1" dirty="0"/>
            <a:t>сообщать</a:t>
          </a:r>
          <a:r>
            <a:rPr lang="ru-RU" dirty="0"/>
            <a:t> в письменной форме представителю нанимателя о ставших ему известными </a:t>
          </a:r>
          <a:r>
            <a:rPr lang="ru-RU" b="1" dirty="0"/>
            <a:t>изменениях сведений, содержащихся в анкете</a:t>
          </a:r>
          <a:r>
            <a:rPr lang="ru-RU" dirty="0"/>
            <a:t>, за исключением сведений, изменение которых произошло по решению представителя нанимателя.</a:t>
          </a:r>
        </a:p>
      </dgm:t>
    </dgm:pt>
    <dgm:pt modelId="{AD061941-37AC-4DB0-97E5-020535ABBC3C}" type="parTrans" cxnId="{33D7DE56-B761-4DDB-937F-4D4A67227ADB}">
      <dgm:prSet/>
      <dgm:spPr/>
      <dgm:t>
        <a:bodyPr/>
        <a:lstStyle/>
        <a:p>
          <a:endParaRPr lang="ru-RU"/>
        </a:p>
      </dgm:t>
    </dgm:pt>
    <dgm:pt modelId="{22D8F396-632E-41B5-9C04-EDA4E0607AB8}" type="sibTrans" cxnId="{33D7DE56-B761-4DDB-937F-4D4A67227ADB}">
      <dgm:prSet/>
      <dgm:spPr/>
      <dgm:t>
        <a:bodyPr/>
        <a:lstStyle/>
        <a:p>
          <a:endParaRPr lang="ru-RU"/>
        </a:p>
      </dgm:t>
    </dgm:pt>
    <dgm:pt modelId="{8EC9CB60-3207-486E-85F3-B7FC76A0A67D}" type="pres">
      <dgm:prSet presAssocID="{E6398853-C70B-4013-AEA6-14B0F1E5432C}" presName="linear" presStyleCnt="0">
        <dgm:presLayoutVars>
          <dgm:animLvl val="lvl"/>
          <dgm:resizeHandles val="exact"/>
        </dgm:presLayoutVars>
      </dgm:prSet>
      <dgm:spPr/>
    </dgm:pt>
    <dgm:pt modelId="{4DB9DD22-FDC3-49BE-9690-69622C3994C9}" type="pres">
      <dgm:prSet presAssocID="{13568F3A-38AA-4D03-A9BE-F6F753BED326}" presName="parentText" presStyleLbl="node1" presStyleIdx="0" presStyleCnt="6" custScaleY="46652">
        <dgm:presLayoutVars>
          <dgm:chMax val="0"/>
          <dgm:bulletEnabled val="1"/>
        </dgm:presLayoutVars>
      </dgm:prSet>
      <dgm:spPr/>
    </dgm:pt>
    <dgm:pt modelId="{380750DC-5C95-4E96-A7E9-02C79DCB8DB2}" type="pres">
      <dgm:prSet presAssocID="{6EC1D29B-80FE-445E-998A-DEF3A407ABFF}" presName="spacer" presStyleCnt="0"/>
      <dgm:spPr/>
    </dgm:pt>
    <dgm:pt modelId="{57CBB325-5EA2-466A-9EC8-2495B047EB76}" type="pres">
      <dgm:prSet presAssocID="{6D1BA8CF-9404-4F8A-9ACD-D61449B453FE}" presName="parentText" presStyleLbl="node1" presStyleIdx="1" presStyleCnt="6" custScaleY="46652">
        <dgm:presLayoutVars>
          <dgm:chMax val="0"/>
          <dgm:bulletEnabled val="1"/>
        </dgm:presLayoutVars>
      </dgm:prSet>
      <dgm:spPr/>
    </dgm:pt>
    <dgm:pt modelId="{D2FB3DB9-E464-478A-AB5D-1E754A851119}" type="pres">
      <dgm:prSet presAssocID="{3BC7278D-6454-498A-B347-BC985E6EE120}" presName="spacer" presStyleCnt="0"/>
      <dgm:spPr/>
    </dgm:pt>
    <dgm:pt modelId="{E5B6ACF3-1568-479C-8D00-DDB05529FE3E}" type="pres">
      <dgm:prSet presAssocID="{2B34848A-412D-4493-B0CD-3C9D9108F01B}" presName="parentText" presStyleLbl="node1" presStyleIdx="2" presStyleCnt="6" custScaleY="82645">
        <dgm:presLayoutVars>
          <dgm:chMax val="0"/>
          <dgm:bulletEnabled val="1"/>
        </dgm:presLayoutVars>
      </dgm:prSet>
      <dgm:spPr/>
    </dgm:pt>
    <dgm:pt modelId="{DA9F21D3-1C8F-4797-BEFF-DF2763DF38A9}" type="pres">
      <dgm:prSet presAssocID="{96D5918E-DF92-4597-BEB2-A645D4814B41}" presName="spacer" presStyleCnt="0"/>
      <dgm:spPr/>
    </dgm:pt>
    <dgm:pt modelId="{6B598866-0A37-499F-8F5A-EDA43C3B3709}" type="pres">
      <dgm:prSet presAssocID="{0ABD4613-9BE7-4553-9EA9-63791222EA82}" presName="parentText" presStyleLbl="node1" presStyleIdx="3" presStyleCnt="6" custScaleY="62093">
        <dgm:presLayoutVars>
          <dgm:chMax val="0"/>
          <dgm:bulletEnabled val="1"/>
        </dgm:presLayoutVars>
      </dgm:prSet>
      <dgm:spPr/>
    </dgm:pt>
    <dgm:pt modelId="{3A97F6A5-516C-48CC-BA9F-75DA31C4FD10}" type="pres">
      <dgm:prSet presAssocID="{3FEBD8DA-4114-4A5B-AF04-67414DCD1A90}" presName="spacer" presStyleCnt="0"/>
      <dgm:spPr/>
    </dgm:pt>
    <dgm:pt modelId="{352F88D5-571D-4C24-B47F-8D29493A4CDC}" type="pres">
      <dgm:prSet presAssocID="{A8984A71-7998-416F-B82F-926453AAEC73}" presName="parentText" presStyleLbl="node1" presStyleIdx="4" presStyleCnt="6" custScaleY="62093">
        <dgm:presLayoutVars>
          <dgm:chMax val="0"/>
          <dgm:bulletEnabled val="1"/>
        </dgm:presLayoutVars>
      </dgm:prSet>
      <dgm:spPr/>
    </dgm:pt>
    <dgm:pt modelId="{4768BBF3-741F-4112-8D10-A16D49E0C2F0}" type="pres">
      <dgm:prSet presAssocID="{8BCEB5C3-B20C-4353-BDF5-EB8F35BDF03B}" presName="spacer" presStyleCnt="0"/>
      <dgm:spPr/>
    </dgm:pt>
    <dgm:pt modelId="{D968F970-F5AE-463B-BBA9-505D65D0C4E5}" type="pres">
      <dgm:prSet presAssocID="{74802FE1-7565-46CE-A737-263D73BF7863}" presName="parentText" presStyleLbl="node1" presStyleIdx="5" presStyleCnt="6" custScaleY="82645">
        <dgm:presLayoutVars>
          <dgm:chMax val="0"/>
          <dgm:bulletEnabled val="1"/>
        </dgm:presLayoutVars>
      </dgm:prSet>
      <dgm:spPr/>
    </dgm:pt>
  </dgm:ptLst>
  <dgm:cxnLst>
    <dgm:cxn modelId="{554E633D-9A11-485D-8A99-035C20F1AD2E}" srcId="{E6398853-C70B-4013-AEA6-14B0F1E5432C}" destId="{2B34848A-412D-4493-B0CD-3C9D9108F01B}" srcOrd="2" destOrd="0" parTransId="{CC2C22B9-982D-4CB8-99A8-3A91D20F6DD0}" sibTransId="{96D5918E-DF92-4597-BEB2-A645D4814B41}"/>
    <dgm:cxn modelId="{2592DA4B-792B-4F89-8540-AB519A8F4F8D}" type="presOf" srcId="{E6398853-C70B-4013-AEA6-14B0F1E5432C}" destId="{8EC9CB60-3207-486E-85F3-B7FC76A0A67D}" srcOrd="0" destOrd="0" presId="urn:microsoft.com/office/officeart/2005/8/layout/vList2"/>
    <dgm:cxn modelId="{1EBBF770-B599-418D-BEAC-AE338DBE9D11}" srcId="{E6398853-C70B-4013-AEA6-14B0F1E5432C}" destId="{13568F3A-38AA-4D03-A9BE-F6F753BED326}" srcOrd="0" destOrd="0" parTransId="{C534AE7A-23F2-4A3B-A342-DE69A62F947A}" sibTransId="{6EC1D29B-80FE-445E-998A-DEF3A407ABFF}"/>
    <dgm:cxn modelId="{33D7DE56-B761-4DDB-937F-4D4A67227ADB}" srcId="{E6398853-C70B-4013-AEA6-14B0F1E5432C}" destId="{74802FE1-7565-46CE-A737-263D73BF7863}" srcOrd="5" destOrd="0" parTransId="{AD061941-37AC-4DB0-97E5-020535ABBC3C}" sibTransId="{22D8F396-632E-41B5-9C04-EDA4E0607AB8}"/>
    <dgm:cxn modelId="{1AA8457A-3ED0-4B76-A345-E196DEFE8894}" type="presOf" srcId="{13568F3A-38AA-4D03-A9BE-F6F753BED326}" destId="{4DB9DD22-FDC3-49BE-9690-69622C3994C9}" srcOrd="0" destOrd="0" presId="urn:microsoft.com/office/officeart/2005/8/layout/vList2"/>
    <dgm:cxn modelId="{1D8C0A7C-3C88-4709-92E8-62B315DC66B3}" type="presOf" srcId="{0ABD4613-9BE7-4553-9EA9-63791222EA82}" destId="{6B598866-0A37-499F-8F5A-EDA43C3B3709}" srcOrd="0" destOrd="0" presId="urn:microsoft.com/office/officeart/2005/8/layout/vList2"/>
    <dgm:cxn modelId="{69C1887E-3A20-4837-8830-8C23FBD774F0}" type="presOf" srcId="{A8984A71-7998-416F-B82F-926453AAEC73}" destId="{352F88D5-571D-4C24-B47F-8D29493A4CDC}" srcOrd="0" destOrd="0" presId="urn:microsoft.com/office/officeart/2005/8/layout/vList2"/>
    <dgm:cxn modelId="{04438289-7C06-40E6-A234-AFB1DBE7E458}" srcId="{E6398853-C70B-4013-AEA6-14B0F1E5432C}" destId="{0ABD4613-9BE7-4553-9EA9-63791222EA82}" srcOrd="3" destOrd="0" parTransId="{B630C70B-8D75-42B7-9CE5-271553ABBFA8}" sibTransId="{3FEBD8DA-4114-4A5B-AF04-67414DCD1A90}"/>
    <dgm:cxn modelId="{64EC638B-7530-4F97-A938-A3919824C2E3}" type="presOf" srcId="{2B34848A-412D-4493-B0CD-3C9D9108F01B}" destId="{E5B6ACF3-1568-479C-8D00-DDB05529FE3E}" srcOrd="0" destOrd="0" presId="urn:microsoft.com/office/officeart/2005/8/layout/vList2"/>
    <dgm:cxn modelId="{C0E7DFA4-F404-48A4-AAEC-74129FE350C4}" type="presOf" srcId="{74802FE1-7565-46CE-A737-263D73BF7863}" destId="{D968F970-F5AE-463B-BBA9-505D65D0C4E5}" srcOrd="0" destOrd="0" presId="urn:microsoft.com/office/officeart/2005/8/layout/vList2"/>
    <dgm:cxn modelId="{3851B8B2-C24D-4873-A00D-0222D27739C7}" srcId="{E6398853-C70B-4013-AEA6-14B0F1E5432C}" destId="{6D1BA8CF-9404-4F8A-9ACD-D61449B453FE}" srcOrd="1" destOrd="0" parTransId="{3B4D5ADE-228C-415E-9BB6-7C7958AFF00C}" sibTransId="{3BC7278D-6454-498A-B347-BC985E6EE120}"/>
    <dgm:cxn modelId="{69A19FD9-E20A-4B06-B805-8EA5D3523702}" type="presOf" srcId="{6D1BA8CF-9404-4F8A-9ACD-D61449B453FE}" destId="{57CBB325-5EA2-466A-9EC8-2495B047EB76}" srcOrd="0" destOrd="0" presId="urn:microsoft.com/office/officeart/2005/8/layout/vList2"/>
    <dgm:cxn modelId="{98AAFFF3-EA83-47E2-A743-D1969C49BF30}" srcId="{E6398853-C70B-4013-AEA6-14B0F1E5432C}" destId="{A8984A71-7998-416F-B82F-926453AAEC73}" srcOrd="4" destOrd="0" parTransId="{9DB56EB1-B2F6-419A-8C9A-20F49F5998E9}" sibTransId="{8BCEB5C3-B20C-4353-BDF5-EB8F35BDF03B}"/>
    <dgm:cxn modelId="{AFE4092B-CE6C-4792-A180-8C8E823B9CEE}" type="presParOf" srcId="{8EC9CB60-3207-486E-85F3-B7FC76A0A67D}" destId="{4DB9DD22-FDC3-49BE-9690-69622C3994C9}" srcOrd="0" destOrd="0" presId="urn:microsoft.com/office/officeart/2005/8/layout/vList2"/>
    <dgm:cxn modelId="{2664B2FA-FFE5-44AD-B4DA-58B0601BF711}" type="presParOf" srcId="{8EC9CB60-3207-486E-85F3-B7FC76A0A67D}" destId="{380750DC-5C95-4E96-A7E9-02C79DCB8DB2}" srcOrd="1" destOrd="0" presId="urn:microsoft.com/office/officeart/2005/8/layout/vList2"/>
    <dgm:cxn modelId="{B7992950-F366-40AF-8B2D-3FA27FFD1CD5}" type="presParOf" srcId="{8EC9CB60-3207-486E-85F3-B7FC76A0A67D}" destId="{57CBB325-5EA2-466A-9EC8-2495B047EB76}" srcOrd="2" destOrd="0" presId="urn:microsoft.com/office/officeart/2005/8/layout/vList2"/>
    <dgm:cxn modelId="{505EC083-ABC1-4014-AE5C-61742CE35D24}" type="presParOf" srcId="{8EC9CB60-3207-486E-85F3-B7FC76A0A67D}" destId="{D2FB3DB9-E464-478A-AB5D-1E754A851119}" srcOrd="3" destOrd="0" presId="urn:microsoft.com/office/officeart/2005/8/layout/vList2"/>
    <dgm:cxn modelId="{1441408F-2F8D-400D-A458-840EDCC6402B}" type="presParOf" srcId="{8EC9CB60-3207-486E-85F3-B7FC76A0A67D}" destId="{E5B6ACF3-1568-479C-8D00-DDB05529FE3E}" srcOrd="4" destOrd="0" presId="urn:microsoft.com/office/officeart/2005/8/layout/vList2"/>
    <dgm:cxn modelId="{30922A42-15F2-4F9D-B5A0-65548F5BD74C}" type="presParOf" srcId="{8EC9CB60-3207-486E-85F3-B7FC76A0A67D}" destId="{DA9F21D3-1C8F-4797-BEFF-DF2763DF38A9}" srcOrd="5" destOrd="0" presId="urn:microsoft.com/office/officeart/2005/8/layout/vList2"/>
    <dgm:cxn modelId="{508DB127-ED3F-42E6-9B80-B49A8EB915DB}" type="presParOf" srcId="{8EC9CB60-3207-486E-85F3-B7FC76A0A67D}" destId="{6B598866-0A37-499F-8F5A-EDA43C3B3709}" srcOrd="6" destOrd="0" presId="urn:microsoft.com/office/officeart/2005/8/layout/vList2"/>
    <dgm:cxn modelId="{EC88A7B1-ECA9-4349-A675-F0E696C923EA}" type="presParOf" srcId="{8EC9CB60-3207-486E-85F3-B7FC76A0A67D}" destId="{3A97F6A5-516C-48CC-BA9F-75DA31C4FD10}" srcOrd="7" destOrd="0" presId="urn:microsoft.com/office/officeart/2005/8/layout/vList2"/>
    <dgm:cxn modelId="{F03B6BA1-A152-4C04-8F80-C2A59357301B}" type="presParOf" srcId="{8EC9CB60-3207-486E-85F3-B7FC76A0A67D}" destId="{352F88D5-571D-4C24-B47F-8D29493A4CDC}" srcOrd="8" destOrd="0" presId="urn:microsoft.com/office/officeart/2005/8/layout/vList2"/>
    <dgm:cxn modelId="{FB4B4A68-163F-4261-B261-FEAB576C7BF2}" type="presParOf" srcId="{8EC9CB60-3207-486E-85F3-B7FC76A0A67D}" destId="{4768BBF3-741F-4112-8D10-A16D49E0C2F0}" srcOrd="9" destOrd="0" presId="urn:microsoft.com/office/officeart/2005/8/layout/vList2"/>
    <dgm:cxn modelId="{C45EE9C9-242F-41B9-9BF1-5C1CA7F98982}" type="presParOf" srcId="{8EC9CB60-3207-486E-85F3-B7FC76A0A67D}" destId="{D968F970-F5AE-463B-BBA9-505D65D0C4E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 custT="1"/>
      <dgm:spPr>
        <a:solidFill>
          <a:srgbClr val="002060"/>
        </a:solidFill>
      </dgm:spPr>
      <dgm:t>
        <a:bodyPr anchor="t"/>
        <a:lstStyle/>
        <a:p>
          <a:endParaRPr lang="en-US" sz="3000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1" custScaleX="112281" custScaleY="7840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55FEBE9-AE3A-4F49-A528-8CE7920EB0F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3C756B1-A4B3-4E0C-BB68-46A41060B7CF}">
      <dgm:prSet/>
      <dgm:spPr/>
      <dgm:t>
        <a:bodyPr/>
        <a:lstStyle/>
        <a:p>
          <a:r>
            <a:rPr lang="ru-RU" dirty="0"/>
            <a:t>1) </a:t>
          </a:r>
          <a:r>
            <a:rPr lang="ru-RU" b="1" dirty="0"/>
            <a:t>высшие</a:t>
          </a:r>
          <a:r>
            <a:rPr lang="ru-RU" dirty="0"/>
            <a:t> должности гражданской службы;</a:t>
          </a:r>
        </a:p>
      </dgm:t>
    </dgm:pt>
    <dgm:pt modelId="{46589207-8121-4B98-90CD-420527792E07}" type="parTrans" cxnId="{210B5EF2-7BDD-4BFB-915F-1C0096383AD4}">
      <dgm:prSet/>
      <dgm:spPr/>
      <dgm:t>
        <a:bodyPr/>
        <a:lstStyle/>
        <a:p>
          <a:endParaRPr lang="ru-RU"/>
        </a:p>
      </dgm:t>
    </dgm:pt>
    <dgm:pt modelId="{6694E45E-531A-4AE3-8CF3-F066275F03ED}" type="sibTrans" cxnId="{210B5EF2-7BDD-4BFB-915F-1C0096383AD4}">
      <dgm:prSet/>
      <dgm:spPr/>
      <dgm:t>
        <a:bodyPr/>
        <a:lstStyle/>
        <a:p>
          <a:endParaRPr lang="ru-RU"/>
        </a:p>
      </dgm:t>
    </dgm:pt>
    <dgm:pt modelId="{4603E621-249C-4BCF-82DA-7BFD0C0BD89F}">
      <dgm:prSet/>
      <dgm:spPr/>
      <dgm:t>
        <a:bodyPr/>
        <a:lstStyle/>
        <a:p>
          <a:r>
            <a:rPr lang="ru-RU" dirty="0"/>
            <a:t>2) </a:t>
          </a:r>
          <a:r>
            <a:rPr lang="ru-RU" b="1" dirty="0"/>
            <a:t>главные</a:t>
          </a:r>
          <a:r>
            <a:rPr lang="ru-RU" dirty="0"/>
            <a:t> должности гражданской службы;</a:t>
          </a:r>
        </a:p>
      </dgm:t>
    </dgm:pt>
    <dgm:pt modelId="{639C6032-EFE7-477F-8A05-B336D72B04C9}" type="parTrans" cxnId="{88328A01-7C13-4FF4-8BA9-E4CD3F8557FB}">
      <dgm:prSet/>
      <dgm:spPr/>
      <dgm:t>
        <a:bodyPr/>
        <a:lstStyle/>
        <a:p>
          <a:endParaRPr lang="ru-RU"/>
        </a:p>
      </dgm:t>
    </dgm:pt>
    <dgm:pt modelId="{97892D69-A56B-4DC1-A9AA-28969E959849}" type="sibTrans" cxnId="{88328A01-7C13-4FF4-8BA9-E4CD3F8557FB}">
      <dgm:prSet/>
      <dgm:spPr/>
      <dgm:t>
        <a:bodyPr/>
        <a:lstStyle/>
        <a:p>
          <a:endParaRPr lang="ru-RU"/>
        </a:p>
      </dgm:t>
    </dgm:pt>
    <dgm:pt modelId="{C3D8C265-439A-4F18-BBA0-4FB903E9CAD9}">
      <dgm:prSet/>
      <dgm:spPr/>
      <dgm:t>
        <a:bodyPr/>
        <a:lstStyle/>
        <a:p>
          <a:r>
            <a:rPr lang="ru-RU" dirty="0"/>
            <a:t>3) </a:t>
          </a:r>
          <a:r>
            <a:rPr lang="ru-RU" b="1" dirty="0"/>
            <a:t>ведущие</a:t>
          </a:r>
          <a:r>
            <a:rPr lang="ru-RU" dirty="0"/>
            <a:t> должности гражданской службы;</a:t>
          </a:r>
        </a:p>
      </dgm:t>
    </dgm:pt>
    <dgm:pt modelId="{6687B0A1-DE72-4D6E-B9A1-53107433BFDF}" type="parTrans" cxnId="{4E5540F3-6DD0-4E4E-BAD6-1BF798E0741A}">
      <dgm:prSet/>
      <dgm:spPr/>
      <dgm:t>
        <a:bodyPr/>
        <a:lstStyle/>
        <a:p>
          <a:endParaRPr lang="ru-RU"/>
        </a:p>
      </dgm:t>
    </dgm:pt>
    <dgm:pt modelId="{00275931-1793-41C0-AED6-ADCA75937FFF}" type="sibTrans" cxnId="{4E5540F3-6DD0-4E4E-BAD6-1BF798E0741A}">
      <dgm:prSet/>
      <dgm:spPr/>
      <dgm:t>
        <a:bodyPr/>
        <a:lstStyle/>
        <a:p>
          <a:endParaRPr lang="ru-RU"/>
        </a:p>
      </dgm:t>
    </dgm:pt>
    <dgm:pt modelId="{5D3E19DA-6CF9-4EED-97F6-D00BE518F943}">
      <dgm:prSet/>
      <dgm:spPr/>
      <dgm:t>
        <a:bodyPr/>
        <a:lstStyle/>
        <a:p>
          <a:r>
            <a:rPr lang="ru-RU" dirty="0"/>
            <a:t>4) </a:t>
          </a:r>
          <a:r>
            <a:rPr lang="ru-RU" b="1" dirty="0"/>
            <a:t>старшие</a:t>
          </a:r>
          <a:r>
            <a:rPr lang="ru-RU" dirty="0"/>
            <a:t> должности гражданской службы;</a:t>
          </a:r>
        </a:p>
      </dgm:t>
    </dgm:pt>
    <dgm:pt modelId="{B8617C72-4395-4309-91E0-B016E14E1E2E}" type="parTrans" cxnId="{7AA0E4C5-7297-46C1-A283-EA1C96AFBE44}">
      <dgm:prSet/>
      <dgm:spPr/>
      <dgm:t>
        <a:bodyPr/>
        <a:lstStyle/>
        <a:p>
          <a:endParaRPr lang="ru-RU"/>
        </a:p>
      </dgm:t>
    </dgm:pt>
    <dgm:pt modelId="{F03CC1A0-9706-4DC4-A5BF-C19F39438149}" type="sibTrans" cxnId="{7AA0E4C5-7297-46C1-A283-EA1C96AFBE44}">
      <dgm:prSet/>
      <dgm:spPr/>
      <dgm:t>
        <a:bodyPr/>
        <a:lstStyle/>
        <a:p>
          <a:endParaRPr lang="ru-RU"/>
        </a:p>
      </dgm:t>
    </dgm:pt>
    <dgm:pt modelId="{439F9922-670E-4F08-B205-9FBEAEA3E06F}">
      <dgm:prSet/>
      <dgm:spPr/>
      <dgm:t>
        <a:bodyPr/>
        <a:lstStyle/>
        <a:p>
          <a:r>
            <a:rPr lang="ru-RU" dirty="0"/>
            <a:t>5) </a:t>
          </a:r>
          <a:r>
            <a:rPr lang="ru-RU" b="1" dirty="0"/>
            <a:t>младшие</a:t>
          </a:r>
          <a:r>
            <a:rPr lang="ru-RU" dirty="0"/>
            <a:t> должности гражданской службы.</a:t>
          </a:r>
        </a:p>
      </dgm:t>
    </dgm:pt>
    <dgm:pt modelId="{82CBC35E-3CF3-4033-A131-8683E6609277}" type="parTrans" cxnId="{034813C1-2EF7-4C42-A930-202245F965AC}">
      <dgm:prSet/>
      <dgm:spPr/>
      <dgm:t>
        <a:bodyPr/>
        <a:lstStyle/>
        <a:p>
          <a:endParaRPr lang="ru-RU"/>
        </a:p>
      </dgm:t>
    </dgm:pt>
    <dgm:pt modelId="{2EFE0B83-376F-4C30-A50C-D99335310083}" type="sibTrans" cxnId="{034813C1-2EF7-4C42-A930-202245F965AC}">
      <dgm:prSet/>
      <dgm:spPr/>
      <dgm:t>
        <a:bodyPr/>
        <a:lstStyle/>
        <a:p>
          <a:endParaRPr lang="ru-RU"/>
        </a:p>
      </dgm:t>
    </dgm:pt>
    <dgm:pt modelId="{62ADD207-B5D5-4F59-8E64-FF9705F100D4}" type="pres">
      <dgm:prSet presAssocID="{D55FEBE9-AE3A-4F49-A528-8CE7920EB0F0}" presName="outerComposite" presStyleCnt="0">
        <dgm:presLayoutVars>
          <dgm:chMax val="5"/>
          <dgm:dir/>
          <dgm:resizeHandles val="exact"/>
        </dgm:presLayoutVars>
      </dgm:prSet>
      <dgm:spPr/>
    </dgm:pt>
    <dgm:pt modelId="{AD3D919D-AB2A-4A1C-985F-3B42A034FDA1}" type="pres">
      <dgm:prSet presAssocID="{D55FEBE9-AE3A-4F49-A528-8CE7920EB0F0}" presName="dummyMaxCanvas" presStyleCnt="0">
        <dgm:presLayoutVars/>
      </dgm:prSet>
      <dgm:spPr/>
    </dgm:pt>
    <dgm:pt modelId="{94CD778F-3470-4CB4-9649-86AEB4C5A7FE}" type="pres">
      <dgm:prSet presAssocID="{D55FEBE9-AE3A-4F49-A528-8CE7920EB0F0}" presName="FiveNodes_1" presStyleLbl="node1" presStyleIdx="0" presStyleCnt="5">
        <dgm:presLayoutVars>
          <dgm:bulletEnabled val="1"/>
        </dgm:presLayoutVars>
      </dgm:prSet>
      <dgm:spPr/>
    </dgm:pt>
    <dgm:pt modelId="{611EB9F1-0F16-44F7-87E3-C2B05F2A41AC}" type="pres">
      <dgm:prSet presAssocID="{D55FEBE9-AE3A-4F49-A528-8CE7920EB0F0}" presName="FiveNodes_2" presStyleLbl="node1" presStyleIdx="1" presStyleCnt="5">
        <dgm:presLayoutVars>
          <dgm:bulletEnabled val="1"/>
        </dgm:presLayoutVars>
      </dgm:prSet>
      <dgm:spPr/>
    </dgm:pt>
    <dgm:pt modelId="{EB429255-91DE-449F-B341-9F2B45B70BE1}" type="pres">
      <dgm:prSet presAssocID="{D55FEBE9-AE3A-4F49-A528-8CE7920EB0F0}" presName="FiveNodes_3" presStyleLbl="node1" presStyleIdx="2" presStyleCnt="5">
        <dgm:presLayoutVars>
          <dgm:bulletEnabled val="1"/>
        </dgm:presLayoutVars>
      </dgm:prSet>
      <dgm:spPr/>
    </dgm:pt>
    <dgm:pt modelId="{9D614C36-F3D6-47E6-8529-C69488C12DBE}" type="pres">
      <dgm:prSet presAssocID="{D55FEBE9-AE3A-4F49-A528-8CE7920EB0F0}" presName="FiveNodes_4" presStyleLbl="node1" presStyleIdx="3" presStyleCnt="5">
        <dgm:presLayoutVars>
          <dgm:bulletEnabled val="1"/>
        </dgm:presLayoutVars>
      </dgm:prSet>
      <dgm:spPr/>
    </dgm:pt>
    <dgm:pt modelId="{E8BB4E42-BCA8-414D-BBF9-DCC2EFE731F7}" type="pres">
      <dgm:prSet presAssocID="{D55FEBE9-AE3A-4F49-A528-8CE7920EB0F0}" presName="FiveNodes_5" presStyleLbl="node1" presStyleIdx="4" presStyleCnt="5">
        <dgm:presLayoutVars>
          <dgm:bulletEnabled val="1"/>
        </dgm:presLayoutVars>
      </dgm:prSet>
      <dgm:spPr/>
    </dgm:pt>
    <dgm:pt modelId="{912454AA-25ED-4E59-87A8-AE985AC4B5AF}" type="pres">
      <dgm:prSet presAssocID="{D55FEBE9-AE3A-4F49-A528-8CE7920EB0F0}" presName="FiveConn_1-2" presStyleLbl="fgAccFollowNode1" presStyleIdx="0" presStyleCnt="4">
        <dgm:presLayoutVars>
          <dgm:bulletEnabled val="1"/>
        </dgm:presLayoutVars>
      </dgm:prSet>
      <dgm:spPr/>
    </dgm:pt>
    <dgm:pt modelId="{F71EEC12-145F-44CD-BE0A-DA867FF27D82}" type="pres">
      <dgm:prSet presAssocID="{D55FEBE9-AE3A-4F49-A528-8CE7920EB0F0}" presName="FiveConn_2-3" presStyleLbl="fgAccFollowNode1" presStyleIdx="1" presStyleCnt="4">
        <dgm:presLayoutVars>
          <dgm:bulletEnabled val="1"/>
        </dgm:presLayoutVars>
      </dgm:prSet>
      <dgm:spPr/>
    </dgm:pt>
    <dgm:pt modelId="{958E130F-AF69-4BF5-99A5-6C53116E6EB4}" type="pres">
      <dgm:prSet presAssocID="{D55FEBE9-AE3A-4F49-A528-8CE7920EB0F0}" presName="FiveConn_3-4" presStyleLbl="fgAccFollowNode1" presStyleIdx="2" presStyleCnt="4">
        <dgm:presLayoutVars>
          <dgm:bulletEnabled val="1"/>
        </dgm:presLayoutVars>
      </dgm:prSet>
      <dgm:spPr/>
    </dgm:pt>
    <dgm:pt modelId="{453D07A3-3374-45C0-8634-3BD5574C88B6}" type="pres">
      <dgm:prSet presAssocID="{D55FEBE9-AE3A-4F49-A528-8CE7920EB0F0}" presName="FiveConn_4-5" presStyleLbl="fgAccFollowNode1" presStyleIdx="3" presStyleCnt="4">
        <dgm:presLayoutVars>
          <dgm:bulletEnabled val="1"/>
        </dgm:presLayoutVars>
      </dgm:prSet>
      <dgm:spPr/>
    </dgm:pt>
    <dgm:pt modelId="{5FE4BD60-25DB-4CB2-AD05-98B9580EAF08}" type="pres">
      <dgm:prSet presAssocID="{D55FEBE9-AE3A-4F49-A528-8CE7920EB0F0}" presName="FiveNodes_1_text" presStyleLbl="node1" presStyleIdx="4" presStyleCnt="5">
        <dgm:presLayoutVars>
          <dgm:bulletEnabled val="1"/>
        </dgm:presLayoutVars>
      </dgm:prSet>
      <dgm:spPr/>
    </dgm:pt>
    <dgm:pt modelId="{1E035A63-B8F8-42F6-87F2-EA7997DA9795}" type="pres">
      <dgm:prSet presAssocID="{D55FEBE9-AE3A-4F49-A528-8CE7920EB0F0}" presName="FiveNodes_2_text" presStyleLbl="node1" presStyleIdx="4" presStyleCnt="5">
        <dgm:presLayoutVars>
          <dgm:bulletEnabled val="1"/>
        </dgm:presLayoutVars>
      </dgm:prSet>
      <dgm:spPr/>
    </dgm:pt>
    <dgm:pt modelId="{6E2E8BD8-5AA4-4919-A87D-A96B205883F2}" type="pres">
      <dgm:prSet presAssocID="{D55FEBE9-AE3A-4F49-A528-8CE7920EB0F0}" presName="FiveNodes_3_text" presStyleLbl="node1" presStyleIdx="4" presStyleCnt="5">
        <dgm:presLayoutVars>
          <dgm:bulletEnabled val="1"/>
        </dgm:presLayoutVars>
      </dgm:prSet>
      <dgm:spPr/>
    </dgm:pt>
    <dgm:pt modelId="{E8E870F7-2FE8-4F58-B8E2-3387208DFEDF}" type="pres">
      <dgm:prSet presAssocID="{D55FEBE9-AE3A-4F49-A528-8CE7920EB0F0}" presName="FiveNodes_4_text" presStyleLbl="node1" presStyleIdx="4" presStyleCnt="5">
        <dgm:presLayoutVars>
          <dgm:bulletEnabled val="1"/>
        </dgm:presLayoutVars>
      </dgm:prSet>
      <dgm:spPr/>
    </dgm:pt>
    <dgm:pt modelId="{8120E7E4-A0C8-45C5-B8D1-861CB0570192}" type="pres">
      <dgm:prSet presAssocID="{D55FEBE9-AE3A-4F49-A528-8CE7920EB0F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8328A01-7C13-4FF4-8BA9-E4CD3F8557FB}" srcId="{D55FEBE9-AE3A-4F49-A528-8CE7920EB0F0}" destId="{4603E621-249C-4BCF-82DA-7BFD0C0BD89F}" srcOrd="1" destOrd="0" parTransId="{639C6032-EFE7-477F-8A05-B336D72B04C9}" sibTransId="{97892D69-A56B-4DC1-A9AA-28969E959849}"/>
    <dgm:cxn modelId="{08B6E631-0AE7-49F9-AF55-E726500B050D}" type="presOf" srcId="{F03CC1A0-9706-4DC4-A5BF-C19F39438149}" destId="{453D07A3-3374-45C0-8634-3BD5574C88B6}" srcOrd="0" destOrd="0" presId="urn:microsoft.com/office/officeart/2005/8/layout/vProcess5"/>
    <dgm:cxn modelId="{1ECE2839-9061-49F0-8E34-A76793FE2E70}" type="presOf" srcId="{03C756B1-A4B3-4E0C-BB68-46A41060B7CF}" destId="{94CD778F-3470-4CB4-9649-86AEB4C5A7FE}" srcOrd="0" destOrd="0" presId="urn:microsoft.com/office/officeart/2005/8/layout/vProcess5"/>
    <dgm:cxn modelId="{C315375E-71F7-44A8-BA10-76EA9389B2B3}" type="presOf" srcId="{5D3E19DA-6CF9-4EED-97F6-D00BE518F943}" destId="{E8E870F7-2FE8-4F58-B8E2-3387208DFEDF}" srcOrd="1" destOrd="0" presId="urn:microsoft.com/office/officeart/2005/8/layout/vProcess5"/>
    <dgm:cxn modelId="{7C650C67-EBB7-4B9E-A7F8-96D75E856D4C}" type="presOf" srcId="{97892D69-A56B-4DC1-A9AA-28969E959849}" destId="{F71EEC12-145F-44CD-BE0A-DA867FF27D82}" srcOrd="0" destOrd="0" presId="urn:microsoft.com/office/officeart/2005/8/layout/vProcess5"/>
    <dgm:cxn modelId="{6B11534C-DFBA-4E09-91E9-EC401DA1133D}" type="presOf" srcId="{C3D8C265-439A-4F18-BBA0-4FB903E9CAD9}" destId="{6E2E8BD8-5AA4-4919-A87D-A96B205883F2}" srcOrd="1" destOrd="0" presId="urn:microsoft.com/office/officeart/2005/8/layout/vProcess5"/>
    <dgm:cxn modelId="{E9D04151-C8C1-4493-A80B-53C66327A557}" type="presOf" srcId="{C3D8C265-439A-4F18-BBA0-4FB903E9CAD9}" destId="{EB429255-91DE-449F-B341-9F2B45B70BE1}" srcOrd="0" destOrd="0" presId="urn:microsoft.com/office/officeart/2005/8/layout/vProcess5"/>
    <dgm:cxn modelId="{1CA60C72-537D-4A82-801F-2BD8EE4DB19E}" type="presOf" srcId="{03C756B1-A4B3-4E0C-BB68-46A41060B7CF}" destId="{5FE4BD60-25DB-4CB2-AD05-98B9580EAF08}" srcOrd="1" destOrd="0" presId="urn:microsoft.com/office/officeart/2005/8/layout/vProcess5"/>
    <dgm:cxn modelId="{D4F92A79-46D3-4E4F-9BBB-E008DBC60E1C}" type="presOf" srcId="{439F9922-670E-4F08-B205-9FBEAEA3E06F}" destId="{E8BB4E42-BCA8-414D-BBF9-DCC2EFE731F7}" srcOrd="0" destOrd="0" presId="urn:microsoft.com/office/officeart/2005/8/layout/vProcess5"/>
    <dgm:cxn modelId="{522C4C97-7F0D-4E82-AAAA-F028A6D48AA9}" type="presOf" srcId="{5D3E19DA-6CF9-4EED-97F6-D00BE518F943}" destId="{9D614C36-F3D6-47E6-8529-C69488C12DBE}" srcOrd="0" destOrd="0" presId="urn:microsoft.com/office/officeart/2005/8/layout/vProcess5"/>
    <dgm:cxn modelId="{C535A4A8-8E23-43D3-980D-D5F0ABB5DC14}" type="presOf" srcId="{6694E45E-531A-4AE3-8CF3-F066275F03ED}" destId="{912454AA-25ED-4E59-87A8-AE985AC4B5AF}" srcOrd="0" destOrd="0" presId="urn:microsoft.com/office/officeart/2005/8/layout/vProcess5"/>
    <dgm:cxn modelId="{B535B8AC-B7DF-41A1-81EB-4396D6FF6366}" type="presOf" srcId="{00275931-1793-41C0-AED6-ADCA75937FFF}" destId="{958E130F-AF69-4BF5-99A5-6C53116E6EB4}" srcOrd="0" destOrd="0" presId="urn:microsoft.com/office/officeart/2005/8/layout/vProcess5"/>
    <dgm:cxn modelId="{4C48A6B0-F827-41F3-BBCA-F9C458BB6EB9}" type="presOf" srcId="{439F9922-670E-4F08-B205-9FBEAEA3E06F}" destId="{8120E7E4-A0C8-45C5-B8D1-861CB0570192}" srcOrd="1" destOrd="0" presId="urn:microsoft.com/office/officeart/2005/8/layout/vProcess5"/>
    <dgm:cxn modelId="{2BB67CBB-31F5-40B4-9EAE-977BE5191B3C}" type="presOf" srcId="{D55FEBE9-AE3A-4F49-A528-8CE7920EB0F0}" destId="{62ADD207-B5D5-4F59-8E64-FF9705F100D4}" srcOrd="0" destOrd="0" presId="urn:microsoft.com/office/officeart/2005/8/layout/vProcess5"/>
    <dgm:cxn modelId="{034813C1-2EF7-4C42-A930-202245F965AC}" srcId="{D55FEBE9-AE3A-4F49-A528-8CE7920EB0F0}" destId="{439F9922-670E-4F08-B205-9FBEAEA3E06F}" srcOrd="4" destOrd="0" parTransId="{82CBC35E-3CF3-4033-A131-8683E6609277}" sibTransId="{2EFE0B83-376F-4C30-A50C-D99335310083}"/>
    <dgm:cxn modelId="{7AA0E4C5-7297-46C1-A283-EA1C96AFBE44}" srcId="{D55FEBE9-AE3A-4F49-A528-8CE7920EB0F0}" destId="{5D3E19DA-6CF9-4EED-97F6-D00BE518F943}" srcOrd="3" destOrd="0" parTransId="{B8617C72-4395-4309-91E0-B016E14E1E2E}" sibTransId="{F03CC1A0-9706-4DC4-A5BF-C19F39438149}"/>
    <dgm:cxn modelId="{EE5668D3-B0C6-4AEE-A507-71B4F9EBD058}" type="presOf" srcId="{4603E621-249C-4BCF-82DA-7BFD0C0BD89F}" destId="{611EB9F1-0F16-44F7-87E3-C2B05F2A41AC}" srcOrd="0" destOrd="0" presId="urn:microsoft.com/office/officeart/2005/8/layout/vProcess5"/>
    <dgm:cxn modelId="{F308DCD3-792E-48AC-AE59-4A59D9655F5B}" type="presOf" srcId="{4603E621-249C-4BCF-82DA-7BFD0C0BD89F}" destId="{1E035A63-B8F8-42F6-87F2-EA7997DA9795}" srcOrd="1" destOrd="0" presId="urn:microsoft.com/office/officeart/2005/8/layout/vProcess5"/>
    <dgm:cxn modelId="{210B5EF2-7BDD-4BFB-915F-1C0096383AD4}" srcId="{D55FEBE9-AE3A-4F49-A528-8CE7920EB0F0}" destId="{03C756B1-A4B3-4E0C-BB68-46A41060B7CF}" srcOrd="0" destOrd="0" parTransId="{46589207-8121-4B98-90CD-420527792E07}" sibTransId="{6694E45E-531A-4AE3-8CF3-F066275F03ED}"/>
    <dgm:cxn modelId="{4E5540F3-6DD0-4E4E-BAD6-1BF798E0741A}" srcId="{D55FEBE9-AE3A-4F49-A528-8CE7920EB0F0}" destId="{C3D8C265-439A-4F18-BBA0-4FB903E9CAD9}" srcOrd="2" destOrd="0" parTransId="{6687B0A1-DE72-4D6E-B9A1-53107433BFDF}" sibTransId="{00275931-1793-41C0-AED6-ADCA75937FFF}"/>
    <dgm:cxn modelId="{EB9DF1C4-AC6E-42F2-80F9-101B56429DD2}" type="presParOf" srcId="{62ADD207-B5D5-4F59-8E64-FF9705F100D4}" destId="{AD3D919D-AB2A-4A1C-985F-3B42A034FDA1}" srcOrd="0" destOrd="0" presId="urn:microsoft.com/office/officeart/2005/8/layout/vProcess5"/>
    <dgm:cxn modelId="{2E01A02B-DE7B-4E06-AC58-AA1B6F686E96}" type="presParOf" srcId="{62ADD207-B5D5-4F59-8E64-FF9705F100D4}" destId="{94CD778F-3470-4CB4-9649-86AEB4C5A7FE}" srcOrd="1" destOrd="0" presId="urn:microsoft.com/office/officeart/2005/8/layout/vProcess5"/>
    <dgm:cxn modelId="{85EEC19A-F65E-4707-832F-E7330C4616C1}" type="presParOf" srcId="{62ADD207-B5D5-4F59-8E64-FF9705F100D4}" destId="{611EB9F1-0F16-44F7-87E3-C2B05F2A41AC}" srcOrd="2" destOrd="0" presId="urn:microsoft.com/office/officeart/2005/8/layout/vProcess5"/>
    <dgm:cxn modelId="{01D62BBC-F3D1-4506-80EA-0721842000AF}" type="presParOf" srcId="{62ADD207-B5D5-4F59-8E64-FF9705F100D4}" destId="{EB429255-91DE-449F-B341-9F2B45B70BE1}" srcOrd="3" destOrd="0" presId="urn:microsoft.com/office/officeart/2005/8/layout/vProcess5"/>
    <dgm:cxn modelId="{686AF340-6C58-4E5B-BB12-7FB7C71443AE}" type="presParOf" srcId="{62ADD207-B5D5-4F59-8E64-FF9705F100D4}" destId="{9D614C36-F3D6-47E6-8529-C69488C12DBE}" srcOrd="4" destOrd="0" presId="urn:microsoft.com/office/officeart/2005/8/layout/vProcess5"/>
    <dgm:cxn modelId="{554938CF-EEFB-402D-9DF1-356BD29CF9D0}" type="presParOf" srcId="{62ADD207-B5D5-4F59-8E64-FF9705F100D4}" destId="{E8BB4E42-BCA8-414D-BBF9-DCC2EFE731F7}" srcOrd="5" destOrd="0" presId="urn:microsoft.com/office/officeart/2005/8/layout/vProcess5"/>
    <dgm:cxn modelId="{3518C80D-4EFD-489C-9B7E-F3EC11702DF0}" type="presParOf" srcId="{62ADD207-B5D5-4F59-8E64-FF9705F100D4}" destId="{912454AA-25ED-4E59-87A8-AE985AC4B5AF}" srcOrd="6" destOrd="0" presId="urn:microsoft.com/office/officeart/2005/8/layout/vProcess5"/>
    <dgm:cxn modelId="{A7AB5DC3-4DF1-4E8B-B409-BF7C3BDCF1F6}" type="presParOf" srcId="{62ADD207-B5D5-4F59-8E64-FF9705F100D4}" destId="{F71EEC12-145F-44CD-BE0A-DA867FF27D82}" srcOrd="7" destOrd="0" presId="urn:microsoft.com/office/officeart/2005/8/layout/vProcess5"/>
    <dgm:cxn modelId="{F60A65C6-66F5-42AF-8410-D51337B1CD98}" type="presParOf" srcId="{62ADD207-B5D5-4F59-8E64-FF9705F100D4}" destId="{958E130F-AF69-4BF5-99A5-6C53116E6EB4}" srcOrd="8" destOrd="0" presId="urn:microsoft.com/office/officeart/2005/8/layout/vProcess5"/>
    <dgm:cxn modelId="{D5D90E07-73F5-4AE9-AB57-04710985B56B}" type="presParOf" srcId="{62ADD207-B5D5-4F59-8E64-FF9705F100D4}" destId="{453D07A3-3374-45C0-8634-3BD5574C88B6}" srcOrd="9" destOrd="0" presId="urn:microsoft.com/office/officeart/2005/8/layout/vProcess5"/>
    <dgm:cxn modelId="{FFE08AAA-ABE9-4C46-91A7-79D65B0BD0DB}" type="presParOf" srcId="{62ADD207-B5D5-4F59-8E64-FF9705F100D4}" destId="{5FE4BD60-25DB-4CB2-AD05-98B9580EAF08}" srcOrd="10" destOrd="0" presId="urn:microsoft.com/office/officeart/2005/8/layout/vProcess5"/>
    <dgm:cxn modelId="{7E9088F1-84B2-4456-8741-FB474C4AB6DD}" type="presParOf" srcId="{62ADD207-B5D5-4F59-8E64-FF9705F100D4}" destId="{1E035A63-B8F8-42F6-87F2-EA7997DA9795}" srcOrd="11" destOrd="0" presId="urn:microsoft.com/office/officeart/2005/8/layout/vProcess5"/>
    <dgm:cxn modelId="{C201D29B-DCBC-4418-947A-D2971BD888F5}" type="presParOf" srcId="{62ADD207-B5D5-4F59-8E64-FF9705F100D4}" destId="{6E2E8BD8-5AA4-4919-A87D-A96B205883F2}" srcOrd="12" destOrd="0" presId="urn:microsoft.com/office/officeart/2005/8/layout/vProcess5"/>
    <dgm:cxn modelId="{C51F7DA0-4CC3-4893-AD74-CAF3CFF15888}" type="presParOf" srcId="{62ADD207-B5D5-4F59-8E64-FF9705F100D4}" destId="{E8E870F7-2FE8-4F58-B8E2-3387208DFEDF}" srcOrd="13" destOrd="0" presId="urn:microsoft.com/office/officeart/2005/8/layout/vProcess5"/>
    <dgm:cxn modelId="{45A52AE2-244C-46F4-8A0F-8F5D0BD59DCF}" type="presParOf" srcId="{62ADD207-B5D5-4F59-8E64-FF9705F100D4}" destId="{8120E7E4-A0C8-45C5-B8D1-861CB057019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A00608C-356D-46CB-A165-6DB77F8CCA3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DE11D1BE-0FE2-4038-B3AD-18A7F6296AD3}">
      <dgm:prSet/>
      <dgm:spPr/>
      <dgm:t>
        <a:bodyPr/>
        <a:lstStyle/>
        <a:p>
          <a:r>
            <a:rPr lang="ru-RU" dirty="0"/>
            <a:t>Классные чины присваиваются гражданским служащим </a:t>
          </a:r>
          <a:r>
            <a:rPr lang="ru-RU" b="1" dirty="0"/>
            <a:t>персонально</a:t>
          </a:r>
          <a:r>
            <a:rPr lang="ru-RU" dirty="0"/>
            <a:t>, с соблюдением </a:t>
          </a:r>
          <a:r>
            <a:rPr lang="ru-RU" b="1" dirty="0"/>
            <a:t>последовательности</a:t>
          </a:r>
          <a:r>
            <a:rPr lang="ru-RU" dirty="0"/>
            <a:t>, в соответствии с </a:t>
          </a:r>
          <a:r>
            <a:rPr lang="ru-RU" b="1" dirty="0"/>
            <a:t>замещаемой должностью</a:t>
          </a:r>
          <a:r>
            <a:rPr lang="ru-RU" dirty="0"/>
            <a:t> гражданской службы в </a:t>
          </a:r>
          <a:r>
            <a:rPr lang="ru-RU" b="1" dirty="0"/>
            <a:t>пределах группы должностей </a:t>
          </a:r>
          <a:r>
            <a:rPr lang="ru-RU" dirty="0"/>
            <a:t>гражданской службы, а также с учетом профессионального уровня, продолжительности государственной гражданской службы РФ в предыдущем классном чине и в замещаемой должности гражданской службы.</a:t>
          </a:r>
        </a:p>
      </dgm:t>
    </dgm:pt>
    <dgm:pt modelId="{F033A4F1-5CDC-4D5E-8230-E3D903ED1AF7}" type="parTrans" cxnId="{4692EA21-CC98-4D5F-9A4F-A597454788D7}">
      <dgm:prSet/>
      <dgm:spPr/>
      <dgm:t>
        <a:bodyPr/>
        <a:lstStyle/>
        <a:p>
          <a:endParaRPr lang="ru-RU"/>
        </a:p>
      </dgm:t>
    </dgm:pt>
    <dgm:pt modelId="{FC8679E6-CDD2-462A-A624-EC11543E9691}" type="sibTrans" cxnId="{4692EA21-CC98-4D5F-9A4F-A597454788D7}">
      <dgm:prSet/>
      <dgm:spPr/>
      <dgm:t>
        <a:bodyPr/>
        <a:lstStyle/>
        <a:p>
          <a:endParaRPr lang="ru-RU"/>
        </a:p>
      </dgm:t>
    </dgm:pt>
    <dgm:pt modelId="{A2B447E2-3482-4F6E-AA06-D3C097F04D50}" type="pres">
      <dgm:prSet presAssocID="{DA00608C-356D-46CB-A165-6DB77F8CCA3D}" presName="linear" presStyleCnt="0">
        <dgm:presLayoutVars>
          <dgm:animLvl val="lvl"/>
          <dgm:resizeHandles val="exact"/>
        </dgm:presLayoutVars>
      </dgm:prSet>
      <dgm:spPr/>
    </dgm:pt>
    <dgm:pt modelId="{DA8C7AF4-B410-4B32-9450-BB866BF84A7E}" type="pres">
      <dgm:prSet presAssocID="{DE11D1BE-0FE2-4038-B3AD-18A7F6296A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692EA21-CC98-4D5F-9A4F-A597454788D7}" srcId="{DA00608C-356D-46CB-A165-6DB77F8CCA3D}" destId="{DE11D1BE-0FE2-4038-B3AD-18A7F6296AD3}" srcOrd="0" destOrd="0" parTransId="{F033A4F1-5CDC-4D5E-8230-E3D903ED1AF7}" sibTransId="{FC8679E6-CDD2-462A-A624-EC11543E9691}"/>
    <dgm:cxn modelId="{0F73118C-0A97-4CA1-B931-D057D9A6B666}" type="presOf" srcId="{DE11D1BE-0FE2-4038-B3AD-18A7F6296AD3}" destId="{DA8C7AF4-B410-4B32-9450-BB866BF84A7E}" srcOrd="0" destOrd="0" presId="urn:microsoft.com/office/officeart/2005/8/layout/vList2"/>
    <dgm:cxn modelId="{5F4A3BA8-A49B-4C96-8F66-31C9F1F444E8}" type="presOf" srcId="{DA00608C-356D-46CB-A165-6DB77F8CCA3D}" destId="{A2B447E2-3482-4F6E-AA06-D3C097F04D50}" srcOrd="0" destOrd="0" presId="urn:microsoft.com/office/officeart/2005/8/layout/vList2"/>
    <dgm:cxn modelId="{CED3F9D8-47DB-4946-97A9-0B32FAE7318B}" type="presParOf" srcId="{A2B447E2-3482-4F6E-AA06-D3C097F04D50}" destId="{DA8C7AF4-B410-4B32-9450-BB866BF84A7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1630D80-B579-4B36-99BB-543AEA0B39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3E36601-ECDF-4C3D-B0EA-CD737DBD4C70}">
      <dgm:prSet/>
      <dgm:spPr/>
      <dgm:t>
        <a:bodyPr/>
        <a:lstStyle/>
        <a:p>
          <a:r>
            <a:rPr lang="ru-RU" dirty="0"/>
            <a:t>Классный чин присваивается гражданскому служащему после </a:t>
          </a:r>
          <a:r>
            <a:rPr lang="ru-RU" b="1" dirty="0"/>
            <a:t>успешного завершения испытания</a:t>
          </a:r>
          <a:r>
            <a:rPr lang="ru-RU" dirty="0"/>
            <a:t>, а если испытание не устанавливалось, то не ранее чем </a:t>
          </a:r>
          <a:r>
            <a:rPr lang="ru-RU" b="1" dirty="0"/>
            <a:t>через три месяца после назначения</a:t>
          </a:r>
          <a:r>
            <a:rPr lang="ru-RU" dirty="0"/>
            <a:t> гражданского служащего на должность гражданской службы.</a:t>
          </a:r>
        </a:p>
      </dgm:t>
    </dgm:pt>
    <dgm:pt modelId="{17965C5F-71EB-4A09-9B22-00540759E984}" type="parTrans" cxnId="{57D44535-9378-48E1-8F55-84894AC61A00}">
      <dgm:prSet/>
      <dgm:spPr/>
      <dgm:t>
        <a:bodyPr/>
        <a:lstStyle/>
        <a:p>
          <a:endParaRPr lang="ru-RU"/>
        </a:p>
      </dgm:t>
    </dgm:pt>
    <dgm:pt modelId="{7009824E-C67E-4AD1-9306-8413742ED781}" type="sibTrans" cxnId="{57D44535-9378-48E1-8F55-84894AC61A00}">
      <dgm:prSet/>
      <dgm:spPr/>
      <dgm:t>
        <a:bodyPr/>
        <a:lstStyle/>
        <a:p>
          <a:endParaRPr lang="ru-RU"/>
        </a:p>
      </dgm:t>
    </dgm:pt>
    <dgm:pt modelId="{FB6A5234-92DE-4EA2-BEEC-1CB26C169D1E}" type="pres">
      <dgm:prSet presAssocID="{31630D80-B579-4B36-99BB-543AEA0B3951}" presName="linear" presStyleCnt="0">
        <dgm:presLayoutVars>
          <dgm:animLvl val="lvl"/>
          <dgm:resizeHandles val="exact"/>
        </dgm:presLayoutVars>
      </dgm:prSet>
      <dgm:spPr/>
    </dgm:pt>
    <dgm:pt modelId="{880616AA-1A8C-487C-AB9A-49972C3C7A95}" type="pres">
      <dgm:prSet presAssocID="{33E36601-ECDF-4C3D-B0EA-CD737DBD4C7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B23F507-7ACF-4E8C-9C64-B2C475E38A86}" type="presOf" srcId="{33E36601-ECDF-4C3D-B0EA-CD737DBD4C70}" destId="{880616AA-1A8C-487C-AB9A-49972C3C7A95}" srcOrd="0" destOrd="0" presId="urn:microsoft.com/office/officeart/2005/8/layout/vList2"/>
    <dgm:cxn modelId="{57D44535-9378-48E1-8F55-84894AC61A00}" srcId="{31630D80-B579-4B36-99BB-543AEA0B3951}" destId="{33E36601-ECDF-4C3D-B0EA-CD737DBD4C70}" srcOrd="0" destOrd="0" parTransId="{17965C5F-71EB-4A09-9B22-00540759E984}" sibTransId="{7009824E-C67E-4AD1-9306-8413742ED781}"/>
    <dgm:cxn modelId="{6AF4B83E-7B68-46D3-A04F-9C1198F8CFF2}" type="presOf" srcId="{31630D80-B579-4B36-99BB-543AEA0B3951}" destId="{FB6A5234-92DE-4EA2-BEEC-1CB26C169D1E}" srcOrd="0" destOrd="0" presId="urn:microsoft.com/office/officeart/2005/8/layout/vList2"/>
    <dgm:cxn modelId="{F0C535B5-3C41-46F4-8618-A86CA3A1ABFC}" type="presParOf" srcId="{FB6A5234-92DE-4EA2-BEEC-1CB26C169D1E}" destId="{880616AA-1A8C-487C-AB9A-49972C3C7A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3DFDD1D-2078-400D-BBCA-EA8A7A3A2041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D443ABD1-5148-46C9-AB43-6D4EA15FBA2A}">
      <dgm:prSet/>
      <dgm:spPr/>
      <dgm:t>
        <a:bodyPr/>
        <a:lstStyle/>
        <a:p>
          <a:r>
            <a:rPr lang="ru-RU" dirty="0"/>
            <a:t>Поступление гражданина на гражданскую службу для замещения должности гражданской службы или замещение гражданским служащим другой должности гражданской службы </a:t>
          </a:r>
          <a:r>
            <a:rPr lang="ru-RU" b="1" dirty="0"/>
            <a:t>осуществляется по результатам конкурса</a:t>
          </a:r>
          <a:r>
            <a:rPr lang="ru-RU" dirty="0"/>
            <a:t>, если иное не установлено законом. </a:t>
          </a:r>
        </a:p>
      </dgm:t>
    </dgm:pt>
    <dgm:pt modelId="{979ADE42-F101-491D-8AA6-DD8D3A9F39A1}" type="parTrans" cxnId="{E69CFFC5-3459-4665-8230-707EB8A7BEC4}">
      <dgm:prSet/>
      <dgm:spPr/>
      <dgm:t>
        <a:bodyPr/>
        <a:lstStyle/>
        <a:p>
          <a:endParaRPr lang="ru-RU"/>
        </a:p>
      </dgm:t>
    </dgm:pt>
    <dgm:pt modelId="{B90C0394-9861-48FB-A3D6-B8CD0B2A9AD5}" type="sibTrans" cxnId="{E69CFFC5-3459-4665-8230-707EB8A7BEC4}">
      <dgm:prSet/>
      <dgm:spPr/>
      <dgm:t>
        <a:bodyPr/>
        <a:lstStyle/>
        <a:p>
          <a:endParaRPr lang="ru-RU"/>
        </a:p>
      </dgm:t>
    </dgm:pt>
    <dgm:pt modelId="{AF8C121C-285D-41FB-8871-A124152FAC62}">
      <dgm:prSet/>
      <dgm:spPr/>
      <dgm:t>
        <a:bodyPr/>
        <a:lstStyle/>
        <a:p>
          <a:r>
            <a:rPr lang="ru-RU" dirty="0"/>
            <a:t>Конкурс заключается в </a:t>
          </a:r>
          <a:r>
            <a:rPr lang="ru-RU" b="1" dirty="0"/>
            <a:t>оценке профессионального уровня </a:t>
          </a:r>
          <a:r>
            <a:rPr lang="ru-RU" dirty="0"/>
            <a:t>претендентов на замещение должности гражданской службы, проверке их соответствия иным установленным квалификационным требованиям для замещения должности гражданской службы и определении по результатам таких оценки и проверки гражданина или гражданского служащего из числа претендентов для назначения на должность гражданской службы.</a:t>
          </a:r>
        </a:p>
      </dgm:t>
    </dgm:pt>
    <dgm:pt modelId="{E4C22E93-33DD-4638-81CA-691CBFA83CD1}" type="parTrans" cxnId="{9C5FA950-3266-4B2C-ADFF-B54A130D99A9}">
      <dgm:prSet/>
      <dgm:spPr/>
      <dgm:t>
        <a:bodyPr/>
        <a:lstStyle/>
        <a:p>
          <a:endParaRPr lang="ru-RU"/>
        </a:p>
      </dgm:t>
    </dgm:pt>
    <dgm:pt modelId="{25048E7A-26EA-4347-BDDD-803D13F45567}" type="sibTrans" cxnId="{9C5FA950-3266-4B2C-ADFF-B54A130D99A9}">
      <dgm:prSet/>
      <dgm:spPr/>
      <dgm:t>
        <a:bodyPr/>
        <a:lstStyle/>
        <a:p>
          <a:endParaRPr lang="ru-RU"/>
        </a:p>
      </dgm:t>
    </dgm:pt>
    <dgm:pt modelId="{D23E6548-EA78-49A5-BFDB-A3B94E470892}" type="pres">
      <dgm:prSet presAssocID="{73DFDD1D-2078-400D-BBCA-EA8A7A3A2041}" presName="diagram" presStyleCnt="0">
        <dgm:presLayoutVars>
          <dgm:dir/>
          <dgm:resizeHandles val="exact"/>
        </dgm:presLayoutVars>
      </dgm:prSet>
      <dgm:spPr/>
    </dgm:pt>
    <dgm:pt modelId="{E329C460-3E74-48CB-BB9E-235456CAACA2}" type="pres">
      <dgm:prSet presAssocID="{D443ABD1-5148-46C9-AB43-6D4EA15FBA2A}" presName="node" presStyleLbl="node1" presStyleIdx="0" presStyleCnt="2" custScaleY="145429">
        <dgm:presLayoutVars>
          <dgm:bulletEnabled val="1"/>
        </dgm:presLayoutVars>
      </dgm:prSet>
      <dgm:spPr/>
    </dgm:pt>
    <dgm:pt modelId="{EE1225F8-1E26-4406-A6D5-217445907A4D}" type="pres">
      <dgm:prSet presAssocID="{B90C0394-9861-48FB-A3D6-B8CD0B2A9AD5}" presName="sibTrans" presStyleCnt="0"/>
      <dgm:spPr/>
    </dgm:pt>
    <dgm:pt modelId="{9CA575EF-3A89-40D9-8872-D6F905F70606}" type="pres">
      <dgm:prSet presAssocID="{AF8C121C-285D-41FB-8871-A124152FAC62}" presName="node" presStyleLbl="node1" presStyleIdx="1" presStyleCnt="2" custScaleY="145429">
        <dgm:presLayoutVars>
          <dgm:bulletEnabled val="1"/>
        </dgm:presLayoutVars>
      </dgm:prSet>
      <dgm:spPr/>
    </dgm:pt>
  </dgm:ptLst>
  <dgm:cxnLst>
    <dgm:cxn modelId="{D9F83509-D983-4E67-BD43-236B01716915}" type="presOf" srcId="{73DFDD1D-2078-400D-BBCA-EA8A7A3A2041}" destId="{D23E6548-EA78-49A5-BFDB-A3B94E470892}" srcOrd="0" destOrd="0" presId="urn:microsoft.com/office/officeart/2005/8/layout/default"/>
    <dgm:cxn modelId="{8C62DC1E-D498-4B0A-86AF-DB8B4B779DC3}" type="presOf" srcId="{AF8C121C-285D-41FB-8871-A124152FAC62}" destId="{9CA575EF-3A89-40D9-8872-D6F905F70606}" srcOrd="0" destOrd="0" presId="urn:microsoft.com/office/officeart/2005/8/layout/default"/>
    <dgm:cxn modelId="{7613442C-0EFC-4710-A655-BA0E85DAC0BE}" type="presOf" srcId="{D443ABD1-5148-46C9-AB43-6D4EA15FBA2A}" destId="{E329C460-3E74-48CB-BB9E-235456CAACA2}" srcOrd="0" destOrd="0" presId="urn:microsoft.com/office/officeart/2005/8/layout/default"/>
    <dgm:cxn modelId="{9C5FA950-3266-4B2C-ADFF-B54A130D99A9}" srcId="{73DFDD1D-2078-400D-BBCA-EA8A7A3A2041}" destId="{AF8C121C-285D-41FB-8871-A124152FAC62}" srcOrd="1" destOrd="0" parTransId="{E4C22E93-33DD-4638-81CA-691CBFA83CD1}" sibTransId="{25048E7A-26EA-4347-BDDD-803D13F45567}"/>
    <dgm:cxn modelId="{E69CFFC5-3459-4665-8230-707EB8A7BEC4}" srcId="{73DFDD1D-2078-400D-BBCA-EA8A7A3A2041}" destId="{D443ABD1-5148-46C9-AB43-6D4EA15FBA2A}" srcOrd="0" destOrd="0" parTransId="{979ADE42-F101-491D-8AA6-DD8D3A9F39A1}" sibTransId="{B90C0394-9861-48FB-A3D6-B8CD0B2A9AD5}"/>
    <dgm:cxn modelId="{AB4952B3-D503-4D3E-A661-A3E86F3A7D09}" type="presParOf" srcId="{D23E6548-EA78-49A5-BFDB-A3B94E470892}" destId="{E329C460-3E74-48CB-BB9E-235456CAACA2}" srcOrd="0" destOrd="0" presId="urn:microsoft.com/office/officeart/2005/8/layout/default"/>
    <dgm:cxn modelId="{43907499-BE9C-49D3-9245-E702B59803A7}" type="presParOf" srcId="{D23E6548-EA78-49A5-BFDB-A3B94E470892}" destId="{EE1225F8-1E26-4406-A6D5-217445907A4D}" srcOrd="1" destOrd="0" presId="urn:microsoft.com/office/officeart/2005/8/layout/default"/>
    <dgm:cxn modelId="{4CD6E33D-84FF-4358-9CEA-522AEACF29CE}" type="presParOf" srcId="{D23E6548-EA78-49A5-BFDB-A3B94E470892}" destId="{9CA575EF-3A89-40D9-8872-D6F905F7060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4B33107-2D4A-4811-8842-DC3C613D8740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3599F043-262F-4C3E-9120-229338B7EEC6}">
      <dgm:prSet/>
      <dgm:spPr/>
      <dgm:t>
        <a:bodyPr/>
        <a:lstStyle/>
        <a:p>
          <a:pPr algn="just"/>
          <a:r>
            <a:rPr lang="ru-RU" dirty="0"/>
            <a:t>В состав конкурсной комиссии входят </a:t>
          </a:r>
          <a:r>
            <a:rPr lang="ru-RU" b="1" dirty="0"/>
            <a:t>представитель нанимателя </a:t>
          </a:r>
          <a:r>
            <a:rPr lang="ru-RU" dirty="0"/>
            <a:t>и (или) уполномоченные им </a:t>
          </a:r>
          <a:r>
            <a:rPr lang="ru-RU" b="1" dirty="0"/>
            <a:t>гражданские служащие</a:t>
          </a:r>
          <a:r>
            <a:rPr lang="ru-RU" dirty="0"/>
            <a:t> (в том числе из подразделения по вопросам государственной службы и кадров и подразделения, в котором проводится конкурс на замещение вакантной должности гражданской службы), а также включаемые в состав конкурсной комиссии </a:t>
          </a:r>
          <a:r>
            <a:rPr lang="ru-RU" b="1" dirty="0"/>
            <a:t>независимые эксперты</a:t>
          </a:r>
          <a:r>
            <a:rPr lang="ru-RU" dirty="0"/>
            <a:t> - представители научных, образовательных и других организаций, являющиеся специалистами в соответствующих областях и видах профессиональной служебной деятельности гражданских служащих, по вопросам кадровых технологий и гражданской службы. </a:t>
          </a:r>
          <a:r>
            <a:rPr lang="ru-RU" b="1" dirty="0"/>
            <a:t>Число независимых экспертов должно составлять</a:t>
          </a:r>
          <a:r>
            <a:rPr lang="ru-RU" dirty="0"/>
            <a:t> </a:t>
          </a:r>
          <a:r>
            <a:rPr lang="ru-RU" b="1" dirty="0"/>
            <a:t>не менее одной четверти</a:t>
          </a:r>
          <a:r>
            <a:rPr lang="ru-RU" dirty="0"/>
            <a:t> от общего числа членов конкурсной комиссии.</a:t>
          </a:r>
        </a:p>
      </dgm:t>
    </dgm:pt>
    <dgm:pt modelId="{927B29D5-D03E-4D66-BEFC-CE92712609E6}" type="parTrans" cxnId="{A512939E-4EB4-44E1-ADEB-6E86C7EC7EBC}">
      <dgm:prSet/>
      <dgm:spPr/>
      <dgm:t>
        <a:bodyPr/>
        <a:lstStyle/>
        <a:p>
          <a:endParaRPr lang="ru-RU"/>
        </a:p>
      </dgm:t>
    </dgm:pt>
    <dgm:pt modelId="{C5E431A3-9190-494F-8E4A-93034437261B}" type="sibTrans" cxnId="{A512939E-4EB4-44E1-ADEB-6E86C7EC7EBC}">
      <dgm:prSet/>
      <dgm:spPr/>
      <dgm:t>
        <a:bodyPr/>
        <a:lstStyle/>
        <a:p>
          <a:endParaRPr lang="ru-RU"/>
        </a:p>
      </dgm:t>
    </dgm:pt>
    <dgm:pt modelId="{69A872B0-E7E6-4B61-9715-119BE72083EB}" type="pres">
      <dgm:prSet presAssocID="{34B33107-2D4A-4811-8842-DC3C613D8740}" presName="linear" presStyleCnt="0">
        <dgm:presLayoutVars>
          <dgm:animLvl val="lvl"/>
          <dgm:resizeHandles val="exact"/>
        </dgm:presLayoutVars>
      </dgm:prSet>
      <dgm:spPr/>
    </dgm:pt>
    <dgm:pt modelId="{F0C00A3D-F629-438F-8EAE-F009FCBCB3BA}" type="pres">
      <dgm:prSet presAssocID="{3599F043-262F-4C3E-9120-229338B7EEC6}" presName="parentText" presStyleLbl="node1" presStyleIdx="0" presStyleCnt="1" custScaleY="101802">
        <dgm:presLayoutVars>
          <dgm:chMax val="0"/>
          <dgm:bulletEnabled val="1"/>
        </dgm:presLayoutVars>
      </dgm:prSet>
      <dgm:spPr/>
    </dgm:pt>
  </dgm:ptLst>
  <dgm:cxnLst>
    <dgm:cxn modelId="{A512939E-4EB4-44E1-ADEB-6E86C7EC7EBC}" srcId="{34B33107-2D4A-4811-8842-DC3C613D8740}" destId="{3599F043-262F-4C3E-9120-229338B7EEC6}" srcOrd="0" destOrd="0" parTransId="{927B29D5-D03E-4D66-BEFC-CE92712609E6}" sibTransId="{C5E431A3-9190-494F-8E4A-93034437261B}"/>
    <dgm:cxn modelId="{AACE8ADD-D7E0-4BF4-BB38-B4972C84483F}" type="presOf" srcId="{34B33107-2D4A-4811-8842-DC3C613D8740}" destId="{69A872B0-E7E6-4B61-9715-119BE72083EB}" srcOrd="0" destOrd="0" presId="urn:microsoft.com/office/officeart/2005/8/layout/vList2"/>
    <dgm:cxn modelId="{73E90BF0-9714-4FF2-B6A1-48D96DB5C2B1}" type="presOf" srcId="{3599F043-262F-4C3E-9120-229338B7EEC6}" destId="{F0C00A3D-F629-438F-8EAE-F009FCBCB3BA}" srcOrd="0" destOrd="0" presId="urn:microsoft.com/office/officeart/2005/8/layout/vList2"/>
    <dgm:cxn modelId="{7280F57A-48A4-4336-B94D-6AAF8499F7B2}" type="presParOf" srcId="{69A872B0-E7E6-4B61-9715-119BE72083EB}" destId="{F0C00A3D-F629-438F-8EAE-F009FCBCB3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CADA7DE-961E-4721-A0D5-02D18A28F0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60D208-B502-40E5-9140-EB55F45A2798}">
      <dgm:prSet/>
      <dgm:spPr/>
      <dgm:t>
        <a:bodyPr/>
        <a:lstStyle/>
        <a:p>
          <a:r>
            <a:rPr lang="ru-RU" dirty="0"/>
            <a:t>1) при назначении на замещаемые </a:t>
          </a:r>
          <a:r>
            <a:rPr lang="ru-RU" b="1" dirty="0"/>
            <a:t>на определенный срок</a:t>
          </a:r>
          <a:r>
            <a:rPr lang="ru-RU" dirty="0"/>
            <a:t> полномочий должности гражданской службы категорий "руководители" и "помощники (советники)";</a:t>
          </a:r>
        </a:p>
      </dgm:t>
    </dgm:pt>
    <dgm:pt modelId="{BB1C0783-2EEA-403B-9C9F-B6A68F1A0E9C}" type="parTrans" cxnId="{4C2F9C15-7A87-49DD-815C-42B504144631}">
      <dgm:prSet/>
      <dgm:spPr/>
      <dgm:t>
        <a:bodyPr/>
        <a:lstStyle/>
        <a:p>
          <a:endParaRPr lang="ru-RU"/>
        </a:p>
      </dgm:t>
    </dgm:pt>
    <dgm:pt modelId="{DFABA3B6-AF7C-4E56-9649-69B990A08E5C}" type="sibTrans" cxnId="{4C2F9C15-7A87-49DD-815C-42B504144631}">
      <dgm:prSet/>
      <dgm:spPr/>
      <dgm:t>
        <a:bodyPr/>
        <a:lstStyle/>
        <a:p>
          <a:endParaRPr lang="ru-RU"/>
        </a:p>
      </dgm:t>
    </dgm:pt>
    <dgm:pt modelId="{7A3012D6-A5C9-4171-AEF7-0C1A56EE1CCE}">
      <dgm:prSet/>
      <dgm:spPr/>
      <dgm:t>
        <a:bodyPr/>
        <a:lstStyle/>
        <a:p>
          <a:r>
            <a:rPr lang="ru-RU" dirty="0"/>
            <a:t>2) при назначении на должности гражданской службы категории "руководители", назначение на которые и освобождение от которых осуществляются </a:t>
          </a:r>
          <a:r>
            <a:rPr lang="ru-RU" b="1" dirty="0"/>
            <a:t>Президентом РФ</a:t>
          </a:r>
          <a:r>
            <a:rPr lang="ru-RU" dirty="0"/>
            <a:t> или </a:t>
          </a:r>
          <a:r>
            <a:rPr lang="ru-RU" b="1" dirty="0"/>
            <a:t>Правительством РФ</a:t>
          </a:r>
          <a:r>
            <a:rPr lang="ru-RU" dirty="0"/>
            <a:t>;</a:t>
          </a:r>
        </a:p>
      </dgm:t>
    </dgm:pt>
    <dgm:pt modelId="{44D3B371-57A1-4AAE-8373-57C69A8EED3D}" type="parTrans" cxnId="{9145DC85-BB21-40C9-A73C-1167DAE40F35}">
      <dgm:prSet/>
      <dgm:spPr/>
      <dgm:t>
        <a:bodyPr/>
        <a:lstStyle/>
        <a:p>
          <a:endParaRPr lang="ru-RU"/>
        </a:p>
      </dgm:t>
    </dgm:pt>
    <dgm:pt modelId="{E689C8D1-490C-4FBD-A15D-A6298BA72227}" type="sibTrans" cxnId="{9145DC85-BB21-40C9-A73C-1167DAE40F35}">
      <dgm:prSet/>
      <dgm:spPr/>
      <dgm:t>
        <a:bodyPr/>
        <a:lstStyle/>
        <a:p>
          <a:endParaRPr lang="ru-RU"/>
        </a:p>
      </dgm:t>
    </dgm:pt>
    <dgm:pt modelId="{520F5784-C984-4FAA-A992-2D37C9E77F08}">
      <dgm:prSet/>
      <dgm:spPr/>
      <dgm:t>
        <a:bodyPr/>
        <a:lstStyle/>
        <a:p>
          <a:r>
            <a:rPr lang="ru-RU" dirty="0"/>
            <a:t>3) при заключении </a:t>
          </a:r>
          <a:r>
            <a:rPr lang="ru-RU" b="1" dirty="0"/>
            <a:t>срочного служебного контракта</a:t>
          </a:r>
          <a:r>
            <a:rPr lang="ru-RU" dirty="0"/>
            <a:t>;</a:t>
          </a:r>
        </a:p>
      </dgm:t>
    </dgm:pt>
    <dgm:pt modelId="{EC986B46-4526-4856-AE66-C857D47E8D69}" type="parTrans" cxnId="{88C6AB64-AE8B-4A6D-85DB-ACF43017B1B3}">
      <dgm:prSet/>
      <dgm:spPr/>
      <dgm:t>
        <a:bodyPr/>
        <a:lstStyle/>
        <a:p>
          <a:endParaRPr lang="ru-RU"/>
        </a:p>
      </dgm:t>
    </dgm:pt>
    <dgm:pt modelId="{A5294471-FC93-453C-B1CD-25152DE7C668}" type="sibTrans" cxnId="{88C6AB64-AE8B-4A6D-85DB-ACF43017B1B3}">
      <dgm:prSet/>
      <dgm:spPr/>
      <dgm:t>
        <a:bodyPr/>
        <a:lstStyle/>
        <a:p>
          <a:endParaRPr lang="ru-RU"/>
        </a:p>
      </dgm:t>
    </dgm:pt>
    <dgm:pt modelId="{A3D5E2C0-65B5-42AC-9663-63C69C0C1E7E}">
      <dgm:prSet/>
      <dgm:spPr/>
      <dgm:t>
        <a:bodyPr/>
        <a:lstStyle/>
        <a:p>
          <a:r>
            <a:rPr lang="ru-RU" dirty="0"/>
            <a:t>4) при назначении гражданского служащего в порядке </a:t>
          </a:r>
          <a:r>
            <a:rPr lang="ru-RU" b="1" dirty="0"/>
            <a:t>перевода на иную должность </a:t>
          </a:r>
          <a:r>
            <a:rPr lang="ru-RU" dirty="0"/>
            <a:t>гражданской службы в случаях, предусмотренных пунктами 3 - 14 части 5 и пунктами 3 - 5 части 6 статьи 28 Федерального закона №79-ФЗ от 27 июля 2004 г.;</a:t>
          </a:r>
        </a:p>
      </dgm:t>
    </dgm:pt>
    <dgm:pt modelId="{4A9771B6-BF89-4752-936A-F05A8A876261}" type="parTrans" cxnId="{C45F859C-09B6-48A2-AAB8-937460B2353F}">
      <dgm:prSet/>
      <dgm:spPr/>
      <dgm:t>
        <a:bodyPr/>
        <a:lstStyle/>
        <a:p>
          <a:endParaRPr lang="ru-RU"/>
        </a:p>
      </dgm:t>
    </dgm:pt>
    <dgm:pt modelId="{718B5600-0250-4145-BCC3-D83534C4D998}" type="sibTrans" cxnId="{C45F859C-09B6-48A2-AAB8-937460B2353F}">
      <dgm:prSet/>
      <dgm:spPr/>
      <dgm:t>
        <a:bodyPr/>
        <a:lstStyle/>
        <a:p>
          <a:endParaRPr lang="ru-RU"/>
        </a:p>
      </dgm:t>
    </dgm:pt>
    <dgm:pt modelId="{D1A6DFBA-7597-40F1-9756-F9F4AEFC6C42}">
      <dgm:prSet/>
      <dgm:spPr/>
      <dgm:t>
        <a:bodyPr/>
        <a:lstStyle/>
        <a:p>
          <a:r>
            <a:rPr lang="ru-RU" dirty="0"/>
            <a:t>5) при назначении на должность гражданской службы гражданского служащего или гражданина, </a:t>
          </a:r>
          <a:r>
            <a:rPr lang="ru-RU" b="1" dirty="0"/>
            <a:t>включенных в кадровый резерв </a:t>
          </a:r>
          <a:r>
            <a:rPr lang="ru-RU" dirty="0"/>
            <a:t>на гражданской службе.</a:t>
          </a:r>
        </a:p>
      </dgm:t>
    </dgm:pt>
    <dgm:pt modelId="{2400688F-DCA7-48E6-AFE6-E4074761CE65}" type="parTrans" cxnId="{7A7A6DA5-7896-4041-A23F-30A512CBC4C9}">
      <dgm:prSet/>
      <dgm:spPr/>
      <dgm:t>
        <a:bodyPr/>
        <a:lstStyle/>
        <a:p>
          <a:endParaRPr lang="ru-RU"/>
        </a:p>
      </dgm:t>
    </dgm:pt>
    <dgm:pt modelId="{9E46C7B2-0CDA-4B46-86F8-78467B66EE98}" type="sibTrans" cxnId="{7A7A6DA5-7896-4041-A23F-30A512CBC4C9}">
      <dgm:prSet/>
      <dgm:spPr/>
      <dgm:t>
        <a:bodyPr/>
        <a:lstStyle/>
        <a:p>
          <a:endParaRPr lang="ru-RU"/>
        </a:p>
      </dgm:t>
    </dgm:pt>
    <dgm:pt modelId="{2ECC8DBD-7BB3-4496-9283-50B77DD2A2C8}" type="pres">
      <dgm:prSet presAssocID="{1CADA7DE-961E-4721-A0D5-02D18A28F02C}" presName="linear" presStyleCnt="0">
        <dgm:presLayoutVars>
          <dgm:animLvl val="lvl"/>
          <dgm:resizeHandles val="exact"/>
        </dgm:presLayoutVars>
      </dgm:prSet>
      <dgm:spPr/>
    </dgm:pt>
    <dgm:pt modelId="{659F7B63-062A-4DFF-9F4E-74E122732DDC}" type="pres">
      <dgm:prSet presAssocID="{A760D208-B502-40E5-9140-EB55F45A2798}" presName="parentText" presStyleLbl="node1" presStyleIdx="0" presStyleCnt="5" custScaleY="75132">
        <dgm:presLayoutVars>
          <dgm:chMax val="0"/>
          <dgm:bulletEnabled val="1"/>
        </dgm:presLayoutVars>
      </dgm:prSet>
      <dgm:spPr/>
    </dgm:pt>
    <dgm:pt modelId="{5BEE271F-6E5C-47CB-B486-687CC8E31785}" type="pres">
      <dgm:prSet presAssocID="{DFABA3B6-AF7C-4E56-9649-69B990A08E5C}" presName="spacer" presStyleCnt="0"/>
      <dgm:spPr/>
    </dgm:pt>
    <dgm:pt modelId="{2A73F5C3-3B1A-493F-84AE-585AF61A5297}" type="pres">
      <dgm:prSet presAssocID="{7A3012D6-A5C9-4171-AEF7-0C1A56EE1CC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10476C8-0A46-45FC-BA78-A6C4DE5E809F}" type="pres">
      <dgm:prSet presAssocID="{E689C8D1-490C-4FBD-A15D-A6298BA72227}" presName="spacer" presStyleCnt="0"/>
      <dgm:spPr/>
    </dgm:pt>
    <dgm:pt modelId="{69FA8B88-94A7-46AA-842C-E52A7A013F8C}" type="pres">
      <dgm:prSet presAssocID="{520F5784-C984-4FAA-A992-2D37C9E77F08}" presName="parentText" presStyleLbl="node1" presStyleIdx="2" presStyleCnt="5" custScaleY="68302">
        <dgm:presLayoutVars>
          <dgm:chMax val="0"/>
          <dgm:bulletEnabled val="1"/>
        </dgm:presLayoutVars>
      </dgm:prSet>
      <dgm:spPr/>
    </dgm:pt>
    <dgm:pt modelId="{0409620C-1904-42CE-AB23-915A4B6D5640}" type="pres">
      <dgm:prSet presAssocID="{A5294471-FC93-453C-B1CD-25152DE7C668}" presName="spacer" presStyleCnt="0"/>
      <dgm:spPr/>
    </dgm:pt>
    <dgm:pt modelId="{6511B76B-6432-4DC3-8E0E-24462FCE2A20}" type="pres">
      <dgm:prSet presAssocID="{A3D5E2C0-65B5-42AC-9663-63C69C0C1E7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42BB7D-9B52-4FF5-9431-54BBA9B9633A}" type="pres">
      <dgm:prSet presAssocID="{718B5600-0250-4145-BCC3-D83534C4D998}" presName="spacer" presStyleCnt="0"/>
      <dgm:spPr/>
    </dgm:pt>
    <dgm:pt modelId="{367AA4D1-47A0-499B-B042-C70B47903B9F}" type="pres">
      <dgm:prSet presAssocID="{D1A6DFBA-7597-40F1-9756-F9F4AEFC6C4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C2F9C15-7A87-49DD-815C-42B504144631}" srcId="{1CADA7DE-961E-4721-A0D5-02D18A28F02C}" destId="{A760D208-B502-40E5-9140-EB55F45A2798}" srcOrd="0" destOrd="0" parTransId="{BB1C0783-2EEA-403B-9C9F-B6A68F1A0E9C}" sibTransId="{DFABA3B6-AF7C-4E56-9649-69B990A08E5C}"/>
    <dgm:cxn modelId="{C3813E1A-8969-447C-BE69-49F71B68237F}" type="presOf" srcId="{1CADA7DE-961E-4721-A0D5-02D18A28F02C}" destId="{2ECC8DBD-7BB3-4496-9283-50B77DD2A2C8}" srcOrd="0" destOrd="0" presId="urn:microsoft.com/office/officeart/2005/8/layout/vList2"/>
    <dgm:cxn modelId="{EA81F221-7938-49F3-B539-D5E39D11E4C3}" type="presOf" srcId="{520F5784-C984-4FAA-A992-2D37C9E77F08}" destId="{69FA8B88-94A7-46AA-842C-E52A7A013F8C}" srcOrd="0" destOrd="0" presId="urn:microsoft.com/office/officeart/2005/8/layout/vList2"/>
    <dgm:cxn modelId="{A77B6326-CC46-4C5C-8747-E609094D2007}" type="presOf" srcId="{A3D5E2C0-65B5-42AC-9663-63C69C0C1E7E}" destId="{6511B76B-6432-4DC3-8E0E-24462FCE2A20}" srcOrd="0" destOrd="0" presId="urn:microsoft.com/office/officeart/2005/8/layout/vList2"/>
    <dgm:cxn modelId="{88C6AB64-AE8B-4A6D-85DB-ACF43017B1B3}" srcId="{1CADA7DE-961E-4721-A0D5-02D18A28F02C}" destId="{520F5784-C984-4FAA-A992-2D37C9E77F08}" srcOrd="2" destOrd="0" parTransId="{EC986B46-4526-4856-AE66-C857D47E8D69}" sibTransId="{A5294471-FC93-453C-B1CD-25152DE7C668}"/>
    <dgm:cxn modelId="{61E2DD7D-7F05-4477-8FE5-B0360B1F07E2}" type="presOf" srcId="{A760D208-B502-40E5-9140-EB55F45A2798}" destId="{659F7B63-062A-4DFF-9F4E-74E122732DDC}" srcOrd="0" destOrd="0" presId="urn:microsoft.com/office/officeart/2005/8/layout/vList2"/>
    <dgm:cxn modelId="{9145DC85-BB21-40C9-A73C-1167DAE40F35}" srcId="{1CADA7DE-961E-4721-A0D5-02D18A28F02C}" destId="{7A3012D6-A5C9-4171-AEF7-0C1A56EE1CCE}" srcOrd="1" destOrd="0" parTransId="{44D3B371-57A1-4AAE-8373-57C69A8EED3D}" sibTransId="{E689C8D1-490C-4FBD-A15D-A6298BA72227}"/>
    <dgm:cxn modelId="{E149CD99-3AE4-4517-9D05-84DE28876267}" type="presOf" srcId="{D1A6DFBA-7597-40F1-9756-F9F4AEFC6C42}" destId="{367AA4D1-47A0-499B-B042-C70B47903B9F}" srcOrd="0" destOrd="0" presId="urn:microsoft.com/office/officeart/2005/8/layout/vList2"/>
    <dgm:cxn modelId="{2E77719B-A19A-4F3E-9719-93B47A028A75}" type="presOf" srcId="{7A3012D6-A5C9-4171-AEF7-0C1A56EE1CCE}" destId="{2A73F5C3-3B1A-493F-84AE-585AF61A5297}" srcOrd="0" destOrd="0" presId="urn:microsoft.com/office/officeart/2005/8/layout/vList2"/>
    <dgm:cxn modelId="{C45F859C-09B6-48A2-AAB8-937460B2353F}" srcId="{1CADA7DE-961E-4721-A0D5-02D18A28F02C}" destId="{A3D5E2C0-65B5-42AC-9663-63C69C0C1E7E}" srcOrd="3" destOrd="0" parTransId="{4A9771B6-BF89-4752-936A-F05A8A876261}" sibTransId="{718B5600-0250-4145-BCC3-D83534C4D998}"/>
    <dgm:cxn modelId="{7A7A6DA5-7896-4041-A23F-30A512CBC4C9}" srcId="{1CADA7DE-961E-4721-A0D5-02D18A28F02C}" destId="{D1A6DFBA-7597-40F1-9756-F9F4AEFC6C42}" srcOrd="4" destOrd="0" parTransId="{2400688F-DCA7-48E6-AFE6-E4074761CE65}" sibTransId="{9E46C7B2-0CDA-4B46-86F8-78467B66EE98}"/>
    <dgm:cxn modelId="{7C60A8E4-FA16-4627-8BCA-0682C0B2ACFA}" type="presParOf" srcId="{2ECC8DBD-7BB3-4496-9283-50B77DD2A2C8}" destId="{659F7B63-062A-4DFF-9F4E-74E122732DDC}" srcOrd="0" destOrd="0" presId="urn:microsoft.com/office/officeart/2005/8/layout/vList2"/>
    <dgm:cxn modelId="{9DA2343C-F4AA-4DAC-954B-4498876F0B85}" type="presParOf" srcId="{2ECC8DBD-7BB3-4496-9283-50B77DD2A2C8}" destId="{5BEE271F-6E5C-47CB-B486-687CC8E31785}" srcOrd="1" destOrd="0" presId="urn:microsoft.com/office/officeart/2005/8/layout/vList2"/>
    <dgm:cxn modelId="{9EFF5F57-CC72-4C39-AA38-887308CE0B16}" type="presParOf" srcId="{2ECC8DBD-7BB3-4496-9283-50B77DD2A2C8}" destId="{2A73F5C3-3B1A-493F-84AE-585AF61A5297}" srcOrd="2" destOrd="0" presId="urn:microsoft.com/office/officeart/2005/8/layout/vList2"/>
    <dgm:cxn modelId="{983470B7-3421-4460-98CD-DFAA5DA52915}" type="presParOf" srcId="{2ECC8DBD-7BB3-4496-9283-50B77DD2A2C8}" destId="{910476C8-0A46-45FC-BA78-A6C4DE5E809F}" srcOrd="3" destOrd="0" presId="urn:microsoft.com/office/officeart/2005/8/layout/vList2"/>
    <dgm:cxn modelId="{32A7D1F0-DD12-46BF-B9A3-A4CCE3D07F19}" type="presParOf" srcId="{2ECC8DBD-7BB3-4496-9283-50B77DD2A2C8}" destId="{69FA8B88-94A7-46AA-842C-E52A7A013F8C}" srcOrd="4" destOrd="0" presId="urn:microsoft.com/office/officeart/2005/8/layout/vList2"/>
    <dgm:cxn modelId="{2302879C-C5A6-40A6-AFFA-F6742ED51088}" type="presParOf" srcId="{2ECC8DBD-7BB3-4496-9283-50B77DD2A2C8}" destId="{0409620C-1904-42CE-AB23-915A4B6D5640}" srcOrd="5" destOrd="0" presId="urn:microsoft.com/office/officeart/2005/8/layout/vList2"/>
    <dgm:cxn modelId="{1AFE4E0D-9F16-496A-93BC-4DD87D573AFD}" type="presParOf" srcId="{2ECC8DBD-7BB3-4496-9283-50B77DD2A2C8}" destId="{6511B76B-6432-4DC3-8E0E-24462FCE2A20}" srcOrd="6" destOrd="0" presId="urn:microsoft.com/office/officeart/2005/8/layout/vList2"/>
    <dgm:cxn modelId="{4C6F827D-2368-487C-AC0A-4025E10F40B9}" type="presParOf" srcId="{2ECC8DBD-7BB3-4496-9283-50B77DD2A2C8}" destId="{1742BB7D-9B52-4FF5-9431-54BBA9B9633A}" srcOrd="7" destOrd="0" presId="urn:microsoft.com/office/officeart/2005/8/layout/vList2"/>
    <dgm:cxn modelId="{A300EEA0-114F-44F6-9B0C-96FD93BC4174}" type="presParOf" srcId="{2ECC8DBD-7BB3-4496-9283-50B77DD2A2C8}" destId="{367AA4D1-47A0-499B-B042-C70B47903B9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4D138AF-2803-473F-A935-92E4F78463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9685881-2A81-4E80-9D70-45AE78667587}">
      <dgm:prSet/>
      <dgm:spPr/>
      <dgm:t>
        <a:bodyPr/>
        <a:lstStyle/>
        <a:p>
          <a:r>
            <a:rPr lang="ru-RU" dirty="0"/>
            <a:t>база данных высокопрофессиональных и перспективных сотрудников федеральных органов исполнительной власти, государственных органов субъектов Российской Федерации, а также государственных корпораций и организаций.</a:t>
          </a:r>
        </a:p>
      </dgm:t>
    </dgm:pt>
    <dgm:pt modelId="{6FA4127E-3C94-43BE-A3DF-7C0E3732712F}" type="parTrans" cxnId="{17C37D9B-0CF0-4ED9-998A-2FAC8BF96175}">
      <dgm:prSet/>
      <dgm:spPr/>
      <dgm:t>
        <a:bodyPr/>
        <a:lstStyle/>
        <a:p>
          <a:endParaRPr lang="ru-RU"/>
        </a:p>
      </dgm:t>
    </dgm:pt>
    <dgm:pt modelId="{9560F163-1ADF-4DE2-A92E-F03BC18B134E}" type="sibTrans" cxnId="{17C37D9B-0CF0-4ED9-998A-2FAC8BF96175}">
      <dgm:prSet/>
      <dgm:spPr/>
      <dgm:t>
        <a:bodyPr/>
        <a:lstStyle/>
        <a:p>
          <a:endParaRPr lang="ru-RU"/>
        </a:p>
      </dgm:t>
    </dgm:pt>
    <dgm:pt modelId="{E553A8A0-61A0-47DF-A6E1-F559D7A565F6}" type="pres">
      <dgm:prSet presAssocID="{04D138AF-2803-473F-A935-92E4F7846348}" presName="linear" presStyleCnt="0">
        <dgm:presLayoutVars>
          <dgm:animLvl val="lvl"/>
          <dgm:resizeHandles val="exact"/>
        </dgm:presLayoutVars>
      </dgm:prSet>
      <dgm:spPr/>
    </dgm:pt>
    <dgm:pt modelId="{FF9FAFED-E9F8-46D6-9D2B-768BFB0DDCE7}" type="pres">
      <dgm:prSet presAssocID="{19685881-2A81-4E80-9D70-45AE7866758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E3C241A-B3A7-4F6B-B742-8CF4EA9481B3}" type="presOf" srcId="{19685881-2A81-4E80-9D70-45AE78667587}" destId="{FF9FAFED-E9F8-46D6-9D2B-768BFB0DDCE7}" srcOrd="0" destOrd="0" presId="urn:microsoft.com/office/officeart/2005/8/layout/vList2"/>
    <dgm:cxn modelId="{6F484476-729E-4324-BE0F-8DEC52AD9C6E}" type="presOf" srcId="{04D138AF-2803-473F-A935-92E4F7846348}" destId="{E553A8A0-61A0-47DF-A6E1-F559D7A565F6}" srcOrd="0" destOrd="0" presId="urn:microsoft.com/office/officeart/2005/8/layout/vList2"/>
    <dgm:cxn modelId="{17C37D9B-0CF0-4ED9-998A-2FAC8BF96175}" srcId="{04D138AF-2803-473F-A935-92E4F7846348}" destId="{19685881-2A81-4E80-9D70-45AE78667587}" srcOrd="0" destOrd="0" parTransId="{6FA4127E-3C94-43BE-A3DF-7C0E3732712F}" sibTransId="{9560F163-1ADF-4DE2-A92E-F03BC18B134E}"/>
    <dgm:cxn modelId="{13B27ACC-F04E-4B88-8343-DE3DC8AAB3F3}" type="presParOf" srcId="{E553A8A0-61A0-47DF-A6E1-F559D7A565F6}" destId="{FF9FAFED-E9F8-46D6-9D2B-768BFB0DDCE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F3908-693F-4640-83CB-BACA498C7CE9}">
      <dsp:nvSpPr>
        <dsp:cNvPr id="0" name=""/>
        <dsp:cNvSpPr/>
      </dsp:nvSpPr>
      <dsp:spPr>
        <a:xfrm>
          <a:off x="51524" y="698"/>
          <a:ext cx="5658981" cy="1439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27 июля 2004 г. № 79-ФЗ «</a:t>
          </a:r>
          <a:r>
            <a:rPr lang="ru-RU" sz="2100" b="1" kern="1200" dirty="0"/>
            <a:t>О государственной гражданской службе Российской Федерации</a:t>
          </a:r>
          <a:r>
            <a:rPr lang="ru-RU" sz="2100" kern="1200" dirty="0"/>
            <a:t>»</a:t>
          </a:r>
        </a:p>
      </dsp:txBody>
      <dsp:txXfrm>
        <a:off x="51524" y="698"/>
        <a:ext cx="5658981" cy="1439974"/>
      </dsp:txXfrm>
    </dsp:sp>
    <dsp:sp modelId="{BDEB2A9C-EC72-4C69-9B94-3B5D316355B5}">
      <dsp:nvSpPr>
        <dsp:cNvPr id="0" name=""/>
        <dsp:cNvSpPr/>
      </dsp:nvSpPr>
      <dsp:spPr>
        <a:xfrm>
          <a:off x="5950501" y="698"/>
          <a:ext cx="5658981" cy="1439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27 мая 2003 г. № 58-ФЗ «</a:t>
          </a:r>
          <a:r>
            <a:rPr lang="ru-RU" sz="2100" b="1" kern="1200" dirty="0"/>
            <a:t>О системе государственной службы Российской Федерации</a:t>
          </a:r>
          <a:r>
            <a:rPr lang="ru-RU" sz="2100" kern="1200" dirty="0"/>
            <a:t>»</a:t>
          </a:r>
        </a:p>
      </dsp:txBody>
      <dsp:txXfrm>
        <a:off x="5950501" y="698"/>
        <a:ext cx="5658981" cy="1439974"/>
      </dsp:txXfrm>
    </dsp:sp>
    <dsp:sp modelId="{C989510F-EDA6-422B-921E-53FF91100453}">
      <dsp:nvSpPr>
        <dsp:cNvPr id="0" name=""/>
        <dsp:cNvSpPr/>
      </dsp:nvSpPr>
      <dsp:spPr>
        <a:xfrm>
          <a:off x="51524" y="1680669"/>
          <a:ext cx="5658981" cy="143997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02.03.2007 № 25-ФЗ «</a:t>
          </a:r>
          <a:r>
            <a:rPr lang="ru-RU" sz="2100" b="1" kern="1200" dirty="0"/>
            <a:t>О муниципальной службе в Российской Федерации</a:t>
          </a:r>
          <a:r>
            <a:rPr lang="ru-RU" sz="2100" kern="1200" dirty="0"/>
            <a:t>» </a:t>
          </a:r>
        </a:p>
      </dsp:txBody>
      <dsp:txXfrm>
        <a:off x="51524" y="1680669"/>
        <a:ext cx="5658981" cy="1439974"/>
      </dsp:txXfrm>
    </dsp:sp>
    <dsp:sp modelId="{1BBA65DA-CCF7-404F-96E9-571B42A6BF7D}">
      <dsp:nvSpPr>
        <dsp:cNvPr id="0" name=""/>
        <dsp:cNvSpPr/>
      </dsp:nvSpPr>
      <dsp:spPr>
        <a:xfrm>
          <a:off x="5950501" y="1680669"/>
          <a:ext cx="5658981" cy="1439974"/>
        </a:xfrm>
        <a:prstGeom prst="rect">
          <a:avLst/>
        </a:prstGeom>
        <a:solidFill>
          <a:schemeClr val="accent3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06.10.2003 № 131-ФЗ «</a:t>
          </a:r>
          <a:r>
            <a:rPr lang="ru-RU" sz="2100" b="1" kern="1200" dirty="0"/>
            <a:t>Об общих принципах организации местного самоуправления в Российской Федерации</a:t>
          </a:r>
          <a:r>
            <a:rPr lang="ru-RU" sz="2100" kern="1200" dirty="0"/>
            <a:t>»</a:t>
          </a:r>
        </a:p>
      </dsp:txBody>
      <dsp:txXfrm>
        <a:off x="5950501" y="1680669"/>
        <a:ext cx="5658981" cy="1439974"/>
      </dsp:txXfrm>
    </dsp:sp>
    <dsp:sp modelId="{5414E2E8-D1FB-4579-9E06-02B4C0FD3503}">
      <dsp:nvSpPr>
        <dsp:cNvPr id="0" name=""/>
        <dsp:cNvSpPr/>
      </dsp:nvSpPr>
      <dsp:spPr>
        <a:xfrm>
          <a:off x="51524" y="3360640"/>
          <a:ext cx="5658981" cy="1439974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05.04.2013 № 44-ФЗ  «</a:t>
          </a:r>
          <a:r>
            <a:rPr lang="ru-RU" sz="2100" b="1" kern="1200" dirty="0"/>
            <a:t>О контрактной системе в сфере закупок товаров, работ, услуг для обеспечения государственных и муниципальных нужд</a:t>
          </a:r>
          <a:r>
            <a:rPr lang="ru-RU" sz="2100" kern="1200" dirty="0"/>
            <a:t>» </a:t>
          </a:r>
        </a:p>
      </dsp:txBody>
      <dsp:txXfrm>
        <a:off x="51524" y="3360640"/>
        <a:ext cx="5658981" cy="1439974"/>
      </dsp:txXfrm>
    </dsp:sp>
    <dsp:sp modelId="{6AE3C883-1F73-4FD7-BBA1-8D44C5DE1F17}">
      <dsp:nvSpPr>
        <dsp:cNvPr id="0" name=""/>
        <dsp:cNvSpPr/>
      </dsp:nvSpPr>
      <dsp:spPr>
        <a:xfrm>
          <a:off x="5950501" y="3360640"/>
          <a:ext cx="5658981" cy="1439974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Федеральный закон от 25 декабря 2008 г. № 273-ФЗ «</a:t>
          </a:r>
          <a:r>
            <a:rPr lang="ru-RU" sz="2100" b="1" kern="1200" dirty="0"/>
            <a:t>О противодействии коррупции</a:t>
          </a:r>
          <a:r>
            <a:rPr lang="ru-RU" sz="2100" kern="1200" dirty="0"/>
            <a:t>»</a:t>
          </a:r>
        </a:p>
      </dsp:txBody>
      <dsp:txXfrm>
        <a:off x="5950501" y="3360640"/>
        <a:ext cx="5658981" cy="14399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B9318-2F71-4805-8F52-EA9801BD5BC3}">
      <dsp:nvSpPr>
        <dsp:cNvPr id="0" name=""/>
        <dsp:cNvSpPr/>
      </dsp:nvSpPr>
      <dsp:spPr>
        <a:xfrm>
          <a:off x="0" y="7427"/>
          <a:ext cx="11888492" cy="1484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Государственная </a:t>
          </a:r>
          <a:r>
            <a:rPr lang="ru-RU" sz="2700" kern="1200"/>
            <a:t>служба Российской Федерации – </a:t>
          </a:r>
          <a:r>
            <a:rPr lang="ru-RU" sz="2700" kern="1200" dirty="0"/>
            <a:t>профессиональная служебная деятельность граждан РФ по обеспечению исполнения полномочий:</a:t>
          </a:r>
        </a:p>
      </dsp:txBody>
      <dsp:txXfrm>
        <a:off x="72479" y="79906"/>
        <a:ext cx="11743534" cy="13397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3A21A-8206-4E66-AFD5-7B134BB2A221}">
      <dsp:nvSpPr>
        <dsp:cNvPr id="0" name=""/>
        <dsp:cNvSpPr/>
      </dsp:nvSpPr>
      <dsp:spPr>
        <a:xfrm>
          <a:off x="0" y="632253"/>
          <a:ext cx="11771394" cy="1044809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федерализм, обеспечивающий единство системы государственной службы и соблюдение конституционного разграничения предметов ведения и полномочий между федеральными органами государственной власти и органами государственной власти субъектов Российской Федерации;</a:t>
          </a:r>
        </a:p>
      </dsp:txBody>
      <dsp:txXfrm>
        <a:off x="51003" y="683256"/>
        <a:ext cx="11669388" cy="942803"/>
      </dsp:txXfrm>
    </dsp:sp>
    <dsp:sp modelId="{A6C94CC5-5306-4BEB-B0D0-FFDB48E63650}">
      <dsp:nvSpPr>
        <dsp:cNvPr id="0" name=""/>
        <dsp:cNvSpPr/>
      </dsp:nvSpPr>
      <dsp:spPr>
        <a:xfrm>
          <a:off x="0" y="1731783"/>
          <a:ext cx="11771394" cy="48741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законность;</a:t>
          </a:r>
        </a:p>
      </dsp:txBody>
      <dsp:txXfrm>
        <a:off x="23794" y="1755577"/>
        <a:ext cx="11723806" cy="439826"/>
      </dsp:txXfrm>
    </dsp:sp>
    <dsp:sp modelId="{C3100FE0-5D8C-4EE6-9CF7-1C1E1274F366}">
      <dsp:nvSpPr>
        <dsp:cNvPr id="0" name=""/>
        <dsp:cNvSpPr/>
      </dsp:nvSpPr>
      <dsp:spPr>
        <a:xfrm>
          <a:off x="0" y="2273917"/>
          <a:ext cx="11771394" cy="7849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приоритет прав и свобод человека и гражданина, их непосредственное действие, обязательность их признания, соблюдения и защиты;</a:t>
          </a:r>
        </a:p>
      </dsp:txBody>
      <dsp:txXfrm>
        <a:off x="38320" y="2312237"/>
        <a:ext cx="11694754" cy="708346"/>
      </dsp:txXfrm>
    </dsp:sp>
    <dsp:sp modelId="{BDE92E4E-841D-410E-97E6-1ED7AB249EEA}">
      <dsp:nvSpPr>
        <dsp:cNvPr id="0" name=""/>
        <dsp:cNvSpPr/>
      </dsp:nvSpPr>
      <dsp:spPr>
        <a:xfrm>
          <a:off x="0" y="3113624"/>
          <a:ext cx="11771394" cy="5361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равный доступ граждан к государственной службе;</a:t>
          </a:r>
        </a:p>
      </dsp:txBody>
      <dsp:txXfrm>
        <a:off x="26173" y="3139797"/>
        <a:ext cx="11719048" cy="483808"/>
      </dsp:txXfrm>
    </dsp:sp>
    <dsp:sp modelId="{26B8D423-8CF6-4ED9-ACFB-8C1675819775}">
      <dsp:nvSpPr>
        <dsp:cNvPr id="0" name=""/>
        <dsp:cNvSpPr/>
      </dsp:nvSpPr>
      <dsp:spPr>
        <a:xfrm>
          <a:off x="0" y="3704499"/>
          <a:ext cx="11771394" cy="7849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единство правовых и организационных основ государственной службы, предполагающее законодательное закрепление единого подхода к организации государственной службы;</a:t>
          </a:r>
        </a:p>
      </dsp:txBody>
      <dsp:txXfrm>
        <a:off x="38320" y="3742819"/>
        <a:ext cx="11694754" cy="7083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4BEA8-C220-4B31-B93D-9C877C4A3C0B}">
      <dsp:nvSpPr>
        <dsp:cNvPr id="0" name=""/>
        <dsp:cNvSpPr/>
      </dsp:nvSpPr>
      <dsp:spPr>
        <a:xfrm>
          <a:off x="0" y="76261"/>
          <a:ext cx="11771394" cy="7669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взаимосвязь государственной службы и муниципальной службы;</a:t>
          </a:r>
        </a:p>
      </dsp:txBody>
      <dsp:txXfrm>
        <a:off x="37441" y="113702"/>
        <a:ext cx="11696512" cy="692098"/>
      </dsp:txXfrm>
    </dsp:sp>
    <dsp:sp modelId="{E91979FC-9719-4BC1-B94B-370DFAD752DF}">
      <dsp:nvSpPr>
        <dsp:cNvPr id="0" name=""/>
        <dsp:cNvSpPr/>
      </dsp:nvSpPr>
      <dsp:spPr>
        <a:xfrm>
          <a:off x="0" y="900842"/>
          <a:ext cx="11771394" cy="11229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открытость государственной службы и ее доступность общественному контролю, объективное информирование общества о деятельности государственных служащих;</a:t>
          </a:r>
        </a:p>
      </dsp:txBody>
      <dsp:txXfrm>
        <a:off x="54817" y="955659"/>
        <a:ext cx="11661760" cy="1013291"/>
      </dsp:txXfrm>
    </dsp:sp>
    <dsp:sp modelId="{28416B15-4366-4945-8326-8A7D76562A1F}">
      <dsp:nvSpPr>
        <dsp:cNvPr id="0" name=""/>
        <dsp:cNvSpPr/>
      </dsp:nvSpPr>
      <dsp:spPr>
        <a:xfrm>
          <a:off x="0" y="2081368"/>
          <a:ext cx="11771394" cy="7669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профессионализм и компетентность государственных служащих;</a:t>
          </a:r>
        </a:p>
      </dsp:txBody>
      <dsp:txXfrm>
        <a:off x="37441" y="2118809"/>
        <a:ext cx="11696512" cy="692098"/>
      </dsp:txXfrm>
    </dsp:sp>
    <dsp:sp modelId="{8EC9C6E9-3F98-49F0-BD9B-B4911B10330D}">
      <dsp:nvSpPr>
        <dsp:cNvPr id="0" name=""/>
        <dsp:cNvSpPr/>
      </dsp:nvSpPr>
      <dsp:spPr>
        <a:xfrm>
          <a:off x="0" y="2905948"/>
          <a:ext cx="11771394" cy="11229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защита государственных служащих от неправомерного вмешательства в их профессиональную служебную деятельность как государственных органов и должностных лиц, так и физических и юридических лиц.</a:t>
          </a:r>
        </a:p>
      </dsp:txBody>
      <dsp:txXfrm>
        <a:off x="54817" y="2960765"/>
        <a:ext cx="11661760" cy="10132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1232" y="3961"/>
          <a:ext cx="3123230" cy="4343414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Гражданская</a:t>
          </a:r>
          <a:endParaRPr lang="en-US" sz="3400" kern="1200" dirty="0"/>
        </a:p>
      </dsp:txBody>
      <dsp:txXfrm>
        <a:off x="163696" y="156425"/>
        <a:ext cx="2818302" cy="4038486"/>
      </dsp:txXfrm>
    </dsp:sp>
    <dsp:sp modelId="{BA60DA64-5FA9-4A97-BF3A-E93FADFF78E7}">
      <dsp:nvSpPr>
        <dsp:cNvPr id="0" name=""/>
        <dsp:cNvSpPr/>
      </dsp:nvSpPr>
      <dsp:spPr>
        <a:xfrm>
          <a:off x="3696184" y="3961"/>
          <a:ext cx="3123230" cy="4343414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Военная</a:t>
          </a:r>
          <a:endParaRPr lang="en-US" sz="3400" kern="1200" dirty="0"/>
        </a:p>
      </dsp:txBody>
      <dsp:txXfrm>
        <a:off x="3848648" y="156425"/>
        <a:ext cx="2818302" cy="4038486"/>
      </dsp:txXfrm>
    </dsp:sp>
    <dsp:sp modelId="{14065A0C-677E-478D-B402-557D0932B4C7}">
      <dsp:nvSpPr>
        <dsp:cNvPr id="0" name=""/>
        <dsp:cNvSpPr/>
      </dsp:nvSpPr>
      <dsp:spPr>
        <a:xfrm>
          <a:off x="7381137" y="3961"/>
          <a:ext cx="3123230" cy="4343414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Иная</a:t>
          </a:r>
          <a:endParaRPr lang="en-US" sz="3400" kern="1200" dirty="0"/>
        </a:p>
      </dsp:txBody>
      <dsp:txXfrm>
        <a:off x="7533601" y="156425"/>
        <a:ext cx="2818302" cy="40384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AD355-11D7-494C-85AC-89EDD71F9096}">
      <dsp:nvSpPr>
        <dsp:cNvPr id="0" name=""/>
        <dsp:cNvSpPr/>
      </dsp:nvSpPr>
      <dsp:spPr>
        <a:xfrm>
          <a:off x="3502" y="634007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Органы прокуратуры</a:t>
          </a:r>
        </a:p>
      </dsp:txBody>
      <dsp:txXfrm>
        <a:off x="3502" y="634007"/>
        <a:ext cx="2778725" cy="1667235"/>
      </dsp:txXfrm>
    </dsp:sp>
    <dsp:sp modelId="{51D32897-8F78-4368-A91D-E5AD8E686528}">
      <dsp:nvSpPr>
        <dsp:cNvPr id="0" name=""/>
        <dsp:cNvSpPr/>
      </dsp:nvSpPr>
      <dsp:spPr>
        <a:xfrm>
          <a:off x="3060100" y="634007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Следственный комитет РФ</a:t>
          </a:r>
        </a:p>
      </dsp:txBody>
      <dsp:txXfrm>
        <a:off x="3060100" y="634007"/>
        <a:ext cx="2778725" cy="1667235"/>
      </dsp:txXfrm>
    </dsp:sp>
    <dsp:sp modelId="{6BF340E9-1B9B-4FA9-889B-6519CABA1173}">
      <dsp:nvSpPr>
        <dsp:cNvPr id="0" name=""/>
        <dsp:cNvSpPr/>
      </dsp:nvSpPr>
      <dsp:spPr>
        <a:xfrm>
          <a:off x="6116699" y="634007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Органы внутренних дел</a:t>
          </a:r>
        </a:p>
      </dsp:txBody>
      <dsp:txXfrm>
        <a:off x="6116699" y="634007"/>
        <a:ext cx="2778725" cy="1667235"/>
      </dsp:txXfrm>
    </dsp:sp>
    <dsp:sp modelId="{D56A7BEA-E2BD-4E5E-96C5-6B712CB934F2}">
      <dsp:nvSpPr>
        <dsp:cNvPr id="0" name=""/>
        <dsp:cNvSpPr/>
      </dsp:nvSpPr>
      <dsp:spPr>
        <a:xfrm>
          <a:off x="9173297" y="634007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Органы таможенной службы</a:t>
          </a:r>
        </a:p>
      </dsp:txBody>
      <dsp:txXfrm>
        <a:off x="9173297" y="634007"/>
        <a:ext cx="2778725" cy="1667235"/>
      </dsp:txXfrm>
    </dsp:sp>
    <dsp:sp modelId="{E1C4997D-F6E8-4B26-B627-F5645AAAF25A}">
      <dsp:nvSpPr>
        <dsp:cNvPr id="0" name=""/>
        <dsp:cNvSpPr/>
      </dsp:nvSpPr>
      <dsp:spPr>
        <a:xfrm>
          <a:off x="1531801" y="2579115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Органы уголовно-исполнительной системы</a:t>
          </a:r>
        </a:p>
      </dsp:txBody>
      <dsp:txXfrm>
        <a:off x="1531801" y="2579115"/>
        <a:ext cx="2778725" cy="1667235"/>
      </dsp:txXfrm>
    </dsp:sp>
    <dsp:sp modelId="{E2090E2E-93BC-4B5F-A5BF-7E7F4786498D}">
      <dsp:nvSpPr>
        <dsp:cNvPr id="0" name=""/>
        <dsp:cNvSpPr/>
      </dsp:nvSpPr>
      <dsp:spPr>
        <a:xfrm>
          <a:off x="4588400" y="2579115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Органы противопожарной службы</a:t>
          </a:r>
        </a:p>
      </dsp:txBody>
      <dsp:txXfrm>
        <a:off x="4588400" y="2579115"/>
        <a:ext cx="2778725" cy="1667235"/>
      </dsp:txXfrm>
    </dsp:sp>
    <dsp:sp modelId="{B18728E9-9D70-4960-98D4-6C37A9012FA2}">
      <dsp:nvSpPr>
        <dsp:cNvPr id="0" name=""/>
        <dsp:cNvSpPr/>
      </dsp:nvSpPr>
      <dsp:spPr>
        <a:xfrm>
          <a:off x="7644998" y="2579115"/>
          <a:ext cx="2778725" cy="16672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И другие</a:t>
          </a:r>
        </a:p>
      </dsp:txBody>
      <dsp:txXfrm>
        <a:off x="7644998" y="2579115"/>
        <a:ext cx="2778725" cy="1667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B569D-423C-49AF-8951-CB67DFF96C55}">
      <dsp:nvSpPr>
        <dsp:cNvPr id="0" name=""/>
        <dsp:cNvSpPr/>
      </dsp:nvSpPr>
      <dsp:spPr>
        <a:xfrm>
          <a:off x="123283" y="972"/>
          <a:ext cx="5147122" cy="2109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федеральная государственная гражданская служба </a:t>
          </a:r>
          <a:endParaRPr lang="ru-RU" sz="4000" kern="1200"/>
        </a:p>
      </dsp:txBody>
      <dsp:txXfrm>
        <a:off x="123283" y="972"/>
        <a:ext cx="5147122" cy="2109332"/>
      </dsp:txXfrm>
    </dsp:sp>
    <dsp:sp modelId="{3DD8F07C-F67F-447C-A2F4-84DCC9CF5AA5}">
      <dsp:nvSpPr>
        <dsp:cNvPr id="0" name=""/>
        <dsp:cNvSpPr/>
      </dsp:nvSpPr>
      <dsp:spPr>
        <a:xfrm>
          <a:off x="5621960" y="972"/>
          <a:ext cx="5147122" cy="2109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государственная гражданская служба субъектов РФ</a:t>
          </a:r>
          <a:endParaRPr lang="ru-RU" sz="4000" kern="1200"/>
        </a:p>
      </dsp:txBody>
      <dsp:txXfrm>
        <a:off x="5621960" y="972"/>
        <a:ext cx="5147122" cy="21093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D4E7C-8F52-45C5-B117-10FB9D0E7549}">
      <dsp:nvSpPr>
        <dsp:cNvPr id="0" name=""/>
        <dsp:cNvSpPr/>
      </dsp:nvSpPr>
      <dsp:spPr>
        <a:xfrm>
          <a:off x="0" y="58172"/>
          <a:ext cx="10921999" cy="228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Профессиональная деятельность граждан, которая осуществляется на постоянной основе на должностях муниципальной службы, замещаемых путем заключения трудового договора (контракта).</a:t>
          </a:r>
          <a:endParaRPr lang="ru-RU" sz="3200" b="0" kern="1200" dirty="0"/>
        </a:p>
      </dsp:txBody>
      <dsp:txXfrm>
        <a:off x="111488" y="169660"/>
        <a:ext cx="10699023" cy="2060864"/>
      </dsp:txXfrm>
    </dsp:sp>
    <dsp:sp modelId="{FFEEAD94-D78C-45AB-8754-7838F4C7C2A1}">
      <dsp:nvSpPr>
        <dsp:cNvPr id="0" name=""/>
        <dsp:cNvSpPr/>
      </dsp:nvSpPr>
      <dsp:spPr>
        <a:xfrm>
          <a:off x="0" y="2434173"/>
          <a:ext cx="10921999" cy="228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dirty="0"/>
            <a:t>Нанимателем для муниципального служащего является муниципальное образование, от имени которого полномочия нанимателя осуществляет представитель нанимателя (работодатель).</a:t>
          </a:r>
          <a:endParaRPr lang="ru-RU" sz="3200" b="0" kern="1200" dirty="0"/>
        </a:p>
      </dsp:txBody>
      <dsp:txXfrm>
        <a:off x="111488" y="2545661"/>
        <a:ext cx="10699023" cy="206086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BC522-F945-4A6C-AA02-0540892F3597}">
      <dsp:nvSpPr>
        <dsp:cNvPr id="0" name=""/>
        <dsp:cNvSpPr/>
      </dsp:nvSpPr>
      <dsp:spPr>
        <a:xfrm>
          <a:off x="0" y="46071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1) единства </a:t>
          </a:r>
          <a:r>
            <a:rPr lang="ru-RU" sz="1800" b="1" i="0" kern="1200" dirty="0"/>
            <a:t>основных квалификационных требований </a:t>
          </a:r>
          <a:r>
            <a:rPr lang="ru-RU" sz="1800" b="0" i="0" kern="1200" dirty="0"/>
            <a:t>для замещения должностей гражданской службы и должностей муниципальной службы;</a:t>
          </a:r>
          <a:endParaRPr lang="ru-RU" sz="1800" kern="1200" dirty="0"/>
        </a:p>
      </dsp:txBody>
      <dsp:txXfrm>
        <a:off x="34954" y="495671"/>
        <a:ext cx="11885618" cy="646132"/>
      </dsp:txXfrm>
    </dsp:sp>
    <dsp:sp modelId="{00301699-5192-4CF8-B4DD-518524E3DCEA}">
      <dsp:nvSpPr>
        <dsp:cNvPr id="0" name=""/>
        <dsp:cNvSpPr/>
      </dsp:nvSpPr>
      <dsp:spPr>
        <a:xfrm>
          <a:off x="0" y="122859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2) единства </a:t>
          </a:r>
          <a:r>
            <a:rPr lang="ru-RU" sz="1800" b="1" kern="1200" dirty="0"/>
            <a:t>ограничений и обязательств </a:t>
          </a:r>
          <a:r>
            <a:rPr lang="ru-RU" sz="1800" kern="1200" dirty="0"/>
            <a:t>при прохождении гражданской службы и муниципальной службы;</a:t>
          </a:r>
        </a:p>
      </dsp:txBody>
      <dsp:txXfrm>
        <a:off x="34954" y="1263551"/>
        <a:ext cx="11885618" cy="646132"/>
      </dsp:txXfrm>
    </dsp:sp>
    <dsp:sp modelId="{7FB25CC0-9089-45CA-8E5E-C5DB4D424C52}">
      <dsp:nvSpPr>
        <dsp:cNvPr id="0" name=""/>
        <dsp:cNvSpPr/>
      </dsp:nvSpPr>
      <dsp:spPr>
        <a:xfrm>
          <a:off x="0" y="199647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3) единства </a:t>
          </a:r>
          <a:r>
            <a:rPr lang="ru-RU" sz="1800" b="1" i="0" kern="1200" dirty="0"/>
            <a:t>требований к подготовке кадров </a:t>
          </a:r>
          <a:r>
            <a:rPr lang="ru-RU" sz="1800" b="0" i="0" kern="1200" dirty="0"/>
            <a:t>для гражданской службы и муниципальной службы и профессиональному развитию гражданских служащих и муниципальных служащих;</a:t>
          </a:r>
          <a:endParaRPr lang="ru-RU" sz="1800" kern="1200" dirty="0"/>
        </a:p>
      </dsp:txBody>
      <dsp:txXfrm>
        <a:off x="34954" y="2031431"/>
        <a:ext cx="11885618" cy="646132"/>
      </dsp:txXfrm>
    </dsp:sp>
    <dsp:sp modelId="{94F1FA54-F4C9-4C25-8FD8-9DA9ED761A2E}">
      <dsp:nvSpPr>
        <dsp:cNvPr id="0" name=""/>
        <dsp:cNvSpPr/>
      </dsp:nvSpPr>
      <dsp:spPr>
        <a:xfrm>
          <a:off x="0" y="276435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4) </a:t>
          </a:r>
          <a:r>
            <a:rPr lang="ru-RU" sz="1800" b="1" kern="1200" dirty="0"/>
            <a:t>учета стажа </a:t>
          </a:r>
          <a:r>
            <a:rPr lang="ru-RU" sz="1800" kern="1200" dirty="0"/>
            <a:t>муниципальной службы при исчислении стажа гражданской службы и стажа гражданской службы при исчислении стажа муниципальной службы;</a:t>
          </a:r>
        </a:p>
      </dsp:txBody>
      <dsp:txXfrm>
        <a:off x="34954" y="2799311"/>
        <a:ext cx="11885618" cy="646132"/>
      </dsp:txXfrm>
    </dsp:sp>
    <dsp:sp modelId="{4D2AAD1A-9E30-41D5-BBD4-6BC439111196}">
      <dsp:nvSpPr>
        <dsp:cNvPr id="0" name=""/>
        <dsp:cNvSpPr/>
      </dsp:nvSpPr>
      <dsp:spPr>
        <a:xfrm>
          <a:off x="0" y="353223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5) соотносительности основных </a:t>
          </a:r>
          <a:r>
            <a:rPr lang="ru-RU" sz="1800" b="1" i="0" kern="1200" dirty="0"/>
            <a:t>условий оплаты труда и социальных гарантий </a:t>
          </a:r>
          <a:r>
            <a:rPr lang="ru-RU" sz="1800" b="0" i="0" kern="1200" dirty="0"/>
            <a:t>гражданских служащих и муниципальных служащих;</a:t>
          </a:r>
          <a:endParaRPr lang="ru-RU" sz="1800" kern="1200" dirty="0"/>
        </a:p>
      </dsp:txBody>
      <dsp:txXfrm>
        <a:off x="34954" y="3567191"/>
        <a:ext cx="11885618" cy="646132"/>
      </dsp:txXfrm>
    </dsp:sp>
    <dsp:sp modelId="{5E47859C-1422-4A5F-B530-ABE118EC61E3}">
      <dsp:nvSpPr>
        <dsp:cNvPr id="0" name=""/>
        <dsp:cNvSpPr/>
      </dsp:nvSpPr>
      <dsp:spPr>
        <a:xfrm>
          <a:off x="0" y="4300117"/>
          <a:ext cx="11955526" cy="716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6) соотносительности основных </a:t>
          </a:r>
          <a:r>
            <a:rPr lang="ru-RU" sz="1800" b="1" i="0" kern="1200" dirty="0"/>
            <a:t>условий государственного пенсионного обеспечения </a:t>
          </a:r>
          <a:r>
            <a:rPr lang="ru-RU" sz="1800" b="0" i="0" kern="1200" dirty="0"/>
            <a:t>граждан, проходивших гражданскую службу, и граждан, проходивших муниципальную службу, и их семей в случае потери кормильца.</a:t>
          </a:r>
          <a:endParaRPr lang="ru-RU" sz="1800" kern="1200" dirty="0"/>
        </a:p>
      </dsp:txBody>
      <dsp:txXfrm>
        <a:off x="34954" y="4335071"/>
        <a:ext cx="11885618" cy="6461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01952-1020-4AA7-8E1E-0F0187E8B49F}">
      <dsp:nvSpPr>
        <dsp:cNvPr id="0" name=""/>
        <dsp:cNvSpPr/>
      </dsp:nvSpPr>
      <dsp:spPr>
        <a:xfrm>
          <a:off x="0" y="101939"/>
          <a:ext cx="11955526" cy="10413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1) приоритет прав и свобод человека и гражданина;</a:t>
          </a:r>
        </a:p>
      </dsp:txBody>
      <dsp:txXfrm>
        <a:off x="50836" y="152775"/>
        <a:ext cx="11853854" cy="939714"/>
      </dsp:txXfrm>
    </dsp:sp>
    <dsp:sp modelId="{16F4F0C6-C53F-40AE-A039-AAD3C69E6A4B}">
      <dsp:nvSpPr>
        <dsp:cNvPr id="0" name=""/>
        <dsp:cNvSpPr/>
      </dsp:nvSpPr>
      <dsp:spPr>
        <a:xfrm>
          <a:off x="0" y="1212446"/>
          <a:ext cx="11955526" cy="10413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2) единство правовых и организационных основ федеральной гражданской службы и гражданской службы субъектов РФ;</a:t>
          </a:r>
        </a:p>
      </dsp:txBody>
      <dsp:txXfrm>
        <a:off x="50836" y="1263282"/>
        <a:ext cx="11853854" cy="939714"/>
      </dsp:txXfrm>
    </dsp:sp>
    <dsp:sp modelId="{42B5014A-A347-4AE5-8A88-06F02CA824F0}">
      <dsp:nvSpPr>
        <dsp:cNvPr id="0" name=""/>
        <dsp:cNvSpPr/>
      </dsp:nvSpPr>
      <dsp:spPr>
        <a:xfrm>
          <a:off x="0" y="2322953"/>
          <a:ext cx="11955526" cy="2455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3) равный доступ граждан, владеющих государственным языком Российской Федерации, к гражданской службе и равные условия ее прохождения независимо от пола, расы, национальности, происхождения, имущественного и должностного положения, места жительства, отношения к религии, убеждений, принадлежности к общественным объединениям, а также от других обстоятельств, не связанных с профессиональными качествами гражданского служащего;</a:t>
          </a:r>
        </a:p>
      </dsp:txBody>
      <dsp:txXfrm>
        <a:off x="119866" y="2442819"/>
        <a:ext cx="11715794" cy="22157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8085D-35B8-4059-8DB4-D5F8D7129E0B}">
      <dsp:nvSpPr>
        <dsp:cNvPr id="0" name=""/>
        <dsp:cNvSpPr/>
      </dsp:nvSpPr>
      <dsp:spPr>
        <a:xfrm>
          <a:off x="0" y="87154"/>
          <a:ext cx="1195552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4) профессионализм и компетентность гражданских служащих;</a:t>
          </a:r>
        </a:p>
      </dsp:txBody>
      <dsp:txXfrm>
        <a:off x="44828" y="131982"/>
        <a:ext cx="11865870" cy="828647"/>
      </dsp:txXfrm>
    </dsp:sp>
    <dsp:sp modelId="{D9A850E5-7D6C-47B4-AD96-76ED57036A1C}">
      <dsp:nvSpPr>
        <dsp:cNvPr id="0" name=""/>
        <dsp:cNvSpPr/>
      </dsp:nvSpPr>
      <dsp:spPr>
        <a:xfrm>
          <a:off x="0" y="1071697"/>
          <a:ext cx="1195552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5) стабильность гражданской службы;</a:t>
          </a:r>
        </a:p>
      </dsp:txBody>
      <dsp:txXfrm>
        <a:off x="44828" y="1116525"/>
        <a:ext cx="11865870" cy="828647"/>
      </dsp:txXfrm>
    </dsp:sp>
    <dsp:sp modelId="{0C1BCEEF-2D75-44DC-A559-BA33A77E412C}">
      <dsp:nvSpPr>
        <dsp:cNvPr id="0" name=""/>
        <dsp:cNvSpPr/>
      </dsp:nvSpPr>
      <dsp:spPr>
        <a:xfrm>
          <a:off x="0" y="2056241"/>
          <a:ext cx="1195552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6) доступность информации о гражданской службе;</a:t>
          </a:r>
        </a:p>
      </dsp:txBody>
      <dsp:txXfrm>
        <a:off x="44828" y="2101069"/>
        <a:ext cx="11865870" cy="828647"/>
      </dsp:txXfrm>
    </dsp:sp>
    <dsp:sp modelId="{5661CBF6-AC38-40EF-9095-FEAE13CD0184}">
      <dsp:nvSpPr>
        <dsp:cNvPr id="0" name=""/>
        <dsp:cNvSpPr/>
      </dsp:nvSpPr>
      <dsp:spPr>
        <a:xfrm>
          <a:off x="0" y="3040785"/>
          <a:ext cx="1195552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7) взаимодействие с общественными объединениями и гражданами;</a:t>
          </a:r>
        </a:p>
      </dsp:txBody>
      <dsp:txXfrm>
        <a:off x="44828" y="3085613"/>
        <a:ext cx="11865870" cy="828647"/>
      </dsp:txXfrm>
    </dsp:sp>
    <dsp:sp modelId="{A2845340-E879-42FB-9B74-C154EE81F112}">
      <dsp:nvSpPr>
        <dsp:cNvPr id="0" name=""/>
        <dsp:cNvSpPr/>
      </dsp:nvSpPr>
      <dsp:spPr>
        <a:xfrm>
          <a:off x="0" y="4025329"/>
          <a:ext cx="11955526" cy="918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8) защищенность гражданских служащих от неправомерного вмешательства в их профессиональную служебную деятельность.</a:t>
          </a:r>
        </a:p>
      </dsp:txBody>
      <dsp:txXfrm>
        <a:off x="44828" y="4070157"/>
        <a:ext cx="11865870" cy="8286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6376C-9C0E-42CA-BDAA-FFC6AE6DA957}">
      <dsp:nvSpPr>
        <dsp:cNvPr id="0" name=""/>
        <dsp:cNvSpPr/>
      </dsp:nvSpPr>
      <dsp:spPr>
        <a:xfrm>
          <a:off x="0" y="20688"/>
          <a:ext cx="11741953" cy="6165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1) приоритет прав и свобод человека и гражданина;</a:t>
          </a:r>
        </a:p>
      </dsp:txBody>
      <dsp:txXfrm>
        <a:off x="30096" y="50784"/>
        <a:ext cx="11681761" cy="556334"/>
      </dsp:txXfrm>
    </dsp:sp>
    <dsp:sp modelId="{C435D884-895F-4B3E-A428-54CE6B6619E6}">
      <dsp:nvSpPr>
        <dsp:cNvPr id="0" name=""/>
        <dsp:cNvSpPr/>
      </dsp:nvSpPr>
      <dsp:spPr>
        <a:xfrm>
          <a:off x="0" y="697695"/>
          <a:ext cx="11741953" cy="212837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2) равный доступ граждан, владеющих государственным языком РФ, к муниципальной службе и равные условия ее прохождения независимо от пола, расы, национальности, происхождения, имущественного и должностного положения, места жительства, отношения к религии, убеждений, принадлежности к общественным объединениям, а также от других обстоятельств, не связанных с профессиональными и деловыми качествами муниципального служащего;</a:t>
          </a:r>
        </a:p>
      </dsp:txBody>
      <dsp:txXfrm>
        <a:off x="103899" y="801594"/>
        <a:ext cx="11534155" cy="1920578"/>
      </dsp:txXfrm>
    </dsp:sp>
    <dsp:sp modelId="{F1D28A16-2ED3-4ACE-A987-EBAD0DA98386}">
      <dsp:nvSpPr>
        <dsp:cNvPr id="0" name=""/>
        <dsp:cNvSpPr/>
      </dsp:nvSpPr>
      <dsp:spPr>
        <a:xfrm>
          <a:off x="0" y="2886551"/>
          <a:ext cx="11741953" cy="6165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3) профессионализм и компетентность муниципальных служащих;</a:t>
          </a:r>
        </a:p>
      </dsp:txBody>
      <dsp:txXfrm>
        <a:off x="30096" y="2916647"/>
        <a:ext cx="11681761" cy="556334"/>
      </dsp:txXfrm>
    </dsp:sp>
    <dsp:sp modelId="{48C4D5FD-D375-4833-99BF-F2E8109A5089}">
      <dsp:nvSpPr>
        <dsp:cNvPr id="0" name=""/>
        <dsp:cNvSpPr/>
      </dsp:nvSpPr>
      <dsp:spPr>
        <a:xfrm>
          <a:off x="0" y="3563558"/>
          <a:ext cx="11741953" cy="6165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4) стабильность муниципальной службы;</a:t>
          </a:r>
        </a:p>
      </dsp:txBody>
      <dsp:txXfrm>
        <a:off x="30096" y="3593654"/>
        <a:ext cx="11681761" cy="556334"/>
      </dsp:txXfrm>
    </dsp:sp>
    <dsp:sp modelId="{54374DD8-5AA3-4EED-9AA7-3D75BB8A1B8C}">
      <dsp:nvSpPr>
        <dsp:cNvPr id="0" name=""/>
        <dsp:cNvSpPr/>
      </dsp:nvSpPr>
      <dsp:spPr>
        <a:xfrm>
          <a:off x="0" y="4240564"/>
          <a:ext cx="11741953" cy="6165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5) доступность информации о деятельности муниципальных служащих;</a:t>
          </a:r>
        </a:p>
      </dsp:txBody>
      <dsp:txXfrm>
        <a:off x="30096" y="4270660"/>
        <a:ext cx="11681761" cy="5563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5B9C1-E974-4170-8A31-EA5370C37E88}">
      <dsp:nvSpPr>
        <dsp:cNvPr id="0" name=""/>
        <dsp:cNvSpPr/>
      </dsp:nvSpPr>
      <dsp:spPr>
        <a:xfrm>
          <a:off x="0" y="26145"/>
          <a:ext cx="11741953" cy="918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6) взаимодействие с общественными объединениями и гражданами;</a:t>
          </a:r>
        </a:p>
      </dsp:txBody>
      <dsp:txXfrm>
        <a:off x="44828" y="70973"/>
        <a:ext cx="11652297" cy="828647"/>
      </dsp:txXfrm>
    </dsp:sp>
    <dsp:sp modelId="{C3B42DDF-EA18-4999-9055-5B1E0D45841A}">
      <dsp:nvSpPr>
        <dsp:cNvPr id="0" name=""/>
        <dsp:cNvSpPr/>
      </dsp:nvSpPr>
      <dsp:spPr>
        <a:xfrm>
          <a:off x="0" y="1010689"/>
          <a:ext cx="11741953" cy="918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7) единство основных требований к муниципальной службе, а также учет исторических и иных местных традиций при прохождении муниципальной службы;</a:t>
          </a:r>
        </a:p>
      </dsp:txBody>
      <dsp:txXfrm>
        <a:off x="44828" y="1055517"/>
        <a:ext cx="11652297" cy="828647"/>
      </dsp:txXfrm>
    </dsp:sp>
    <dsp:sp modelId="{29F6A2B2-F4C5-4E41-AE7E-0024641C5EB9}">
      <dsp:nvSpPr>
        <dsp:cNvPr id="0" name=""/>
        <dsp:cNvSpPr/>
      </dsp:nvSpPr>
      <dsp:spPr>
        <a:xfrm>
          <a:off x="0" y="1995233"/>
          <a:ext cx="11741953" cy="918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8) правовая и социальная защищенность муниципальных служащих;</a:t>
          </a:r>
        </a:p>
      </dsp:txBody>
      <dsp:txXfrm>
        <a:off x="44828" y="2040061"/>
        <a:ext cx="11652297" cy="828647"/>
      </dsp:txXfrm>
    </dsp:sp>
    <dsp:sp modelId="{54B944F0-3CC7-4C4E-B3E4-48B6DA06B564}">
      <dsp:nvSpPr>
        <dsp:cNvPr id="0" name=""/>
        <dsp:cNvSpPr/>
      </dsp:nvSpPr>
      <dsp:spPr>
        <a:xfrm>
          <a:off x="0" y="2979776"/>
          <a:ext cx="11741953" cy="918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9) ответственность муниципальных служащих за неисполнение или ненадлежащее исполнение своих должностных обязанностей;</a:t>
          </a:r>
        </a:p>
      </dsp:txBody>
      <dsp:txXfrm>
        <a:off x="44828" y="3024604"/>
        <a:ext cx="11652297" cy="828647"/>
      </dsp:txXfrm>
    </dsp:sp>
    <dsp:sp modelId="{4943EA4F-34B0-4967-ADA6-0175EED525D2}">
      <dsp:nvSpPr>
        <dsp:cNvPr id="0" name=""/>
        <dsp:cNvSpPr/>
      </dsp:nvSpPr>
      <dsp:spPr>
        <a:xfrm>
          <a:off x="0" y="3964320"/>
          <a:ext cx="11741953" cy="918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10) внепартийность муниципальной службы.</a:t>
          </a:r>
        </a:p>
      </dsp:txBody>
      <dsp:txXfrm>
        <a:off x="44828" y="4009148"/>
        <a:ext cx="11652297" cy="82864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DC9B8-B167-4126-A6AC-CA0469114DEC}">
      <dsp:nvSpPr>
        <dsp:cNvPr id="0" name=""/>
        <dsp:cNvSpPr/>
      </dsp:nvSpPr>
      <dsp:spPr>
        <a:xfrm>
          <a:off x="0" y="30646"/>
          <a:ext cx="11786195" cy="7397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1) обеспечение надлежащих </a:t>
          </a:r>
          <a:r>
            <a:rPr lang="ru-RU" sz="1600" b="1" kern="1200" dirty="0"/>
            <a:t>организационно-технических условий</a:t>
          </a:r>
          <a:r>
            <a:rPr lang="ru-RU" sz="1600" kern="1200" dirty="0"/>
            <a:t>, необходимых для исполнения должностных обязанностей;</a:t>
          </a:r>
        </a:p>
      </dsp:txBody>
      <dsp:txXfrm>
        <a:off x="36110" y="66756"/>
        <a:ext cx="11713975" cy="667494"/>
      </dsp:txXfrm>
    </dsp:sp>
    <dsp:sp modelId="{B23A6D56-345F-4A0D-8CA9-3E353A43FDFB}">
      <dsp:nvSpPr>
        <dsp:cNvPr id="0" name=""/>
        <dsp:cNvSpPr/>
      </dsp:nvSpPr>
      <dsp:spPr>
        <a:xfrm>
          <a:off x="0" y="816440"/>
          <a:ext cx="11786195" cy="895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2) ознакомление с </a:t>
          </a:r>
          <a:r>
            <a:rPr lang="ru-RU" sz="1600" b="1" kern="1200" dirty="0"/>
            <a:t>должностным регламентом </a:t>
          </a:r>
          <a:r>
            <a:rPr lang="ru-RU" sz="1600" kern="1200" dirty="0"/>
            <a:t>и иными документами, определяющими его права и обязанности по замещаемой должности гражданской службы, критериями оценки эффективности исполнения должностных обязанностей, показателями результативности профессиональной служебной деятельности и условиями должностного роста;</a:t>
          </a:r>
        </a:p>
      </dsp:txBody>
      <dsp:txXfrm>
        <a:off x="43693" y="860133"/>
        <a:ext cx="11698809" cy="807664"/>
      </dsp:txXfrm>
    </dsp:sp>
    <dsp:sp modelId="{DD8573CF-645D-4763-80BB-3986951060BD}">
      <dsp:nvSpPr>
        <dsp:cNvPr id="0" name=""/>
        <dsp:cNvSpPr/>
      </dsp:nvSpPr>
      <dsp:spPr>
        <a:xfrm>
          <a:off x="0" y="1757570"/>
          <a:ext cx="11786195" cy="8136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3) </a:t>
          </a:r>
          <a:r>
            <a:rPr lang="ru-RU" sz="1600" b="1" kern="1200" dirty="0"/>
            <a:t>отдых</a:t>
          </a:r>
          <a:r>
            <a:rPr lang="ru-RU" sz="1600" kern="1200" dirty="0"/>
            <a:t>, обеспечиваемый установлением нормальной продолжительности служебного времени, предоставлением выходных дней и нерабочих праздничных дней, а также ежегодных оплачиваемых основного и дополнительных отпусков;</a:t>
          </a:r>
        </a:p>
      </dsp:txBody>
      <dsp:txXfrm>
        <a:off x="39721" y="1797291"/>
        <a:ext cx="11706753" cy="734247"/>
      </dsp:txXfrm>
    </dsp:sp>
    <dsp:sp modelId="{4CCA2067-CA17-4988-9326-425D6622F2F6}">
      <dsp:nvSpPr>
        <dsp:cNvPr id="0" name=""/>
        <dsp:cNvSpPr/>
      </dsp:nvSpPr>
      <dsp:spPr>
        <a:xfrm>
          <a:off x="0" y="2617340"/>
          <a:ext cx="11786195" cy="8136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4) </a:t>
          </a:r>
          <a:r>
            <a:rPr lang="ru-RU" sz="1600" b="1" kern="1200" dirty="0"/>
            <a:t>оплату труда и другие выплаты </a:t>
          </a:r>
          <a:r>
            <a:rPr lang="ru-RU" sz="1600" kern="1200" dirty="0"/>
            <a:t>в соответствии с настоящим Федеральным законом, иными нормативными правовыми актами Российской Федерации и со служебным контрактом;</a:t>
          </a:r>
        </a:p>
      </dsp:txBody>
      <dsp:txXfrm>
        <a:off x="39721" y="2657061"/>
        <a:ext cx="11706753" cy="734247"/>
      </dsp:txXfrm>
    </dsp:sp>
    <dsp:sp modelId="{783B6E18-52C1-419D-B744-977A5FD6A59D}">
      <dsp:nvSpPr>
        <dsp:cNvPr id="0" name=""/>
        <dsp:cNvSpPr/>
      </dsp:nvSpPr>
      <dsp:spPr>
        <a:xfrm>
          <a:off x="0" y="3477110"/>
          <a:ext cx="11786195" cy="8136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5) получение в установленном порядке </a:t>
          </a:r>
          <a:r>
            <a:rPr lang="ru-RU" sz="1600" b="1" i="0" kern="1200" dirty="0"/>
            <a:t>информации и материалов</a:t>
          </a:r>
          <a:r>
            <a:rPr lang="ru-RU" sz="1600" b="0" i="0" kern="1200" dirty="0"/>
            <a:t>, необходимых для исполнения должностных обязанностей, а также на </a:t>
          </a:r>
          <a:r>
            <a:rPr lang="ru-RU" sz="1600" b="1" i="0" kern="1200" dirty="0"/>
            <a:t>внесение предложений </a:t>
          </a:r>
          <a:r>
            <a:rPr lang="ru-RU" sz="1600" b="0" i="0" kern="1200" dirty="0"/>
            <a:t>о совершенствовании деятельности государственного органа;</a:t>
          </a:r>
          <a:endParaRPr lang="ru-RU" sz="1600" kern="1200" dirty="0"/>
        </a:p>
      </dsp:txBody>
      <dsp:txXfrm>
        <a:off x="39721" y="3516831"/>
        <a:ext cx="11706753" cy="734247"/>
      </dsp:txXfrm>
    </dsp:sp>
    <dsp:sp modelId="{B65D6AB5-EA9C-4544-9075-902A34BB5510}">
      <dsp:nvSpPr>
        <dsp:cNvPr id="0" name=""/>
        <dsp:cNvSpPr/>
      </dsp:nvSpPr>
      <dsp:spPr>
        <a:xfrm>
          <a:off x="0" y="4336880"/>
          <a:ext cx="11786195" cy="8136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6) </a:t>
          </a:r>
          <a:r>
            <a:rPr lang="ru-RU" sz="1600" b="1" i="0" kern="1200" dirty="0"/>
            <a:t>доступ</a:t>
          </a:r>
          <a:r>
            <a:rPr lang="ru-RU" sz="1600" b="0" i="0" kern="1200" dirty="0"/>
            <a:t> в установленном порядке</a:t>
          </a:r>
          <a:r>
            <a:rPr lang="ru-RU" sz="1600" b="1" i="0" kern="1200" dirty="0"/>
            <a:t> к сведениям</a:t>
          </a:r>
          <a:r>
            <a:rPr lang="ru-RU" sz="1600" b="0" i="0" kern="1200" dirty="0"/>
            <a:t>, составляющим </a:t>
          </a:r>
          <a:r>
            <a:rPr lang="ru-RU" sz="1600" b="1" i="0" kern="1200" dirty="0"/>
            <a:t>государственную тайну</a:t>
          </a:r>
          <a:r>
            <a:rPr lang="ru-RU" sz="1600" b="0" i="0" kern="1200" dirty="0"/>
            <a:t>, если исполнение должностных обязанностей связано с использованием таких сведений;</a:t>
          </a:r>
          <a:endParaRPr lang="ru-RU" sz="1600" kern="1200" dirty="0"/>
        </a:p>
      </dsp:txBody>
      <dsp:txXfrm>
        <a:off x="39721" y="4376601"/>
        <a:ext cx="11706753" cy="7342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2DE78-2B1F-4608-BCF6-21A1CF38609C}">
      <dsp:nvSpPr>
        <dsp:cNvPr id="0" name=""/>
        <dsp:cNvSpPr/>
      </dsp:nvSpPr>
      <dsp:spPr>
        <a:xfrm>
          <a:off x="0" y="6568"/>
          <a:ext cx="11820061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7) </a:t>
          </a:r>
          <a:r>
            <a:rPr lang="ru-RU" sz="1900" b="1" i="0" kern="1200" dirty="0"/>
            <a:t>доступ</a:t>
          </a:r>
          <a:r>
            <a:rPr lang="ru-RU" sz="1900" b="0" i="0" kern="1200" dirty="0"/>
            <a:t> в установленном порядке в связи с исполнением должностных обязанностей </a:t>
          </a:r>
          <a:r>
            <a:rPr lang="ru-RU" sz="1900" b="1" i="0" kern="1200" dirty="0"/>
            <a:t>в государственные органы, органы местного самоуправления</a:t>
          </a:r>
          <a:r>
            <a:rPr lang="ru-RU" sz="1900" b="0" i="0" kern="1200" dirty="0"/>
            <a:t>, общественные объединения и иные организации;</a:t>
          </a:r>
          <a:endParaRPr lang="ru-RU" sz="1900" kern="1200" dirty="0"/>
        </a:p>
      </dsp:txBody>
      <dsp:txXfrm>
        <a:off x="51003" y="57571"/>
        <a:ext cx="11718055" cy="942803"/>
      </dsp:txXfrm>
    </dsp:sp>
    <dsp:sp modelId="{2F3E7869-953D-4AE0-93EA-89CD05CD927C}">
      <dsp:nvSpPr>
        <dsp:cNvPr id="0" name=""/>
        <dsp:cNvSpPr/>
      </dsp:nvSpPr>
      <dsp:spPr>
        <a:xfrm>
          <a:off x="0" y="1106098"/>
          <a:ext cx="11820061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8) </a:t>
          </a:r>
          <a:r>
            <a:rPr lang="ru-RU" sz="1900" b="1" i="0" kern="1200" dirty="0"/>
            <a:t>ознакомление с отзывами </a:t>
          </a:r>
          <a:r>
            <a:rPr lang="ru-RU" sz="1900" b="0" i="0" kern="1200" dirty="0"/>
            <a:t>о его профессиональной служебной деятельности и другими документами до внесения их в его личное дело, материалами личного дела, а также на приобщение к личному делу его письменных объяснений и других документов и материалов;</a:t>
          </a:r>
          <a:endParaRPr lang="ru-RU" sz="1900" kern="1200" dirty="0"/>
        </a:p>
      </dsp:txBody>
      <dsp:txXfrm>
        <a:off x="51003" y="1157101"/>
        <a:ext cx="11718055" cy="942803"/>
      </dsp:txXfrm>
    </dsp:sp>
    <dsp:sp modelId="{E701AFF3-4B2E-464B-8E22-00E3143F3C5C}">
      <dsp:nvSpPr>
        <dsp:cNvPr id="0" name=""/>
        <dsp:cNvSpPr/>
      </dsp:nvSpPr>
      <dsp:spPr>
        <a:xfrm>
          <a:off x="0" y="2205628"/>
          <a:ext cx="11820061" cy="58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9</a:t>
          </a:r>
          <a:r>
            <a:rPr lang="ru-RU" sz="1900" b="1" i="0" kern="1200" dirty="0"/>
            <a:t>) защиту сведений </a:t>
          </a:r>
          <a:r>
            <a:rPr lang="ru-RU" sz="1900" b="0" i="0" kern="1200" dirty="0"/>
            <a:t>о гражданском служащем;</a:t>
          </a:r>
          <a:endParaRPr lang="ru-RU" sz="1900" kern="1200" dirty="0"/>
        </a:p>
      </dsp:txBody>
      <dsp:txXfrm>
        <a:off x="28790" y="2234418"/>
        <a:ext cx="11762481" cy="532194"/>
      </dsp:txXfrm>
    </dsp:sp>
    <dsp:sp modelId="{BFC9D3FF-9F03-4251-BD79-F65B41B83AED}">
      <dsp:nvSpPr>
        <dsp:cNvPr id="0" name=""/>
        <dsp:cNvSpPr/>
      </dsp:nvSpPr>
      <dsp:spPr>
        <a:xfrm>
          <a:off x="0" y="2850122"/>
          <a:ext cx="11820061" cy="58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10) </a:t>
          </a:r>
          <a:r>
            <a:rPr lang="ru-RU" sz="1900" b="1" i="0" kern="1200" dirty="0"/>
            <a:t>должностной рост </a:t>
          </a:r>
          <a:r>
            <a:rPr lang="ru-RU" sz="1900" b="0" i="0" kern="1200" dirty="0"/>
            <a:t>на конкурсной основе;</a:t>
          </a:r>
          <a:endParaRPr lang="ru-RU" sz="1900" kern="1200" dirty="0"/>
        </a:p>
      </dsp:txBody>
      <dsp:txXfrm>
        <a:off x="28790" y="2878912"/>
        <a:ext cx="11762481" cy="532194"/>
      </dsp:txXfrm>
    </dsp:sp>
    <dsp:sp modelId="{412B5098-AFB2-48F4-981E-703E17F796BC}">
      <dsp:nvSpPr>
        <dsp:cNvPr id="0" name=""/>
        <dsp:cNvSpPr/>
      </dsp:nvSpPr>
      <dsp:spPr>
        <a:xfrm>
          <a:off x="0" y="3494617"/>
          <a:ext cx="11820061" cy="8634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11) </a:t>
          </a:r>
          <a:r>
            <a:rPr lang="ru-RU" sz="1900" b="1" kern="1200" dirty="0"/>
            <a:t>профессиональное развитие </a:t>
          </a:r>
          <a:r>
            <a:rPr lang="ru-RU" sz="1900" kern="1200" dirty="0"/>
            <a:t>в порядке, установленном настоящим Федеральным законом и другими федеральными законами;</a:t>
          </a:r>
        </a:p>
      </dsp:txBody>
      <dsp:txXfrm>
        <a:off x="42152" y="3536769"/>
        <a:ext cx="11735757" cy="779179"/>
      </dsp:txXfrm>
    </dsp:sp>
    <dsp:sp modelId="{C971D40C-1F46-47F0-B93F-4D65DFDC4FFD}">
      <dsp:nvSpPr>
        <dsp:cNvPr id="0" name=""/>
        <dsp:cNvSpPr/>
      </dsp:nvSpPr>
      <dsp:spPr>
        <a:xfrm>
          <a:off x="0" y="4412820"/>
          <a:ext cx="11820061" cy="58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12) членство в </a:t>
          </a:r>
          <a:r>
            <a:rPr lang="ru-RU" sz="1900" b="1" kern="1200" dirty="0"/>
            <a:t>профессиональном союзе</a:t>
          </a:r>
          <a:r>
            <a:rPr lang="ru-RU" sz="1900" kern="1200" dirty="0"/>
            <a:t>;</a:t>
          </a:r>
        </a:p>
      </dsp:txBody>
      <dsp:txXfrm>
        <a:off x="28790" y="4441610"/>
        <a:ext cx="11762481" cy="53219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F40DB-286D-4BA6-8FA9-5BDE19AD6585}">
      <dsp:nvSpPr>
        <dsp:cNvPr id="0" name=""/>
        <dsp:cNvSpPr/>
      </dsp:nvSpPr>
      <dsp:spPr>
        <a:xfrm>
          <a:off x="0" y="3034"/>
          <a:ext cx="1173539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13) рассмотрение </a:t>
          </a:r>
          <a:r>
            <a:rPr lang="ru-RU" sz="2100" b="1" kern="1200" dirty="0"/>
            <a:t>индивидуальных служебных споров </a:t>
          </a:r>
          <a:r>
            <a:rPr lang="ru-RU" sz="2100" kern="1200" dirty="0"/>
            <a:t>в соответствии с настоящим Федеральным законом и другими федеральными законами;</a:t>
          </a:r>
        </a:p>
      </dsp:txBody>
      <dsp:txXfrm>
        <a:off x="40780" y="43814"/>
        <a:ext cx="11653834" cy="753819"/>
      </dsp:txXfrm>
    </dsp:sp>
    <dsp:sp modelId="{5881B534-A9C0-4822-B0E3-0534A530C44C}">
      <dsp:nvSpPr>
        <dsp:cNvPr id="0" name=""/>
        <dsp:cNvSpPr/>
      </dsp:nvSpPr>
      <dsp:spPr>
        <a:xfrm>
          <a:off x="0" y="898894"/>
          <a:ext cx="11735394" cy="6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14) проведение по его заявлению </a:t>
          </a:r>
          <a:r>
            <a:rPr lang="ru-RU" sz="2100" b="1" kern="1200" dirty="0"/>
            <a:t>служебной проверки</a:t>
          </a:r>
          <a:r>
            <a:rPr lang="ru-RU" sz="2100" kern="1200" dirty="0"/>
            <a:t>;</a:t>
          </a:r>
        </a:p>
      </dsp:txBody>
      <dsp:txXfrm>
        <a:off x="33703" y="932597"/>
        <a:ext cx="11667988" cy="622993"/>
      </dsp:txXfrm>
    </dsp:sp>
    <dsp:sp modelId="{2CB80FBA-FEFE-43BC-8227-C931EBA1581D}">
      <dsp:nvSpPr>
        <dsp:cNvPr id="0" name=""/>
        <dsp:cNvSpPr/>
      </dsp:nvSpPr>
      <dsp:spPr>
        <a:xfrm>
          <a:off x="0" y="1649774"/>
          <a:ext cx="1173539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15) </a:t>
          </a:r>
          <a:r>
            <a:rPr lang="ru-RU" sz="2100" b="1" kern="1200" dirty="0"/>
            <a:t>защиту своих прав</a:t>
          </a:r>
          <a:r>
            <a:rPr lang="ru-RU" sz="2100" kern="1200" dirty="0"/>
            <a:t> и законных интересов на гражданской службе, включая обжалование в суд их нарушения;</a:t>
          </a:r>
        </a:p>
      </dsp:txBody>
      <dsp:txXfrm>
        <a:off x="40780" y="1690554"/>
        <a:ext cx="11653834" cy="753819"/>
      </dsp:txXfrm>
    </dsp:sp>
    <dsp:sp modelId="{3E16D81B-2E12-4F85-8C6A-523921493687}">
      <dsp:nvSpPr>
        <dsp:cNvPr id="0" name=""/>
        <dsp:cNvSpPr/>
      </dsp:nvSpPr>
      <dsp:spPr>
        <a:xfrm>
          <a:off x="0" y="2545634"/>
          <a:ext cx="1173539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16) </a:t>
          </a:r>
          <a:r>
            <a:rPr lang="ru-RU" sz="2100" b="1" kern="1200" dirty="0"/>
            <a:t>медицинское страхование </a:t>
          </a:r>
          <a:r>
            <a:rPr lang="ru-RU" sz="2100" kern="1200" dirty="0"/>
            <a:t>в соответствии с Федеральным законом 79 и федеральным законом о медицинском страховании государственных служащих Российской Федерации;</a:t>
          </a:r>
        </a:p>
      </dsp:txBody>
      <dsp:txXfrm>
        <a:off x="40780" y="2586414"/>
        <a:ext cx="11653834" cy="753819"/>
      </dsp:txXfrm>
    </dsp:sp>
    <dsp:sp modelId="{E02275F5-64F8-451C-B76E-073BA1768CB6}">
      <dsp:nvSpPr>
        <dsp:cNvPr id="0" name=""/>
        <dsp:cNvSpPr/>
      </dsp:nvSpPr>
      <dsp:spPr>
        <a:xfrm>
          <a:off x="0" y="3441494"/>
          <a:ext cx="11735394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17) государственную </a:t>
          </a:r>
          <a:r>
            <a:rPr lang="ru-RU" sz="2100" b="1" kern="1200" dirty="0"/>
            <a:t>защиту своих жизни и здоровья</a:t>
          </a:r>
          <a:r>
            <a:rPr lang="ru-RU" sz="2100" kern="1200" dirty="0"/>
            <a:t>, жизни и здоровья членов своей семьи, а также принадлежащего ему имущества;</a:t>
          </a:r>
        </a:p>
      </dsp:txBody>
      <dsp:txXfrm>
        <a:off x="40780" y="3482274"/>
        <a:ext cx="11653834" cy="753819"/>
      </dsp:txXfrm>
    </dsp:sp>
    <dsp:sp modelId="{24002F13-7A27-4D65-B76F-C517A7F9987F}">
      <dsp:nvSpPr>
        <dsp:cNvPr id="0" name=""/>
        <dsp:cNvSpPr/>
      </dsp:nvSpPr>
      <dsp:spPr>
        <a:xfrm>
          <a:off x="0" y="4337354"/>
          <a:ext cx="11735394" cy="6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18) государственное </a:t>
          </a:r>
          <a:r>
            <a:rPr lang="ru-RU" sz="2100" b="1" kern="1200" dirty="0"/>
            <a:t>пенсионное обеспечение </a:t>
          </a:r>
          <a:r>
            <a:rPr lang="ru-RU" sz="2100" kern="1200" dirty="0"/>
            <a:t>в соответствии с федеральным законом.</a:t>
          </a:r>
        </a:p>
      </dsp:txBody>
      <dsp:txXfrm>
        <a:off x="33703" y="4371057"/>
        <a:ext cx="11667988" cy="62299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EC014-1D72-4590-ABD0-92906C364884}">
      <dsp:nvSpPr>
        <dsp:cNvPr id="0" name=""/>
        <dsp:cNvSpPr/>
      </dsp:nvSpPr>
      <dsp:spPr>
        <a:xfrm>
          <a:off x="0" y="37044"/>
          <a:ext cx="11515260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1) </a:t>
          </a:r>
          <a:r>
            <a:rPr lang="ru-RU" sz="1600" b="1" kern="1200" dirty="0"/>
            <a:t>соблюдать</a:t>
          </a:r>
          <a:r>
            <a:rPr lang="ru-RU" sz="1600" kern="1200" dirty="0"/>
            <a:t> Конституцию Российской Федерации, федеральные конституционные законы, федеральные законы, иные </a:t>
          </a:r>
          <a:r>
            <a:rPr lang="ru-RU" sz="1600" b="1" kern="1200" dirty="0"/>
            <a:t>нормативные правовые акты</a:t>
          </a:r>
          <a:r>
            <a:rPr lang="ru-RU" sz="1600" kern="1200" dirty="0"/>
            <a:t> Российской Федерации, конституции (уставы), законы и иные нормативные правовые акты субъектов Российской Федерации и </a:t>
          </a:r>
          <a:r>
            <a:rPr lang="ru-RU" sz="1600" b="1" kern="1200" dirty="0"/>
            <a:t>обеспечивать их исполнение</a:t>
          </a:r>
          <a:r>
            <a:rPr lang="ru-RU" sz="1600" kern="1200" dirty="0"/>
            <a:t>;</a:t>
          </a:r>
        </a:p>
      </dsp:txBody>
      <dsp:txXfrm>
        <a:off x="45635" y="82679"/>
        <a:ext cx="11423990" cy="843560"/>
      </dsp:txXfrm>
    </dsp:sp>
    <dsp:sp modelId="{8773BFB4-6D8E-4E65-8963-646DD5B6A8B8}">
      <dsp:nvSpPr>
        <dsp:cNvPr id="0" name=""/>
        <dsp:cNvSpPr/>
      </dsp:nvSpPr>
      <dsp:spPr>
        <a:xfrm>
          <a:off x="0" y="1020834"/>
          <a:ext cx="11515260" cy="4797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2) </a:t>
          </a:r>
          <a:r>
            <a:rPr lang="ru-RU" sz="1600" b="1" kern="1200" dirty="0"/>
            <a:t>исполнять должностные обязанности </a:t>
          </a:r>
          <a:r>
            <a:rPr lang="ru-RU" sz="1600" kern="1200" dirty="0"/>
            <a:t>в соответствии с должностным регламентом;</a:t>
          </a:r>
        </a:p>
      </dsp:txBody>
      <dsp:txXfrm>
        <a:off x="23418" y="1044252"/>
        <a:ext cx="11468424" cy="432881"/>
      </dsp:txXfrm>
    </dsp:sp>
    <dsp:sp modelId="{C8CA916D-4C08-46DE-A284-913CD6E308EA}">
      <dsp:nvSpPr>
        <dsp:cNvPr id="0" name=""/>
        <dsp:cNvSpPr/>
      </dsp:nvSpPr>
      <dsp:spPr>
        <a:xfrm>
          <a:off x="0" y="1549511"/>
          <a:ext cx="11515260" cy="70235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3) </a:t>
          </a:r>
          <a:r>
            <a:rPr lang="ru-RU" sz="1600" b="1" kern="1200" dirty="0"/>
            <a:t>исполнять поручения соответствующих руководителей</a:t>
          </a:r>
          <a:r>
            <a:rPr lang="ru-RU" sz="1600" kern="1200" dirty="0"/>
            <a:t>, данные в пределах их полномочий, установленных законодательством Российской Федерации;</a:t>
          </a:r>
        </a:p>
      </dsp:txBody>
      <dsp:txXfrm>
        <a:off x="34286" y="1583797"/>
        <a:ext cx="11446688" cy="633784"/>
      </dsp:txXfrm>
    </dsp:sp>
    <dsp:sp modelId="{6EF299F0-1F5D-4209-9AE5-E7F60D8DBC21}">
      <dsp:nvSpPr>
        <dsp:cNvPr id="0" name=""/>
        <dsp:cNvSpPr/>
      </dsp:nvSpPr>
      <dsp:spPr>
        <a:xfrm>
          <a:off x="0" y="2300827"/>
          <a:ext cx="11515260" cy="4797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4) </a:t>
          </a:r>
          <a:r>
            <a:rPr lang="ru-RU" sz="1600" b="1" kern="1200" dirty="0"/>
            <a:t>соблюдать</a:t>
          </a:r>
          <a:r>
            <a:rPr lang="ru-RU" sz="1600" kern="1200" dirty="0"/>
            <a:t> при исполнении должностных обязанностей </a:t>
          </a:r>
          <a:r>
            <a:rPr lang="ru-RU" sz="1600" b="1" kern="1200" dirty="0"/>
            <a:t>права и законные интересы</a:t>
          </a:r>
          <a:r>
            <a:rPr lang="ru-RU" sz="1600" kern="1200" dirty="0"/>
            <a:t> граждан и организаций;</a:t>
          </a:r>
        </a:p>
      </dsp:txBody>
      <dsp:txXfrm>
        <a:off x="23418" y="2324245"/>
        <a:ext cx="11468424" cy="432881"/>
      </dsp:txXfrm>
    </dsp:sp>
    <dsp:sp modelId="{7A1ACD88-8DCE-43B3-9CF6-63900941CAE0}">
      <dsp:nvSpPr>
        <dsp:cNvPr id="0" name=""/>
        <dsp:cNvSpPr/>
      </dsp:nvSpPr>
      <dsp:spPr>
        <a:xfrm>
          <a:off x="0" y="2829505"/>
          <a:ext cx="11515260" cy="4797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5) </a:t>
          </a:r>
          <a:r>
            <a:rPr lang="ru-RU" sz="1600" b="1" kern="1200" dirty="0"/>
            <a:t>соблюдать служебный распорядок </a:t>
          </a:r>
          <a:r>
            <a:rPr lang="ru-RU" sz="1600" kern="1200" dirty="0"/>
            <a:t>государственного органа;</a:t>
          </a:r>
        </a:p>
      </dsp:txBody>
      <dsp:txXfrm>
        <a:off x="23418" y="2852923"/>
        <a:ext cx="11468424" cy="432881"/>
      </dsp:txXfrm>
    </dsp:sp>
    <dsp:sp modelId="{B34F2E08-4B02-4597-BD2C-898AA2BE4B28}">
      <dsp:nvSpPr>
        <dsp:cNvPr id="0" name=""/>
        <dsp:cNvSpPr/>
      </dsp:nvSpPr>
      <dsp:spPr>
        <a:xfrm>
          <a:off x="0" y="3358182"/>
          <a:ext cx="11515260" cy="47971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6) </a:t>
          </a:r>
          <a:r>
            <a:rPr lang="ru-RU" sz="1600" b="1" kern="1200" dirty="0"/>
            <a:t>поддерживать профессиональный уровень</a:t>
          </a:r>
          <a:r>
            <a:rPr lang="ru-RU" sz="1600" kern="1200" dirty="0"/>
            <a:t>, необходимый для надлежащего исполнения должностных обязанностей;</a:t>
          </a:r>
        </a:p>
      </dsp:txBody>
      <dsp:txXfrm>
        <a:off x="23418" y="3381600"/>
        <a:ext cx="11468424" cy="432881"/>
      </dsp:txXfrm>
    </dsp:sp>
    <dsp:sp modelId="{3869E087-34A2-4FB2-A830-CE1BCAA8AE02}">
      <dsp:nvSpPr>
        <dsp:cNvPr id="0" name=""/>
        <dsp:cNvSpPr/>
      </dsp:nvSpPr>
      <dsp:spPr>
        <a:xfrm>
          <a:off x="0" y="3886859"/>
          <a:ext cx="11515260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7) </a:t>
          </a:r>
          <a:r>
            <a:rPr lang="ru-RU" sz="1600" b="1" kern="1200" dirty="0"/>
            <a:t>не разглашать сведения</a:t>
          </a:r>
          <a:r>
            <a:rPr lang="ru-RU" sz="1600" kern="1200" dirty="0"/>
            <a:t>, составляющие государственную и иную охраняемую федеральным законом тайну, а также сведения, ставшие ему известными в связи с исполнением должностных обязанностей, в том числе сведения, касающиеся частной жизни и здоровья граждан или затрагивающие их честь и достоинство;</a:t>
          </a:r>
        </a:p>
      </dsp:txBody>
      <dsp:txXfrm>
        <a:off x="45635" y="3932494"/>
        <a:ext cx="11423990" cy="8435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9DD22-FDC3-49BE-9690-69622C3994C9}">
      <dsp:nvSpPr>
        <dsp:cNvPr id="0" name=""/>
        <dsp:cNvSpPr/>
      </dsp:nvSpPr>
      <dsp:spPr>
        <a:xfrm>
          <a:off x="0" y="1506"/>
          <a:ext cx="11515260" cy="56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8) </a:t>
          </a:r>
          <a:r>
            <a:rPr lang="ru-RU" sz="1500" b="1" kern="1200" dirty="0"/>
            <a:t>беречь государственное имущество</a:t>
          </a:r>
          <a:r>
            <a:rPr lang="ru-RU" sz="1500" kern="1200" dirty="0"/>
            <a:t>, в том числе предоставленное ему для исполнения должностных обязанностей;</a:t>
          </a:r>
        </a:p>
      </dsp:txBody>
      <dsp:txXfrm>
        <a:off x="27433" y="28939"/>
        <a:ext cx="11460394" cy="507098"/>
      </dsp:txXfrm>
    </dsp:sp>
    <dsp:sp modelId="{57CBB325-5EA2-466A-9EC8-2495B047EB76}">
      <dsp:nvSpPr>
        <dsp:cNvPr id="0" name=""/>
        <dsp:cNvSpPr/>
      </dsp:nvSpPr>
      <dsp:spPr>
        <a:xfrm>
          <a:off x="0" y="612430"/>
          <a:ext cx="11515260" cy="56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9) </a:t>
          </a:r>
          <a:r>
            <a:rPr lang="ru-RU" sz="1500" b="1" kern="1200" dirty="0"/>
            <a:t>представлять</a:t>
          </a:r>
          <a:r>
            <a:rPr lang="ru-RU" sz="1500" kern="1200" dirty="0"/>
            <a:t> в установленном порядке предусмотренные федеральным законом </a:t>
          </a:r>
          <a:r>
            <a:rPr lang="ru-RU" sz="1500" b="1" kern="1200" dirty="0"/>
            <a:t>сведения о себе и членах своей семьи</a:t>
          </a:r>
          <a:r>
            <a:rPr lang="ru-RU" sz="1500" kern="1200" dirty="0"/>
            <a:t>;</a:t>
          </a:r>
        </a:p>
      </dsp:txBody>
      <dsp:txXfrm>
        <a:off x="27433" y="639863"/>
        <a:ext cx="11460394" cy="507098"/>
      </dsp:txXfrm>
    </dsp:sp>
    <dsp:sp modelId="{E5B6ACF3-1568-479C-8D00-DDB05529FE3E}">
      <dsp:nvSpPr>
        <dsp:cNvPr id="0" name=""/>
        <dsp:cNvSpPr/>
      </dsp:nvSpPr>
      <dsp:spPr>
        <a:xfrm>
          <a:off x="0" y="1223355"/>
          <a:ext cx="11515260" cy="9955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10) </a:t>
          </a:r>
          <a:r>
            <a:rPr lang="ru-RU" sz="1500" b="1" kern="1200" dirty="0"/>
            <a:t>сообщать </a:t>
          </a:r>
          <a:r>
            <a:rPr lang="ru-RU" sz="1500" b="0" kern="1200" dirty="0"/>
            <a:t>в письменной форме </a:t>
          </a:r>
          <a:r>
            <a:rPr lang="ru-RU" sz="1500" kern="1200" dirty="0"/>
            <a:t>представителю нанимателя </a:t>
          </a:r>
          <a:r>
            <a:rPr lang="ru-RU" sz="1500" b="1" kern="1200" dirty="0"/>
            <a:t>о прекращении гражданства </a:t>
          </a:r>
          <a:r>
            <a:rPr lang="ru-RU" sz="1500" kern="1200" dirty="0"/>
            <a:t>Российской Федерации или приобретении гражданства (подданства) иностранного государства либо получении вида на жительство или иного документа, подтверждающего право на постоянное проживание гражданина на территории иностранного государства…</a:t>
          </a:r>
        </a:p>
      </dsp:txBody>
      <dsp:txXfrm>
        <a:off x="48598" y="1271953"/>
        <a:ext cx="11418064" cy="898335"/>
      </dsp:txXfrm>
    </dsp:sp>
    <dsp:sp modelId="{6B598866-0A37-499F-8F5A-EDA43C3B3709}">
      <dsp:nvSpPr>
        <dsp:cNvPr id="0" name=""/>
        <dsp:cNvSpPr/>
      </dsp:nvSpPr>
      <dsp:spPr>
        <a:xfrm>
          <a:off x="0" y="2267847"/>
          <a:ext cx="11515260" cy="747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11) </a:t>
          </a:r>
          <a:r>
            <a:rPr lang="ru-RU" sz="1500" b="1" kern="1200" dirty="0"/>
            <a:t>соблюдать ограничения</a:t>
          </a:r>
          <a:r>
            <a:rPr lang="ru-RU" sz="1500" kern="1200" dirty="0"/>
            <a:t>, выполнять обязательства и требования </a:t>
          </a:r>
          <a:r>
            <a:rPr lang="ru-RU" sz="1500" b="1" kern="1200" dirty="0"/>
            <a:t>к служебному поведению</a:t>
          </a:r>
          <a:r>
            <a:rPr lang="ru-RU" sz="1500" kern="1200" dirty="0"/>
            <a:t>, не нарушать запреты, которые установлены Федеральным законом 79 и другими федеральными законами;</a:t>
          </a:r>
        </a:p>
      </dsp:txBody>
      <dsp:txXfrm>
        <a:off x="36513" y="2304360"/>
        <a:ext cx="11442234" cy="674938"/>
      </dsp:txXfrm>
    </dsp:sp>
    <dsp:sp modelId="{352F88D5-571D-4C24-B47F-8D29493A4CDC}">
      <dsp:nvSpPr>
        <dsp:cNvPr id="0" name=""/>
        <dsp:cNvSpPr/>
      </dsp:nvSpPr>
      <dsp:spPr>
        <a:xfrm>
          <a:off x="0" y="3064771"/>
          <a:ext cx="11515260" cy="747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12) </a:t>
          </a:r>
          <a:r>
            <a:rPr lang="ru-RU" sz="1500" b="1" kern="1200" dirty="0"/>
            <a:t>сообщать</a:t>
          </a:r>
          <a:r>
            <a:rPr lang="ru-RU" sz="1500" kern="1200" dirty="0"/>
            <a:t> представителю нанимателя </a:t>
          </a:r>
          <a:r>
            <a:rPr lang="ru-RU" sz="1500" b="1" kern="1200" dirty="0"/>
            <a:t>о личной заинтересованности</a:t>
          </a:r>
          <a:r>
            <a:rPr lang="ru-RU" sz="1500" kern="1200" dirty="0"/>
            <a:t> при исполнении должностных обязанностей, которая может привести </a:t>
          </a:r>
          <a:r>
            <a:rPr lang="ru-RU" sz="1500" b="1" kern="1200" dirty="0"/>
            <a:t>к конфликту интересов</a:t>
          </a:r>
          <a:r>
            <a:rPr lang="ru-RU" sz="1500" kern="1200" dirty="0"/>
            <a:t>, принимать меры по предотвращению такого конфликта.</a:t>
          </a:r>
        </a:p>
      </dsp:txBody>
      <dsp:txXfrm>
        <a:off x="36513" y="3101284"/>
        <a:ext cx="11442234" cy="674938"/>
      </dsp:txXfrm>
    </dsp:sp>
    <dsp:sp modelId="{D968F970-F5AE-463B-BBA9-505D65D0C4E5}">
      <dsp:nvSpPr>
        <dsp:cNvPr id="0" name=""/>
        <dsp:cNvSpPr/>
      </dsp:nvSpPr>
      <dsp:spPr>
        <a:xfrm>
          <a:off x="0" y="3861696"/>
          <a:ext cx="11515260" cy="9955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13) </a:t>
          </a:r>
          <a:r>
            <a:rPr lang="ru-RU" sz="1500" b="1" kern="1200" dirty="0"/>
            <a:t>сообщать</a:t>
          </a:r>
          <a:r>
            <a:rPr lang="ru-RU" sz="1500" kern="1200" dirty="0"/>
            <a:t> в письменной форме представителю нанимателя о ставших ему известными </a:t>
          </a:r>
          <a:r>
            <a:rPr lang="ru-RU" sz="1500" b="1" kern="1200" dirty="0"/>
            <a:t>изменениях сведений, содержащихся в анкете</a:t>
          </a:r>
          <a:r>
            <a:rPr lang="ru-RU" sz="1500" kern="1200" dirty="0"/>
            <a:t>, за исключением сведений, изменение которых произошло по решению представителя нанимателя.</a:t>
          </a:r>
        </a:p>
      </dsp:txBody>
      <dsp:txXfrm>
        <a:off x="48598" y="3910294"/>
        <a:ext cx="11418064" cy="89833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6455" y="3524"/>
          <a:ext cx="11790215" cy="4939812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 dirty="0"/>
        </a:p>
      </dsp:txBody>
      <dsp:txXfrm>
        <a:off x="247597" y="244666"/>
        <a:ext cx="11307931" cy="445752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D778F-3470-4CB4-9649-86AEB4C5A7FE}">
      <dsp:nvSpPr>
        <dsp:cNvPr id="0" name=""/>
        <dsp:cNvSpPr/>
      </dsp:nvSpPr>
      <dsp:spPr>
        <a:xfrm>
          <a:off x="0" y="0"/>
          <a:ext cx="8794580" cy="8706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1) </a:t>
          </a:r>
          <a:r>
            <a:rPr lang="ru-RU" sz="2700" b="1" kern="1200" dirty="0"/>
            <a:t>высшие</a:t>
          </a:r>
          <a:r>
            <a:rPr lang="ru-RU" sz="2700" kern="1200" dirty="0"/>
            <a:t> должности гражданской службы;</a:t>
          </a:r>
        </a:p>
      </dsp:txBody>
      <dsp:txXfrm>
        <a:off x="25501" y="25501"/>
        <a:ext cx="7753180" cy="819677"/>
      </dsp:txXfrm>
    </dsp:sp>
    <dsp:sp modelId="{611EB9F1-0F16-44F7-87E3-C2B05F2A41AC}">
      <dsp:nvSpPr>
        <dsp:cNvPr id="0" name=""/>
        <dsp:cNvSpPr/>
      </dsp:nvSpPr>
      <dsp:spPr>
        <a:xfrm>
          <a:off x="656738" y="991607"/>
          <a:ext cx="8794580" cy="8706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2) </a:t>
          </a:r>
          <a:r>
            <a:rPr lang="ru-RU" sz="2700" b="1" kern="1200" dirty="0"/>
            <a:t>главные</a:t>
          </a:r>
          <a:r>
            <a:rPr lang="ru-RU" sz="2700" kern="1200" dirty="0"/>
            <a:t> должности гражданской службы;</a:t>
          </a:r>
        </a:p>
      </dsp:txBody>
      <dsp:txXfrm>
        <a:off x="682239" y="1017108"/>
        <a:ext cx="7520898" cy="819677"/>
      </dsp:txXfrm>
    </dsp:sp>
    <dsp:sp modelId="{EB429255-91DE-449F-B341-9F2B45B70BE1}">
      <dsp:nvSpPr>
        <dsp:cNvPr id="0" name=""/>
        <dsp:cNvSpPr/>
      </dsp:nvSpPr>
      <dsp:spPr>
        <a:xfrm>
          <a:off x="1313476" y="1983215"/>
          <a:ext cx="8794580" cy="8706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3) </a:t>
          </a:r>
          <a:r>
            <a:rPr lang="ru-RU" sz="2700" b="1" kern="1200" dirty="0"/>
            <a:t>ведущие</a:t>
          </a:r>
          <a:r>
            <a:rPr lang="ru-RU" sz="2700" kern="1200" dirty="0"/>
            <a:t> должности гражданской службы;</a:t>
          </a:r>
        </a:p>
      </dsp:txBody>
      <dsp:txXfrm>
        <a:off x="1338977" y="2008716"/>
        <a:ext cx="7520898" cy="819677"/>
      </dsp:txXfrm>
    </dsp:sp>
    <dsp:sp modelId="{9D614C36-F3D6-47E6-8529-C69488C12DBE}">
      <dsp:nvSpPr>
        <dsp:cNvPr id="0" name=""/>
        <dsp:cNvSpPr/>
      </dsp:nvSpPr>
      <dsp:spPr>
        <a:xfrm>
          <a:off x="1970214" y="2974822"/>
          <a:ext cx="8794580" cy="8706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4) </a:t>
          </a:r>
          <a:r>
            <a:rPr lang="ru-RU" sz="2700" b="1" kern="1200" dirty="0"/>
            <a:t>старшие</a:t>
          </a:r>
          <a:r>
            <a:rPr lang="ru-RU" sz="2700" kern="1200" dirty="0"/>
            <a:t> должности гражданской службы;</a:t>
          </a:r>
        </a:p>
      </dsp:txBody>
      <dsp:txXfrm>
        <a:off x="1995715" y="3000323"/>
        <a:ext cx="7520898" cy="819677"/>
      </dsp:txXfrm>
    </dsp:sp>
    <dsp:sp modelId="{E8BB4E42-BCA8-414D-BBF9-DCC2EFE731F7}">
      <dsp:nvSpPr>
        <dsp:cNvPr id="0" name=""/>
        <dsp:cNvSpPr/>
      </dsp:nvSpPr>
      <dsp:spPr>
        <a:xfrm>
          <a:off x="2626952" y="3966430"/>
          <a:ext cx="8794580" cy="8706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5) </a:t>
          </a:r>
          <a:r>
            <a:rPr lang="ru-RU" sz="2700" b="1" kern="1200" dirty="0"/>
            <a:t>младшие</a:t>
          </a:r>
          <a:r>
            <a:rPr lang="ru-RU" sz="2700" kern="1200" dirty="0"/>
            <a:t> должности гражданской службы.</a:t>
          </a:r>
        </a:p>
      </dsp:txBody>
      <dsp:txXfrm>
        <a:off x="2652453" y="3991931"/>
        <a:ext cx="7520898" cy="819677"/>
      </dsp:txXfrm>
    </dsp:sp>
    <dsp:sp modelId="{912454AA-25ED-4E59-87A8-AE985AC4B5AF}">
      <dsp:nvSpPr>
        <dsp:cNvPr id="0" name=""/>
        <dsp:cNvSpPr/>
      </dsp:nvSpPr>
      <dsp:spPr>
        <a:xfrm>
          <a:off x="8228638" y="636079"/>
          <a:ext cx="565941" cy="5659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8355975" y="636079"/>
        <a:ext cx="311267" cy="425871"/>
      </dsp:txXfrm>
    </dsp:sp>
    <dsp:sp modelId="{F71EEC12-145F-44CD-BE0A-DA867FF27D82}">
      <dsp:nvSpPr>
        <dsp:cNvPr id="0" name=""/>
        <dsp:cNvSpPr/>
      </dsp:nvSpPr>
      <dsp:spPr>
        <a:xfrm>
          <a:off x="8885376" y="1627687"/>
          <a:ext cx="565941" cy="5659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9012713" y="1627687"/>
        <a:ext cx="311267" cy="425871"/>
      </dsp:txXfrm>
    </dsp:sp>
    <dsp:sp modelId="{958E130F-AF69-4BF5-99A5-6C53116E6EB4}">
      <dsp:nvSpPr>
        <dsp:cNvPr id="0" name=""/>
        <dsp:cNvSpPr/>
      </dsp:nvSpPr>
      <dsp:spPr>
        <a:xfrm>
          <a:off x="9542114" y="2604783"/>
          <a:ext cx="565941" cy="5659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9669451" y="2604783"/>
        <a:ext cx="311267" cy="425871"/>
      </dsp:txXfrm>
    </dsp:sp>
    <dsp:sp modelId="{453D07A3-3374-45C0-8634-3BD5574C88B6}">
      <dsp:nvSpPr>
        <dsp:cNvPr id="0" name=""/>
        <dsp:cNvSpPr/>
      </dsp:nvSpPr>
      <dsp:spPr>
        <a:xfrm>
          <a:off x="10198852" y="3606065"/>
          <a:ext cx="565941" cy="56594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10326189" y="3606065"/>
        <a:ext cx="311267" cy="42587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C7AF4-B410-4B32-9450-BB866BF84A7E}">
      <dsp:nvSpPr>
        <dsp:cNvPr id="0" name=""/>
        <dsp:cNvSpPr/>
      </dsp:nvSpPr>
      <dsp:spPr>
        <a:xfrm>
          <a:off x="0" y="71184"/>
          <a:ext cx="11671894" cy="2471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Классные чины присваиваются гражданским служащим </a:t>
          </a:r>
          <a:r>
            <a:rPr lang="ru-RU" sz="2400" b="1" kern="1200" dirty="0"/>
            <a:t>персонально</a:t>
          </a:r>
          <a:r>
            <a:rPr lang="ru-RU" sz="2400" kern="1200" dirty="0"/>
            <a:t>, с соблюдением </a:t>
          </a:r>
          <a:r>
            <a:rPr lang="ru-RU" sz="2400" b="1" kern="1200" dirty="0"/>
            <a:t>последовательности</a:t>
          </a:r>
          <a:r>
            <a:rPr lang="ru-RU" sz="2400" kern="1200" dirty="0"/>
            <a:t>, в соответствии с </a:t>
          </a:r>
          <a:r>
            <a:rPr lang="ru-RU" sz="2400" b="1" kern="1200" dirty="0"/>
            <a:t>замещаемой должностью</a:t>
          </a:r>
          <a:r>
            <a:rPr lang="ru-RU" sz="2400" kern="1200" dirty="0"/>
            <a:t> гражданской службы в </a:t>
          </a:r>
          <a:r>
            <a:rPr lang="ru-RU" sz="2400" b="1" kern="1200" dirty="0"/>
            <a:t>пределах группы должностей </a:t>
          </a:r>
          <a:r>
            <a:rPr lang="ru-RU" sz="2400" kern="1200" dirty="0"/>
            <a:t>гражданской службы, а также с учетом профессионального уровня, продолжительности государственной гражданской службы РФ в предыдущем классном чине и в замещаемой должности гражданской службы.</a:t>
          </a:r>
        </a:p>
      </dsp:txBody>
      <dsp:txXfrm>
        <a:off x="120626" y="191810"/>
        <a:ext cx="11430642" cy="222978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616AA-1A8C-487C-AB9A-49972C3C7A95}">
      <dsp:nvSpPr>
        <dsp:cNvPr id="0" name=""/>
        <dsp:cNvSpPr/>
      </dsp:nvSpPr>
      <dsp:spPr>
        <a:xfrm>
          <a:off x="0" y="63614"/>
          <a:ext cx="11671894" cy="1926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Классный чин присваивается гражданскому служащему после </a:t>
          </a:r>
          <a:r>
            <a:rPr lang="ru-RU" sz="2700" b="1" kern="1200" dirty="0"/>
            <a:t>успешного завершения испытания</a:t>
          </a:r>
          <a:r>
            <a:rPr lang="ru-RU" sz="2700" kern="1200" dirty="0"/>
            <a:t>, а если испытание не устанавливалось, то не ранее чем </a:t>
          </a:r>
          <a:r>
            <a:rPr lang="ru-RU" sz="2700" b="1" kern="1200" dirty="0"/>
            <a:t>через три месяца после назначения</a:t>
          </a:r>
          <a:r>
            <a:rPr lang="ru-RU" sz="2700" kern="1200" dirty="0"/>
            <a:t> гражданского служащего на должность гражданской службы.</a:t>
          </a:r>
        </a:p>
      </dsp:txBody>
      <dsp:txXfrm>
        <a:off x="94068" y="157682"/>
        <a:ext cx="11483758" cy="173885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9C460-3E74-48CB-BB9E-235456CAACA2}">
      <dsp:nvSpPr>
        <dsp:cNvPr id="0" name=""/>
        <dsp:cNvSpPr/>
      </dsp:nvSpPr>
      <dsp:spPr>
        <a:xfrm>
          <a:off x="1405" y="0"/>
          <a:ext cx="5479820" cy="47815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Поступление гражданина на гражданскую службу для замещения должности гражданской службы или замещение гражданским служащим другой должности гражданской службы </a:t>
          </a:r>
          <a:r>
            <a:rPr lang="ru-RU" sz="2500" b="1" kern="1200" dirty="0"/>
            <a:t>осуществляется по результатам конкурса</a:t>
          </a:r>
          <a:r>
            <a:rPr lang="ru-RU" sz="2500" kern="1200" dirty="0"/>
            <a:t>, если иное не установлено законом. </a:t>
          </a:r>
        </a:p>
      </dsp:txBody>
      <dsp:txXfrm>
        <a:off x="1405" y="0"/>
        <a:ext cx="5479820" cy="4781548"/>
      </dsp:txXfrm>
    </dsp:sp>
    <dsp:sp modelId="{9CA575EF-3A89-40D9-8872-D6F905F70606}">
      <dsp:nvSpPr>
        <dsp:cNvPr id="0" name=""/>
        <dsp:cNvSpPr/>
      </dsp:nvSpPr>
      <dsp:spPr>
        <a:xfrm>
          <a:off x="6029207" y="0"/>
          <a:ext cx="5479820" cy="47815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Конкурс заключается в </a:t>
          </a:r>
          <a:r>
            <a:rPr lang="ru-RU" sz="2500" b="1" kern="1200" dirty="0"/>
            <a:t>оценке профессионального уровня </a:t>
          </a:r>
          <a:r>
            <a:rPr lang="ru-RU" sz="2500" kern="1200" dirty="0"/>
            <a:t>претендентов на замещение должности гражданской службы, проверке их соответствия иным установленным квалификационным требованиям для замещения должности гражданской службы и определении по результатам таких оценки и проверки гражданина или гражданского служащего из числа претендентов для назначения на должность гражданской службы.</a:t>
          </a:r>
        </a:p>
      </dsp:txBody>
      <dsp:txXfrm>
        <a:off x="6029207" y="0"/>
        <a:ext cx="5479820" cy="478154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00A3D-F629-438F-8EAE-F009FCBCB3BA}">
      <dsp:nvSpPr>
        <dsp:cNvPr id="0" name=""/>
        <dsp:cNvSpPr/>
      </dsp:nvSpPr>
      <dsp:spPr>
        <a:xfrm>
          <a:off x="0" y="73202"/>
          <a:ext cx="7145868" cy="4954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 состав конкурсной комиссии входят </a:t>
          </a:r>
          <a:r>
            <a:rPr lang="ru-RU" sz="2000" b="1" kern="1200" dirty="0"/>
            <a:t>представитель нанимателя </a:t>
          </a:r>
          <a:r>
            <a:rPr lang="ru-RU" sz="2000" kern="1200" dirty="0"/>
            <a:t>и (или) уполномоченные им </a:t>
          </a:r>
          <a:r>
            <a:rPr lang="ru-RU" sz="2000" b="1" kern="1200" dirty="0"/>
            <a:t>гражданские служащие</a:t>
          </a:r>
          <a:r>
            <a:rPr lang="ru-RU" sz="2000" kern="1200" dirty="0"/>
            <a:t> (в том числе из подразделения по вопросам государственной службы и кадров и подразделения, в котором проводится конкурс на замещение вакантной должности гражданской службы), а также включаемые в состав конкурсной комиссии </a:t>
          </a:r>
          <a:r>
            <a:rPr lang="ru-RU" sz="2000" b="1" kern="1200" dirty="0"/>
            <a:t>независимые эксперты</a:t>
          </a:r>
          <a:r>
            <a:rPr lang="ru-RU" sz="2000" kern="1200" dirty="0"/>
            <a:t> - представители научных, образовательных и других организаций, являющиеся специалистами в соответствующих областях и видах профессиональной служебной деятельности гражданских служащих, по вопросам кадровых технологий и гражданской службы. </a:t>
          </a:r>
          <a:r>
            <a:rPr lang="ru-RU" sz="2000" b="1" kern="1200" dirty="0"/>
            <a:t>Число независимых экспертов должно составлять</a:t>
          </a:r>
          <a:r>
            <a:rPr lang="ru-RU" sz="2000" kern="1200" dirty="0"/>
            <a:t> </a:t>
          </a:r>
          <a:r>
            <a:rPr lang="ru-RU" sz="2000" b="1" kern="1200" dirty="0"/>
            <a:t>не менее одной четверти</a:t>
          </a:r>
          <a:r>
            <a:rPr lang="ru-RU" sz="2000" kern="1200" dirty="0"/>
            <a:t> от общего числа членов конкурсной комиссии.</a:t>
          </a:r>
        </a:p>
      </dsp:txBody>
      <dsp:txXfrm>
        <a:off x="241879" y="315081"/>
        <a:ext cx="6662110" cy="447114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F7B63-062A-4DFF-9F4E-74E122732DDC}">
      <dsp:nvSpPr>
        <dsp:cNvPr id="0" name=""/>
        <dsp:cNvSpPr/>
      </dsp:nvSpPr>
      <dsp:spPr>
        <a:xfrm>
          <a:off x="0" y="9043"/>
          <a:ext cx="11722100" cy="7985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1) при назначении на замещаемые </a:t>
          </a:r>
          <a:r>
            <a:rPr lang="ru-RU" sz="1900" b="1" kern="1200" dirty="0"/>
            <a:t>на определенный срок</a:t>
          </a:r>
          <a:r>
            <a:rPr lang="ru-RU" sz="1900" kern="1200" dirty="0"/>
            <a:t> полномочий должности гражданской службы категорий "руководители" и "помощники (советники)";</a:t>
          </a:r>
        </a:p>
      </dsp:txBody>
      <dsp:txXfrm>
        <a:off x="38982" y="48025"/>
        <a:ext cx="11644136" cy="720592"/>
      </dsp:txXfrm>
    </dsp:sp>
    <dsp:sp modelId="{2A73F5C3-3B1A-493F-84AE-585AF61A5297}">
      <dsp:nvSpPr>
        <dsp:cNvPr id="0" name=""/>
        <dsp:cNvSpPr/>
      </dsp:nvSpPr>
      <dsp:spPr>
        <a:xfrm>
          <a:off x="0" y="862320"/>
          <a:ext cx="117221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2) при назначении на должности гражданской службы категории "руководители", назначение на которые и освобождение от которых осуществляются </a:t>
          </a:r>
          <a:r>
            <a:rPr lang="ru-RU" sz="1900" b="1" kern="1200" dirty="0"/>
            <a:t>Президентом РФ</a:t>
          </a:r>
          <a:r>
            <a:rPr lang="ru-RU" sz="1900" kern="1200" dirty="0"/>
            <a:t> или </a:t>
          </a:r>
          <a:r>
            <a:rPr lang="ru-RU" sz="1900" b="1" kern="1200" dirty="0"/>
            <a:t>Правительством РФ</a:t>
          </a:r>
          <a:r>
            <a:rPr lang="ru-RU" sz="1900" kern="1200" dirty="0"/>
            <a:t>;</a:t>
          </a:r>
        </a:p>
      </dsp:txBody>
      <dsp:txXfrm>
        <a:off x="51885" y="914205"/>
        <a:ext cx="11618330" cy="959101"/>
      </dsp:txXfrm>
    </dsp:sp>
    <dsp:sp modelId="{69FA8B88-94A7-46AA-842C-E52A7A013F8C}">
      <dsp:nvSpPr>
        <dsp:cNvPr id="0" name=""/>
        <dsp:cNvSpPr/>
      </dsp:nvSpPr>
      <dsp:spPr>
        <a:xfrm>
          <a:off x="0" y="1979912"/>
          <a:ext cx="11722100" cy="7259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3) при заключении </a:t>
          </a:r>
          <a:r>
            <a:rPr lang="ru-RU" sz="1900" b="1" kern="1200" dirty="0"/>
            <a:t>срочного служебного контракта</a:t>
          </a:r>
          <a:r>
            <a:rPr lang="ru-RU" sz="1900" kern="1200" dirty="0"/>
            <a:t>;</a:t>
          </a:r>
        </a:p>
      </dsp:txBody>
      <dsp:txXfrm>
        <a:off x="35439" y="2015351"/>
        <a:ext cx="11651222" cy="655084"/>
      </dsp:txXfrm>
    </dsp:sp>
    <dsp:sp modelId="{6511B76B-6432-4DC3-8E0E-24462FCE2A20}">
      <dsp:nvSpPr>
        <dsp:cNvPr id="0" name=""/>
        <dsp:cNvSpPr/>
      </dsp:nvSpPr>
      <dsp:spPr>
        <a:xfrm>
          <a:off x="0" y="2760595"/>
          <a:ext cx="117221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4) при назначении гражданского служащего в порядке </a:t>
          </a:r>
          <a:r>
            <a:rPr lang="ru-RU" sz="1900" b="1" kern="1200" dirty="0"/>
            <a:t>перевода на иную должность </a:t>
          </a:r>
          <a:r>
            <a:rPr lang="ru-RU" sz="1900" kern="1200" dirty="0"/>
            <a:t>гражданской службы в случаях, предусмотренных пунктами 3 - 14 части 5 и пунктами 3 - 5 части 6 статьи 28 Федерального закона №79-ФЗ от 27 июля 2004 г.;</a:t>
          </a:r>
        </a:p>
      </dsp:txBody>
      <dsp:txXfrm>
        <a:off x="51885" y="2812480"/>
        <a:ext cx="11618330" cy="959101"/>
      </dsp:txXfrm>
    </dsp:sp>
    <dsp:sp modelId="{367AA4D1-47A0-499B-B042-C70B47903B9F}">
      <dsp:nvSpPr>
        <dsp:cNvPr id="0" name=""/>
        <dsp:cNvSpPr/>
      </dsp:nvSpPr>
      <dsp:spPr>
        <a:xfrm>
          <a:off x="0" y="3878187"/>
          <a:ext cx="11722100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5) при назначении на должность гражданской службы гражданского служащего или гражданина, </a:t>
          </a:r>
          <a:r>
            <a:rPr lang="ru-RU" sz="1900" b="1" kern="1200" dirty="0"/>
            <a:t>включенных в кадровый резерв </a:t>
          </a:r>
          <a:r>
            <a:rPr lang="ru-RU" sz="1900" kern="1200" dirty="0"/>
            <a:t>на гражданской службе.</a:t>
          </a:r>
        </a:p>
      </dsp:txBody>
      <dsp:txXfrm>
        <a:off x="51885" y="3930072"/>
        <a:ext cx="11618330" cy="95910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FAFED-E9F8-46D6-9D2B-768BFB0DDCE7}">
      <dsp:nvSpPr>
        <dsp:cNvPr id="0" name=""/>
        <dsp:cNvSpPr/>
      </dsp:nvSpPr>
      <dsp:spPr>
        <a:xfrm>
          <a:off x="0" y="30538"/>
          <a:ext cx="11501967" cy="2069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база данных высокопрофессиональных и перспективных сотрудников федеральных органов исполнительной власти, государственных органов субъектов Российской Федерации, а также государственных корпораций и организаций.</a:t>
          </a:r>
        </a:p>
      </dsp:txBody>
      <dsp:txXfrm>
        <a:off x="101036" y="131574"/>
        <a:ext cx="11299895" cy="1867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19.12.2024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19.12.2024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19.12.2024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hdphoto" Target="../media/hdphoto3.wdp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microsoft.com/office/2007/relationships/hdphoto" Target="../media/hdphoto2.wdp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5.xml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2.xml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12" Type="http://schemas.microsoft.com/office/2007/relationships/diagramDrawing" Target="../diagrams/drawing2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11" Type="http://schemas.openxmlformats.org/officeDocument/2006/relationships/diagramColors" Target="../diagrams/colors22.xml"/><Relationship Id="rId5" Type="http://schemas.openxmlformats.org/officeDocument/2006/relationships/diagramQuickStyle" Target="../diagrams/quickStyle21.xml"/><Relationship Id="rId10" Type="http://schemas.openxmlformats.org/officeDocument/2006/relationships/diagramQuickStyle" Target="../diagrams/quickStyle22.xml"/><Relationship Id="rId4" Type="http://schemas.openxmlformats.org/officeDocument/2006/relationships/diagramLayout" Target="../diagrams/layout21.xml"/><Relationship Id="rId9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microsoft.com/office/2007/relationships/hdphoto" Target="../media/hdphoto4.wdp"/><Relationship Id="rId7" Type="http://schemas.openxmlformats.org/officeDocument/2006/relationships/diagramColors" Target="../diagrams/colors2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4.xml"/><Relationship Id="rId9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69CE-D763-7962-55E9-42A15ADA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60F6FBA-B629-8A40-C081-EC71CCAAA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2"/>
          <a:stretch/>
        </p:blipFill>
        <p:spPr bwMode="auto">
          <a:xfrm>
            <a:off x="0" y="0"/>
            <a:ext cx="9802123" cy="691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936A2A-1605-226E-F900-27C6FBE6605B}"/>
              </a:ext>
            </a:extLst>
          </p:cNvPr>
          <p:cNvSpPr/>
          <p:nvPr/>
        </p:nvSpPr>
        <p:spPr>
          <a:xfrm>
            <a:off x="0" y="0"/>
            <a:ext cx="6096000" cy="6914356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5</a:t>
            </a:r>
          </a:p>
        </p:txBody>
      </p:sp>
      <p:sp>
        <p:nvSpPr>
          <p:cNvPr id="8" name="Объект 11">
            <a:extLst>
              <a:ext uri="{FF2B5EF4-FFF2-40B4-BE49-F238E27FC236}">
                <a16:creationId xmlns:a16="http://schemas.microsoft.com/office/drawing/2014/main" id="{F76716A4-47B8-6015-1CF8-14357C52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-1"/>
            <a:ext cx="6096000" cy="6914355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Государственная и муниципальная служба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Определение, принципы </a:t>
            </a:r>
            <a:br>
              <a:rPr lang="ru-RU" sz="3200" dirty="0">
                <a:solidFill>
                  <a:schemeClr val="bg1"/>
                </a:solidFill>
              </a:rPr>
            </a:br>
            <a:r>
              <a:rPr lang="ru-RU" sz="3200" dirty="0">
                <a:solidFill>
                  <a:schemeClr val="bg1"/>
                </a:solidFill>
              </a:rPr>
              <a:t>и обязанности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Категории и группы должностей, классные чины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Конкурсы на замещение должностей, кадровый резерв 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55D2B9B-69F0-7931-1049-BE605D9226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2B5370-B5EF-AA64-1109-95FE9908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00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F017C4-CB98-2C9E-E627-B423BF02AD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432B1A6C-FF5F-C161-F615-78D99867C9B3}"/>
              </a:ext>
            </a:extLst>
          </p:cNvPr>
          <p:cNvGraphicFramePr/>
          <p:nvPr/>
        </p:nvGraphicFramePr>
        <p:xfrm>
          <a:off x="231006" y="1600548"/>
          <a:ext cx="11661007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1151727-6FD3-793D-F54B-DB24624566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Нормативная правовая основа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973397C-03EC-D205-6FAF-446585B8D1D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76677D6-6114-C579-19B2-E05CAE21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477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BDB1-9617-B5C2-DBA4-DBE7EEE4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039AD-A464-B5F6-7D40-94039214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807C07B-C298-CF15-306F-4FB23B05E5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30DEF4-5F47-E4DD-E7F0-451FE805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</a:t>
            </a:fld>
            <a:endParaRPr lang="ru-RU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8BFB92F-31C9-D070-5C5F-9186DD9D5F12}"/>
              </a:ext>
            </a:extLst>
          </p:cNvPr>
          <p:cNvSpPr txBox="1">
            <a:spLocks noChangeArrowheads="1"/>
          </p:cNvSpPr>
          <p:nvPr/>
        </p:nvSpPr>
        <p:spPr>
          <a:xfrm>
            <a:off x="226017" y="3052436"/>
            <a:ext cx="11771394" cy="3212962"/>
          </a:xfrm>
          <a:prstGeom prst="rect">
            <a:avLst/>
          </a:prstGeom>
          <a:noFill/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Российской Федерации;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федеральных органов государственной власти, иных федеральных государственных органов;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субъектов Российской Федерации;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органов государственной власти субъектов Российской Федерации, иных государственных органов субъектов Российской Федерации;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лиц, замещающих государственные должности Российской Федерации;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лиц, замещающих государственные должности субъектов Российской Федерации</a:t>
            </a:r>
          </a:p>
          <a:p>
            <a:pPr marL="342900" indent="-342900"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ru-RU" altLang="ru-RU" kern="0" dirty="0"/>
              <a:t>И другие…</a:t>
            </a: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ADEB27AE-6D1E-F278-6692-56DB52B9A0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887744"/>
              </p:ext>
            </p:extLst>
          </p:nvPr>
        </p:nvGraphicFramePr>
        <p:xfrm>
          <a:off x="226017" y="1497614"/>
          <a:ext cx="11888492" cy="149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394C610-0ACC-8A72-A76C-0B59AFA22A3D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 Федерального закона от 27 мая 2003 г. № 58-ФЗ «О системе государственной службы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293985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5BC8-23D9-BFC5-87BC-E39A5B2E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AD90D-C066-5106-C9E2-3855E21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Лица, замещающие государственные должности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D2FF331-2425-A319-4FF1-562CD8EC81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4F9483-7017-5A25-2132-258B8E3E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332693-B9F5-F318-446C-730A8C5B1B9E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Указ Президента РФ от 14 ноября 2024 г. № 974 «О государственных должностях Российской Федерации»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D116B-FBE7-3EF8-DA76-49C645DFB972}"/>
              </a:ext>
            </a:extLst>
          </p:cNvPr>
          <p:cNvSpPr txBox="1"/>
          <p:nvPr/>
        </p:nvSpPr>
        <p:spPr>
          <a:xfrm>
            <a:off x="118237" y="1366910"/>
            <a:ext cx="1195552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Президент РФ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Председатель Правительства РФ и 4 заместителя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Федеральный министр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Посолы и представители РФ в иностранном государстве.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Сенаторы Совета Федерации и депутаты Государственной Думы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Судьи (федеральные, конституционные, верховные…)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Генпрокурор и Председатель Следственного комитета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Заместитель Председателя и Секретарь Совета Безопасности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Уполномоченный по правам человека и по защите прав предпринимателей.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Высшее должностное лицо субъекта РФ</a:t>
            </a:r>
            <a:endParaRPr lang="ru-RU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Председатель, его заместитель и Аудиторы Счетной палаты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Председатель Центрального банка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Председатель, заместитель, секретарь и члены ЦИКК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должностей федеральной территории "Сириус"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Председатель Правления Общероссийского общественно-государственного движения детей и молодежи</a:t>
            </a:r>
          </a:p>
        </p:txBody>
      </p:sp>
    </p:spTree>
    <p:extLst>
      <p:ext uri="{BB962C8B-B14F-4D97-AF65-F5344CB8AC3E}">
        <p14:creationId xmlns:p14="http://schemas.microsoft.com/office/powerpoint/2010/main" val="238154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1C05-3EA1-A75B-2F8A-6A0CB0CB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CEBFE-8F9F-CE90-2703-EB4CD8CE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системы государственной службы: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6B6CF03-F1A1-A02F-D167-1632D5D9E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1771F31-34F5-FA73-7D38-92E27762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3389ED27-D0B6-A459-C065-3DD51A3C4E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176892"/>
              </p:ext>
            </p:extLst>
          </p:nvPr>
        </p:nvGraphicFramePr>
        <p:xfrm>
          <a:off x="210303" y="1234611"/>
          <a:ext cx="11771394" cy="5121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BD75AF-9319-1AD3-2FC1-12822625A637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3 Федерального закона от 27 мая 2003 г. № 58-ФЗ «О системе государственной службы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417158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070-CA3D-5C8E-8B46-6066A57F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681CA-7B9E-7443-067E-4DAF303D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системы государственной службы: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5FFD97A-9FE8-E45B-77E6-8465EC0D76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FDD9B2-6F9E-87DE-A81E-35FC5B76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01002AA8-26FE-990C-34E2-E6AF7427D7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892366"/>
              </p:ext>
            </p:extLst>
          </p:nvPr>
        </p:nvGraphicFramePr>
        <p:xfrm>
          <a:off x="210303" y="1828939"/>
          <a:ext cx="11771394" cy="410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49E8734-83CE-696E-3FEC-648871915C6D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3 Федерального закона от 27 мая 2003 г. № 58-ФЗ «О системе государственной службы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120041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C5E1-94C0-742B-E609-54FA823C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07720-72B1-45C2-73B1-2E84613D1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Виды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DEB8568-2019-AED7-EC1A-B7032F57D9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9AD5F86-497E-567D-F2DA-90C5B143E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226058"/>
              </p:ext>
            </p:extLst>
          </p:nvPr>
        </p:nvGraphicFramePr>
        <p:xfrm>
          <a:off x="838200" y="166349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AF497-527C-B411-085C-7620B706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49626-62EE-CFF9-A559-8BEFCEA0DA4F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2 Федерального закона от 27 мая 2003 г. № 58-ФЗ «О системе государственной службы Российской Федерации»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25831C3-9FE0-CA90-5E26-B2158C2374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509" b="95904" l="10000" r="90000">
                        <a14:foregroundMark x1="48090" y1="7679" x2="48090" y2="7679"/>
                        <a14:foregroundMark x1="64607" y1="19966" x2="64607" y2="19966"/>
                        <a14:foregroundMark x1="60225" y1="21672" x2="60225" y2="21672"/>
                        <a14:foregroundMark x1="55281" y1="92150" x2="55281" y2="92150"/>
                        <a14:foregroundMark x1="41573" y1="94027" x2="41573" y2="94027"/>
                        <a14:foregroundMark x1="56742" y1="95222" x2="56742" y2="95222"/>
                        <a14:foregroundMark x1="39775" y1="95904" x2="39775" y2="95904"/>
                        <a14:backgroundMark x1="41236" y1="45051" x2="41236" y2="45051"/>
                        <a14:backgroundMark x1="42247" y1="36007" x2="42247" y2="36007"/>
                        <a14:backgroundMark x1="53371" y1="39761" x2="53371" y2="39761"/>
                        <a14:backgroundMark x1="55618" y1="41126" x2="55618" y2="41126"/>
                        <a14:backgroundMark x1="57416" y1="29693" x2="57416" y2="29693"/>
                        <a14:backgroundMark x1="60337" y1="23208" x2="60337" y2="23208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289" r="31668"/>
          <a:stretch/>
        </p:blipFill>
        <p:spPr bwMode="auto">
          <a:xfrm>
            <a:off x="5417168" y="2335999"/>
            <a:ext cx="1742154" cy="347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B09FAB02-5659-5247-BF1A-744DBFA7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655" b="92294" l="9795" r="89522">
                        <a14:foregroundMark x1="53075" y1="6830" x2="53075" y2="6830"/>
                        <a14:foregroundMark x1="55581" y1="90543" x2="55581" y2="90543"/>
                        <a14:foregroundMark x1="42369" y1="92119" x2="42369" y2="92119"/>
                        <a14:foregroundMark x1="56264" y1="92294" x2="56264" y2="92294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909" y="2265245"/>
            <a:ext cx="2777746" cy="361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0D17669C-6ECA-13FC-FF25-A2E703B1C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400" b="92500" l="10000" r="90000">
                        <a14:foregroundMark x1="53800" y1="11900" x2="53800" y2="11900"/>
                        <a14:foregroundMark x1="62100" y1="91100" x2="62100" y2="91100"/>
                        <a14:foregroundMark x1="45400" y1="92300" x2="45500" y2="92600"/>
                        <a14:foregroundMark x1="49800" y1="8400" x2="49600" y2="8500"/>
                        <a14:foregroundMark x1="52300" y1="5400" x2="52300" y2="5400"/>
                        <a14:backgroundMark x1="44300" y1="35100" x2="44300" y2="35100"/>
                        <a14:backgroundMark x1="50800" y1="19100" x2="50800" y2="19100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42" y="2265245"/>
            <a:ext cx="3753172" cy="3753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225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BEA7-C7BC-60A0-8655-9FF65627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D9463-F861-4C94-E297-DFF3A017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Иные виды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D34A3FB-D127-4B97-A231-12FA8C5F5F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7B061B2-DDD3-C841-C19C-9DA5729D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191BE5A-4D4F-3F23-DCFC-3BD4607D1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5453649"/>
              </p:ext>
            </p:extLst>
          </p:nvPr>
        </p:nvGraphicFramePr>
        <p:xfrm>
          <a:off x="118237" y="1475992"/>
          <a:ext cx="11955526" cy="4880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039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371D9-01B6-F94E-ED58-A1DDE53C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5C5C5-D5E5-0751-6274-EADB57B9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Государственная гражданская служба РФ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99D3ABF-F956-0FA4-18F5-B0AD9582F1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0212836-0FE8-BEF3-0833-7032B734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9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E36A6-B5B7-72DA-01EA-BE63009F2DCD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3 Федерального закона от 27 июля 2004 г. № 79-ФЗ «О государственной гражданской службе Российской Федерации»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9B855-AB7F-F2F7-753B-7AA260E0B5FB}"/>
              </a:ext>
            </a:extLst>
          </p:cNvPr>
          <p:cNvSpPr txBox="1"/>
          <p:nvPr/>
        </p:nvSpPr>
        <p:spPr>
          <a:xfrm>
            <a:off x="118237" y="1475992"/>
            <a:ext cx="119555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вид государственной службы, представляющей собой профессиональную служебную деятельность граждан РФ на должностях гражданской службы по обеспечению исполнения полномочий государственных органов, лиц, замещающих государственные должности РФ, и лиц, замещающих государственные должности субъектов РФ.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9EC35CF9-1C82-6EDD-F6DB-6BDFCE129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4437594"/>
              </p:ext>
            </p:extLst>
          </p:nvPr>
        </p:nvGraphicFramePr>
        <p:xfrm>
          <a:off x="649817" y="4044541"/>
          <a:ext cx="10892366" cy="2111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087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A4F8-E993-36DA-5D55-5BD533A8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5F4B7-9E6D-C7A2-3BD6-73450A39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Муниципальная служба РФ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41C2CEF-3BE3-C28B-5B7A-1974EB50EF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815B794-6EDE-231D-09F3-4D00659D6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278781"/>
              </p:ext>
            </p:extLst>
          </p:nvPr>
        </p:nvGraphicFramePr>
        <p:xfrm>
          <a:off x="673100" y="1489212"/>
          <a:ext cx="10921999" cy="4776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DC33A1-C5A5-494C-9E03-79DF069B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34036-BD69-886D-D903-A52096DF0870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2 Федерального закона от 02.03.2007 № 25-ФЗ «О муниципальной службе в Российской Федерации» </a:t>
            </a:r>
          </a:p>
        </p:txBody>
      </p:sp>
    </p:spTree>
    <p:extLst>
      <p:ext uri="{BB962C8B-B14F-4D97-AF65-F5344CB8AC3E}">
        <p14:creationId xmlns:p14="http://schemas.microsoft.com/office/powerpoint/2010/main" val="279025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68777-72EC-2044-C9B0-2A310125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65779-0D58-5651-C312-D9ACEF4E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gradFill flip="none" rotWithShape="1">
            <a:gsLst>
              <a:gs pos="70000">
                <a:srgbClr val="002060"/>
              </a:gs>
              <a:gs pos="42000">
                <a:schemeClr val="accent3">
                  <a:lumMod val="75000"/>
                </a:schemeClr>
              </a:gs>
            </a:gsLst>
            <a:lin ang="16200000" scaled="0"/>
            <a:tileRect/>
          </a:gradFill>
        </p:spPr>
        <p:txBody>
          <a:bodyPr>
            <a:normAutofit/>
          </a:bodyPr>
          <a:lstStyle/>
          <a:p>
            <a:pPr marL="182563" indent="-3175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Взаимосвязь гражданской службы </a:t>
            </a:r>
            <a:b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муниципальной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ABD67A7-FF03-BB59-006B-B0E153C604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C3BF71-D6F0-BF8E-D39F-BB02838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4B8F8-10A3-FBF3-1653-E080CFAF135F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</a:t>
            </a:r>
            <a:r>
              <a:rPr lang="en-US" sz="1200" dirty="0"/>
              <a:t>7</a:t>
            </a:r>
            <a:r>
              <a:rPr lang="ru-RU" sz="1200" dirty="0"/>
              <a:t>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5DB0D7A-9D30-A741-9753-A978E2EDD1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551390"/>
              </p:ext>
            </p:extLst>
          </p:nvPr>
        </p:nvGraphicFramePr>
        <p:xfrm>
          <a:off x="118237" y="1029904"/>
          <a:ext cx="11955526" cy="547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122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3794-B0B2-DE5D-35BE-687088D27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C22F5-6294-9609-6AFE-76F8DF29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государственной гражданской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1362C6E-274B-2E76-151A-36D13E39EF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4052ABC-519A-1F8E-7CB3-3C44EBFF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12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C364A-D69D-F0C3-7281-D3E1DEF2817B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5ADCA5A4-D3D4-29C8-4E10-11D5CB6FB6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0473865"/>
              </p:ext>
            </p:extLst>
          </p:nvPr>
        </p:nvGraphicFramePr>
        <p:xfrm>
          <a:off x="118237" y="1475992"/>
          <a:ext cx="11955526" cy="4880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881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0873-0235-CEB3-4C98-C002B06E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28C07-5F26-ED06-AA63-0A0B3915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государственной гражданской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954B01D-BF9E-497A-3499-18D6345FBE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1A98BB-5D18-F4C1-9B4C-78534384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13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151D23-6523-CAF1-2A84-E70F84BC9CE1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E5C9D97D-AB0A-808B-AA27-5B86D7B257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831317"/>
              </p:ext>
            </p:extLst>
          </p:nvPr>
        </p:nvGraphicFramePr>
        <p:xfrm>
          <a:off x="118237" y="1400777"/>
          <a:ext cx="11955526" cy="5030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301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E10E5-25BA-6C3C-1E62-A109DF55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EB3E5-0FE4-AD15-3E8B-941D8A18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муниципальной службы РФ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D77B46B-1EED-D342-6A2C-7702F6B8C7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A355A7-BFF8-F2F8-E7B6-55ED29A6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A5BBB-9266-CDA1-B75D-8EAB1F21207A}"/>
              </a:ext>
            </a:extLst>
          </p:cNvPr>
          <p:cNvSpPr txBox="1"/>
          <p:nvPr/>
        </p:nvSpPr>
        <p:spPr>
          <a:xfrm>
            <a:off x="0" y="6547448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 Федерального закона от 02.03.2007 № 25-ФЗ «О муниципальной службе в Российской Федерации» </a:t>
            </a:r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7A7B0A81-0BD5-B0EF-2D7E-B9873BAD4B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1608208"/>
              </p:ext>
            </p:extLst>
          </p:nvPr>
        </p:nvGraphicFramePr>
        <p:xfrm>
          <a:off x="213574" y="1497615"/>
          <a:ext cx="11741953" cy="4877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075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B295-5010-B770-5397-67BA4872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401B4-5BB9-635C-AF75-B02506B7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муниципальной службы РФ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857E9DF-86B8-9FC4-F7A0-DFA3E78214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7DA0B5-6AD5-6F49-4D71-6CB87588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B93C1-7A70-0520-C1CC-390D9949BE63}"/>
              </a:ext>
            </a:extLst>
          </p:cNvPr>
          <p:cNvSpPr txBox="1"/>
          <p:nvPr/>
        </p:nvSpPr>
        <p:spPr>
          <a:xfrm>
            <a:off x="0" y="6547448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 Федерального закона от 02.03.2007 № 25-ФЗ «О муниципальной службе в Российской Федерации» </a:t>
            </a:r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81017B89-995C-0E16-97C0-82B937E46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920154"/>
              </p:ext>
            </p:extLst>
          </p:nvPr>
        </p:nvGraphicFramePr>
        <p:xfrm>
          <a:off x="213574" y="1386571"/>
          <a:ext cx="11741953" cy="4908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431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96C7-0398-E3D4-C6B4-2FC79496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6B44B-1187-F3A9-7E1B-CD39212F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Права госслужащих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FB82390-7B90-2571-99CC-491324724D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5196C3-0CB7-F79D-18EA-FF8B3601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16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1BE19-BDC9-F451-FF15-8A0E7F328C54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8270ED48-7884-862F-2DED-5BB49E7F9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718091"/>
              </p:ext>
            </p:extLst>
          </p:nvPr>
        </p:nvGraphicFramePr>
        <p:xfrm>
          <a:off x="169332" y="1325562"/>
          <a:ext cx="11786195" cy="5181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97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644D8-8CA0-0F66-C167-74809CA8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89143-186E-EFF0-4A69-5310CC88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Права госслужащих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EEC12EA-CEA2-EE60-A892-59A25D988B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90004A-E0C3-A09A-0126-8F2C5740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17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9EC3B-2EA2-4239-0BAD-90FE5B37DB22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6F9D677-2B38-3107-C45D-4BC3719996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113913"/>
              </p:ext>
            </p:extLst>
          </p:nvPr>
        </p:nvGraphicFramePr>
        <p:xfrm>
          <a:off x="135466" y="1325563"/>
          <a:ext cx="11820061" cy="5009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367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E3AA-C8DA-192C-ABFF-D8042C6C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0E836-59BA-A7A6-20AA-2C93B44C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Права госслужащих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5D3E65B-74EC-187F-DA49-7025700652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E1DA9C-A608-CD45-89D3-8E67C076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18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2B5954-1E13-7DFF-B31E-BE796060C462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0FFC1903-F81D-EB01-BC85-362E1AB284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5679687"/>
              </p:ext>
            </p:extLst>
          </p:nvPr>
        </p:nvGraphicFramePr>
        <p:xfrm>
          <a:off x="220133" y="1325563"/>
          <a:ext cx="11735394" cy="503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5431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5C01-A110-61E6-437C-D78C6B8B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67BB7-2CE3-A35E-3447-1A5E80D5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Обязанности госслужащих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5D1B19C-36DA-5AF7-EA7A-8DE6253D85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67A22BF-261D-CB12-E3BF-64C59986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19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705B39-4C08-0372-61E4-109916BEBD21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15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CA81FD5-5730-9DB9-1145-5C805184A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363987"/>
              </p:ext>
            </p:extLst>
          </p:nvPr>
        </p:nvGraphicFramePr>
        <p:xfrm>
          <a:off x="338370" y="1497616"/>
          <a:ext cx="11515260" cy="4858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446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9826-8862-DD99-E291-3DB9DFFE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18E42-4969-FCDD-3F3C-4DBB7FF0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Обязанности госслужащих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6F17FDD-AA2A-FCB1-2E85-8E75667CC7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2F27E0E-2B5E-5FC2-3F1C-3F25FB0E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20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6F156-7526-33B0-21B4-35C18816785D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15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9D60A0DB-CB09-4E01-9EE0-AFE5D6BC52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994129"/>
              </p:ext>
            </p:extLst>
          </p:nvPr>
        </p:nvGraphicFramePr>
        <p:xfrm>
          <a:off x="338370" y="1497615"/>
          <a:ext cx="11515260" cy="4858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7891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828A-38C2-68A1-1FE4-D27D4DFF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130597-50E8-A602-90BC-6E78692B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06AA85A-FB67-90FB-250D-271B0881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должностей государственной службы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0AD46F2-5289-9AEC-A5AF-68725BFE4C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CE790C4-5C8B-8B8C-1926-47EFE9CBC2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1279874"/>
              </p:ext>
            </p:extLst>
          </p:nvPr>
        </p:nvGraphicFramePr>
        <p:xfrm>
          <a:off x="152401" y="1497614"/>
          <a:ext cx="11803126" cy="4946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797550C-4091-CE94-91D8-CD4D00E35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653177"/>
              </p:ext>
            </p:extLst>
          </p:nvPr>
        </p:nvGraphicFramePr>
        <p:xfrm>
          <a:off x="152401" y="1513280"/>
          <a:ext cx="11803126" cy="5208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1563">
                  <a:extLst>
                    <a:ext uri="{9D8B030D-6E8A-4147-A177-3AD203B41FA5}">
                      <a16:colId xmlns:a16="http://schemas.microsoft.com/office/drawing/2014/main" val="2195632905"/>
                    </a:ext>
                  </a:extLst>
                </a:gridCol>
                <a:gridCol w="5901563">
                  <a:extLst>
                    <a:ext uri="{9D8B030D-6E8A-4147-A177-3AD203B41FA5}">
                      <a16:colId xmlns:a16="http://schemas.microsoft.com/office/drawing/2014/main" val="3622322901"/>
                    </a:ext>
                  </a:extLst>
                </a:gridCol>
              </a:tblGrid>
              <a:tr h="2963333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2000" u="sng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Руководители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должности руководителей и заместителей руководителей государственных органов и их структурных подразделений, должности руководителей и заместителей руководителей территориальных органов федеральных органов исполнительной власти и их структурных подразделений, должности руководителей и заместителей руководителей представительств государственных органов и их структурных подразделений, замещаемые на определенный срок полномочий или без ограничения срока полномочий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2000" u="sng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Помощники (советники)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должности, учреждаемые для содействия лицам, замещающим государственные должности, руководителям государственных органов, руководителям территориальных органов федеральных органов исполнительной власти и руководителям представительств государственных органов в реализации их полномочий и замещаемые на определенный срок, ограниченный сроком полномочий указанных лиц или руководителей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322940"/>
                  </a:ext>
                </a:extLst>
              </a:tr>
              <a:tr h="224486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2000" u="sng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Специалисты 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должности, учреждаемые для профессионального обеспечения выполнения государственными органами установленных задач и функций и замещаемые без ограничения срока полномочий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2000" u="sng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Обеспечивающие специалисты</a:t>
                      </a:r>
                    </a:p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должности, учреждаемые для организационного, информационного, документационного, финансово-экономического, хозяйственного и иного обеспечения деятельности государственных органов и замещаемые без ограничения срока полномочий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60957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19A751E-B245-8699-D7A7-AA98DDBB58BA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9 Федерального закона от 27 июля 2004 г. № 79-ФЗ «О государственной гражданской службе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2235165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9907-0FC4-9B59-65D9-508CB336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6EDBFA-1066-FEDD-093A-C24B7829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6BA165F-4B4D-90F9-29BC-5C3E738C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должностей государственной службы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0DE593B-E8C6-727D-5444-E87262BD4D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F11108-F783-7200-7707-9F5632933A4B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9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18952015-5986-11E0-042B-7CEF9ABEA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717267"/>
              </p:ext>
            </p:extLst>
          </p:nvPr>
        </p:nvGraphicFramePr>
        <p:xfrm>
          <a:off x="414867" y="1497616"/>
          <a:ext cx="11421533" cy="483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440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A4DF-BD0A-DCD3-4230-4E2017BF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BB247-BB32-B699-652E-97F50A8A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Соотношений категорий и групп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должностей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17765A7-4430-44D1-F96F-9CD6EC981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431BC8-13CC-53DE-E358-B527BDB3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23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BCCEE5-1986-E174-200B-5F2B2FD1DB86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4 Федерального закона от 27 июля 2004 г. № 79-ФЗ «О государственной гражданской службе Российской Федерации»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72E667-B4B8-B0BD-9369-F7823260B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49" y="1401631"/>
            <a:ext cx="10782301" cy="50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31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87722-6E9A-C690-8E97-53165CD2F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8866A-F18D-15E6-D8B8-9B98B67E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Классный чин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599D059-C946-9DF9-2052-722683CC28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3C42C8E-D7AB-D568-A811-5DE4A6C8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24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9FBB2-F413-4058-199C-0C3E26D97033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11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D940AAC4-A208-B5B9-D2BE-59472F43C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848906"/>
              </p:ext>
            </p:extLst>
          </p:nvPr>
        </p:nvGraphicFramePr>
        <p:xfrm>
          <a:off x="283633" y="1475991"/>
          <a:ext cx="11671894" cy="2613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D38ACEE1-FB57-D0A4-7925-0E05393DC4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2889912"/>
              </p:ext>
            </p:extLst>
          </p:nvPr>
        </p:nvGraphicFramePr>
        <p:xfrm>
          <a:off x="283633" y="4120551"/>
          <a:ext cx="11671894" cy="2054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758071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A619-CD56-2F13-5D9E-B4487F4F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344FF-3BA1-F71D-648F-4D0FF537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Классный чин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E489BF3-C7A1-3B1B-478D-17D4943A61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5CD3B6-E914-5EE5-C841-A0E7FB92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25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C99EB-0581-FEC8-CD40-BB64539223AF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11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5FE9B93-ED3E-9065-8AC7-9A029269E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96277"/>
              </p:ext>
            </p:extLst>
          </p:nvPr>
        </p:nvGraphicFramePr>
        <p:xfrm>
          <a:off x="313267" y="1411666"/>
          <a:ext cx="11642260" cy="500900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049945997"/>
                    </a:ext>
                  </a:extLst>
                </a:gridCol>
                <a:gridCol w="9356260">
                  <a:extLst>
                    <a:ext uri="{9D8B030D-6E8A-4147-A177-3AD203B41FA5}">
                      <a16:colId xmlns:a16="http://schemas.microsoft.com/office/drawing/2014/main" val="2558057225"/>
                    </a:ext>
                  </a:extLst>
                </a:gridCol>
              </a:tblGrid>
              <a:tr h="492803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ru-RU" sz="1800" b="1" u="sng" dirty="0">
                          <a:solidFill>
                            <a:schemeClr val="bg1"/>
                          </a:solidFill>
                          <a:effectLst/>
                        </a:rPr>
                        <a:t>Группы должностей</a:t>
                      </a:r>
                      <a:endParaRPr lang="ru-RU" sz="1800" b="1" u="sng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ru-RU" sz="1800" b="1" u="sng" dirty="0">
                          <a:solidFill>
                            <a:schemeClr val="bg1"/>
                          </a:solidFill>
                          <a:effectLst/>
                        </a:rPr>
                        <a:t>Классные чины</a:t>
                      </a:r>
                      <a:endParaRPr lang="ru-RU" sz="1800" b="1" u="sng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876946"/>
                  </a:ext>
                </a:extLst>
              </a:tr>
              <a:tr h="832254">
                <a:tc>
                  <a:txBody>
                    <a:bodyPr/>
                    <a:lstStyle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Высшая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Действительный государственный советник РФ – 1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Действительный государственный советник РФ – 2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Действительный государственный советник РФ – 3 класса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/>
                </a:tc>
                <a:extLst>
                  <a:ext uri="{0D108BD9-81ED-4DB2-BD59-A6C34878D82A}">
                    <a16:rowId xmlns:a16="http://schemas.microsoft.com/office/drawing/2014/main" val="706878241"/>
                  </a:ext>
                </a:extLst>
              </a:tr>
              <a:tr h="894531">
                <a:tc>
                  <a:txBody>
                    <a:bodyPr/>
                    <a:lstStyle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Главная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Государственный советник РФ – 1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Государственный советник РФ – 2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Государственный советник РФ – 3 класса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/>
                </a:tc>
                <a:extLst>
                  <a:ext uri="{0D108BD9-81ED-4DB2-BD59-A6C34878D82A}">
                    <a16:rowId xmlns:a16="http://schemas.microsoft.com/office/drawing/2014/main" val="3178986748"/>
                  </a:ext>
                </a:extLst>
              </a:tr>
              <a:tr h="928467">
                <a:tc>
                  <a:txBody>
                    <a:bodyPr/>
                    <a:lstStyle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Ведущая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Советник государственной гражданской службы РФ – 1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Советник государственной гражданской службы РФ – 2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Советник государственной гражданской службы РФ – 3 класса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/>
                </a:tc>
                <a:extLst>
                  <a:ext uri="{0D108BD9-81ED-4DB2-BD59-A6C34878D82A}">
                    <a16:rowId xmlns:a16="http://schemas.microsoft.com/office/drawing/2014/main" val="2771509961"/>
                  </a:ext>
                </a:extLst>
              </a:tr>
              <a:tr h="928467">
                <a:tc>
                  <a:txBody>
                    <a:bodyPr/>
                    <a:lstStyle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Старшая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Референт государственной гражданской службы РФ – 1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Референт государственной гражданской службы РФ – 2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Референт государственной гражданской службы РФ – 3 класса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/>
                </a:tc>
                <a:extLst>
                  <a:ext uri="{0D108BD9-81ED-4DB2-BD59-A6C34878D82A}">
                    <a16:rowId xmlns:a16="http://schemas.microsoft.com/office/drawing/2014/main" val="1147562121"/>
                  </a:ext>
                </a:extLst>
              </a:tr>
              <a:tr h="928467">
                <a:tc>
                  <a:txBody>
                    <a:bodyPr/>
                    <a:lstStyle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</a:rPr>
                        <a:t>Младшая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Секретарь государственной гражданской службы РФ – 1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Секретарь государственной гражданской службы РФ – 2 класса</a:t>
                      </a:r>
                    </a:p>
                    <a:p>
                      <a:pPr marL="612000" indent="-342900" fontAlgn="t"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ru-RU" sz="1800" dirty="0">
                          <a:effectLst/>
                        </a:rPr>
                        <a:t>Секретарь государственной гражданской службы РФ – 3 класса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314" marR="13314" marT="6657" marB="6657"/>
                </a:tc>
                <a:extLst>
                  <a:ext uri="{0D108BD9-81ED-4DB2-BD59-A6C34878D82A}">
                    <a16:rowId xmlns:a16="http://schemas.microsoft.com/office/drawing/2014/main" val="399971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256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362A79-4397-D2E0-591A-BE0BD467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26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322DED3-10E0-9CB6-7BF6-6F8AA2C4A6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Погоны действительного государственного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советника РФ 1 класса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77DEE35-1C80-C591-83F2-9F88A2082D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DC59A2-DFFA-5425-5D11-AFCCF151A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61" r="11319" b="9780"/>
          <a:stretch/>
        </p:blipFill>
        <p:spPr>
          <a:xfrm>
            <a:off x="59267" y="3924548"/>
            <a:ext cx="8276167" cy="28538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3FF08F-E37F-598C-87A6-E75A0E9239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3" r="55139" b="9780"/>
          <a:stretch/>
        </p:blipFill>
        <p:spPr>
          <a:xfrm>
            <a:off x="0" y="1325562"/>
            <a:ext cx="8335434" cy="2880274"/>
          </a:xfrm>
          <a:prstGeom prst="rect">
            <a:avLst/>
          </a:prstGeom>
        </p:spPr>
      </p:pic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22255260-74B7-8AE3-0B80-2CEEB266E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428" y="1325562"/>
            <a:ext cx="3689572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223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E353-9333-6859-DA32-9ADFE312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C4F6CB-E474-048A-DE1B-DD7F5C09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9CE48-4997-204E-F51F-76F01ACA7273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ФНС России от 21.03.2007 г. № ММ-3-17/151 «О форменной одежде работников Федеральной налоговой службы, которым присвоены классные чины»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C19EA15-BB1C-01E4-C97E-9502ACECB6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Погоны ФНС России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005D2F8-147D-EBDC-5D4C-4A130252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8CA8337-024B-5CA0-D8E4-4A73EFB4D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35" r="2252" b="53623"/>
          <a:stretch/>
        </p:blipFill>
        <p:spPr>
          <a:xfrm>
            <a:off x="38100" y="1827214"/>
            <a:ext cx="12115800" cy="40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52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BA3923-8BE2-F656-7CC6-DABD202E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79116-EFF3-E836-698B-842624498F76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ФНС России от 21.03.2007 г. № ММ-3-17/151 «О форменной одежде работников Федеральной налоговой службы, которым присвоены классные чины»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EA46F4B-B87F-5587-331D-AD5F207E51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Погоны ФНС России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2F37CB3-1728-C068-5D12-B85A5D30AA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714258-8F1E-CDF8-F4F2-2149B1C5B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91"/>
          <a:stretch/>
        </p:blipFill>
        <p:spPr>
          <a:xfrm>
            <a:off x="38135" y="1943508"/>
            <a:ext cx="12153865" cy="387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68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ACA46-A113-BEDD-17A6-C3AAB187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EA01AC-F84D-B7BB-CC34-6E95A0D9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29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77B75-D661-D3DD-F0C2-5D8531DAC359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ФНС России от 21.03.2007 г. № ММ-3-17/151 «О форменной одежде работников Федеральной налоговой службы, которым присвоены классные чины»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A7350F0-E949-8528-797C-72F45866E2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Униформа ФНС России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1354A1E-5E19-DE3D-9831-3991E9A40C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58C22BE-FE2F-AA12-C1A4-BF8D5E00A0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78"/>
          <a:stretch/>
        </p:blipFill>
        <p:spPr bwMode="auto">
          <a:xfrm>
            <a:off x="5596642" y="1433248"/>
            <a:ext cx="6367049" cy="485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A29BD7B8-EBB3-4148-2E03-12622C4FF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r="11198"/>
          <a:stretch/>
        </p:blipFill>
        <p:spPr bwMode="auto">
          <a:xfrm>
            <a:off x="175048" y="1433248"/>
            <a:ext cx="5920952" cy="485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20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E48F-25FD-6C1E-935E-D4EB7A8A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ED360B-5FD5-5312-EB45-337054C9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30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31F89-6551-552D-7B22-3F4CBEAA6A0E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Россельхознадзора № 206 от 13.09.2007 г. «Об утверждении правил ношения форменной одежды для государственных инспекторов центрального аппарата и территориальных органов Россельхознадзора»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4E5E35D-8385-9729-4314-28E22FCF16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Погоны Россельхознадзора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1B018DD-E734-1956-2DF8-B55DC9A59C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760925-86E9-AE8B-C459-12A22248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37" t="18396" r="25626" b="51234"/>
          <a:stretch/>
        </p:blipFill>
        <p:spPr>
          <a:xfrm>
            <a:off x="67733" y="1959281"/>
            <a:ext cx="12056533" cy="36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4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DA6C-6228-A0E5-CBDD-096CF091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83B17-0E1A-F13E-9BDA-060B2F0A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20111-E8FF-30A9-3805-86AA7D8B9C8E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Россельхознадзора № 206 от 13.09.2007 г. «Об утверждении правил ношения форменной одежды для государственных инспекторов центрального аппарата и территориальных органов Россельхознадзора»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4EA8CA4-82F2-52D7-0E19-13677E332B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Погоны Россельхознадзора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B57351C-98CC-F9D0-6DD0-93800C4FF3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6933CC-86B8-02AD-A5FA-4681D221C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22" t="50001" r="2915" b="17778"/>
          <a:stretch/>
        </p:blipFill>
        <p:spPr>
          <a:xfrm>
            <a:off x="59267" y="2449412"/>
            <a:ext cx="12132733" cy="259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35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98DF7-D461-462A-424D-BED217B6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C39622-0F86-08B6-B9B8-07AB359F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9628D4-CAA3-621E-E387-353CA415D2CB}"/>
              </a:ext>
            </a:extLst>
          </p:cNvPr>
          <p:cNvSpPr txBox="1"/>
          <p:nvPr/>
        </p:nvSpPr>
        <p:spPr>
          <a:xfrm>
            <a:off x="0" y="6396336"/>
            <a:ext cx="1094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Приказ Россельхознадзора № 206 от 13.09.2007 г. «Об утверждении правил ношения форменной одежды для государственных инспекторов центрального аппарата и территориальных органов Россельхознадзора»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61FD063-C71B-8DE1-6D0A-BA58044B7B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Униформа Россельхознадзора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209DC38-3232-75E9-3BE4-4CE3248F7F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C6AA72DF-FFF9-F470-04EC-FA675DFDF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533" y="1452516"/>
            <a:ext cx="6403975" cy="479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EE73D0BF-5692-2A78-3B03-80B32482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462018"/>
            <a:ext cx="6505575" cy="479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643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6A73-F6C2-93F9-4028-B54B7EFF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90D084-6DFF-49C8-2FA9-9A3F5911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835F2-C061-88D8-25DC-B5B7CAD6CC68}"/>
              </a:ext>
            </a:extLst>
          </p:cNvPr>
          <p:cNvSpPr txBox="1"/>
          <p:nvPr/>
        </p:nvSpPr>
        <p:spPr>
          <a:xfrm>
            <a:off x="0" y="6396336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1" dirty="0"/>
              <a:t>Источник</a:t>
            </a:r>
            <a:r>
              <a:rPr lang="ru-RU" sz="1100" dirty="0"/>
              <a:t>: Постановление Правительства от 17 ноября 2001 г. № 799 «О форменной одежде работников Министерства иностранных дел Российской Федерации, дипломатических представительств и консульских учреждений Российской Федерации, представительств Министерства иностранных дел Российской Федерации на территории Российской Федерации»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20B5C9A-3995-6A27-AAA3-291090E0EE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Униформа МИД России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1DCBDB3-001A-94A3-55DB-35E20CA909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F2C750E7-C007-C1E4-8CAE-929A06BF69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05"/>
          <a:stretch/>
        </p:blipFill>
        <p:spPr bwMode="auto">
          <a:xfrm>
            <a:off x="0" y="1306174"/>
            <a:ext cx="5122332" cy="492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 descr="Изображение выглядит как одежда, облачение, Орнамент&#10;&#10;Автоматически созданное описание">
            <a:extLst>
              <a:ext uri="{FF2B5EF4-FFF2-40B4-BE49-F238E27FC236}">
                <a16:creationId xmlns:a16="http://schemas.microsoft.com/office/drawing/2014/main" id="{0895498F-E3E4-7A3A-07BE-E4DF0CBC7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48"/>
          <a:stretch/>
        </p:blipFill>
        <p:spPr>
          <a:xfrm>
            <a:off x="8445245" y="1325563"/>
            <a:ext cx="1223688" cy="1413196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одежда, человек, ошейник, Формальная одежда&#10;&#10;Автоматически созданное описание">
            <a:extLst>
              <a:ext uri="{FF2B5EF4-FFF2-40B4-BE49-F238E27FC236}">
                <a16:creationId xmlns:a16="http://schemas.microsoft.com/office/drawing/2014/main" id="{8223B1EA-B821-7C08-6871-533DDE3AC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315528"/>
            <a:ext cx="2523067" cy="492305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одежда, пальто, человек, Блейзер&#10;&#10;Автоматически созданное описание">
            <a:extLst>
              <a:ext uri="{FF2B5EF4-FFF2-40B4-BE49-F238E27FC236}">
                <a16:creationId xmlns:a16="http://schemas.microsoft.com/office/drawing/2014/main" id="{A5C77253-99A9-4D2D-ECFA-05A02E2535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32" y="1306174"/>
            <a:ext cx="3322913" cy="4922375"/>
          </a:xfrm>
          <a:prstGeom prst="rect">
            <a:avLst/>
          </a:prstGeom>
        </p:spPr>
      </p:pic>
      <p:pic>
        <p:nvPicPr>
          <p:cNvPr id="17" name="Рисунок 16" descr="Изображение выглядит как одежда, облачение, Орнамент&#10;&#10;Автоматически созданное описание">
            <a:extLst>
              <a:ext uri="{FF2B5EF4-FFF2-40B4-BE49-F238E27FC236}">
                <a16:creationId xmlns:a16="http://schemas.microsoft.com/office/drawing/2014/main" id="{95B81DFF-8804-90DE-7A6D-9B5D5DCE26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31" r="26955"/>
          <a:stretch/>
        </p:blipFill>
        <p:spPr>
          <a:xfrm>
            <a:off x="8445245" y="2738759"/>
            <a:ext cx="1223688" cy="1512227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одежда, облачение, Орнамент&#10;&#10;Автоматически созданное описание">
            <a:extLst>
              <a:ext uri="{FF2B5EF4-FFF2-40B4-BE49-F238E27FC236}">
                <a16:creationId xmlns:a16="http://schemas.microsoft.com/office/drawing/2014/main" id="{BC5228FB-C600-FA1C-686D-9F05B072E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3" t="-727" b="727"/>
          <a:stretch/>
        </p:blipFill>
        <p:spPr>
          <a:xfrm>
            <a:off x="8445245" y="4266243"/>
            <a:ext cx="1223688" cy="19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50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44B2-BD52-4B83-FC5E-5016EF04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549B85-A5B3-27BF-978A-CC638226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34</a:t>
            </a:fld>
            <a:endParaRPr lang="ru-RU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A0580DBD-7C63-A37A-9B25-DA0D85C61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3895"/>
            <a:ext cx="8864600" cy="583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5386AAB3-BE07-2B84-BBF0-799CC9626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2" y="1325562"/>
            <a:ext cx="5532438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07A5243-29AB-7869-24B1-200BF4C5C8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Одежда офисного стиля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211836E-E796-B243-07C2-66D13C2C72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46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4E3C8-E5F4-1E86-077C-4B136325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7B25C-A99D-7F2F-FC66-7001A0C9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Поступление на государственную службу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AA4E4F9-0611-220F-EF8A-22CE7495B2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122A7E4-C595-563A-2694-9D8AC098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35</a:t>
            </a:fld>
            <a:endParaRPr lang="ru-RU"/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C4DFE0B4-98D3-507F-6126-3807A9904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126659"/>
              </p:ext>
            </p:extLst>
          </p:nvPr>
        </p:nvGraphicFramePr>
        <p:xfrm>
          <a:off x="368299" y="1574800"/>
          <a:ext cx="11510433" cy="4781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781774D-8CFC-A1D1-DCC7-7CB62603F129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22 Федерального закона от 27 июля 2004 г. № 79-ФЗ «О государственной гражданской службе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2110149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D9DBFD3-276E-3C19-2D12-10D730687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799" b="95841" l="10000" r="90000">
                        <a14:foregroundMark x1="60326" y1="92374" x2="50761" y2="92894"/>
                        <a14:foregroundMark x1="50761" y1="92894" x2="48804" y2="91854"/>
                        <a14:foregroundMark x1="35652" y1="93761" x2="35652" y2="93761"/>
                        <a14:foregroundMark x1="70435" y1="95667" x2="70435" y2="95667"/>
                        <a14:foregroundMark x1="54457" y1="95667" x2="54457" y2="95667"/>
                        <a14:foregroundMark x1="33913" y1="95841" x2="33913" y2="95841"/>
                        <a14:foregroundMark x1="65217" y1="22357" x2="64565" y2="25130"/>
                        <a14:foregroundMark x1="52935" y1="7799" x2="52935" y2="77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50" r="23943"/>
          <a:stretch/>
        </p:blipFill>
        <p:spPr bwMode="auto">
          <a:xfrm>
            <a:off x="7258047" y="1153510"/>
            <a:ext cx="4933953" cy="579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B51C30-1725-0C96-7B79-844FB6AB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36</a:t>
            </a:fld>
            <a:endParaRPr lang="ru-RU"/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655F5E2F-4A88-DA14-DE80-69F4C8238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4164901"/>
              </p:ext>
            </p:extLst>
          </p:nvPr>
        </p:nvGraphicFramePr>
        <p:xfrm>
          <a:off x="279400" y="1405467"/>
          <a:ext cx="7145868" cy="510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E65A796-039A-7A0D-0AC6-4C1709056E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"/>
            <a:r>
              <a:rPr lang="ru-RU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Поступление на государственную службу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30B237B-48C3-0785-4C36-7E71E2C47DF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8B57A0-673F-564F-03B8-40AC48D26B8C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22 Федерального закона от 27 июля 2004 г. № 79-ФЗ «О государственной гражданской службе Российской Федерации»</a:t>
            </a:r>
          </a:p>
        </p:txBody>
      </p:sp>
    </p:spTree>
    <p:extLst>
      <p:ext uri="{BB962C8B-B14F-4D97-AF65-F5344CB8AC3E}">
        <p14:creationId xmlns:p14="http://schemas.microsoft.com/office/powerpoint/2010/main" val="2975479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AFE0-EDAF-A4A0-37DE-550A2A43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0E0C6-427C-58A9-C6FE-FC23AA26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Конкурс не проводится: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A2B87C8-2770-51AE-7FF1-26877E9647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1BEC7F-1C0B-B16C-4099-918980B1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37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46178-6FAB-4957-62DE-D96DEA34A615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22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1F7575B8-D23D-F8A2-910C-7A36F34CD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328269"/>
              </p:ext>
            </p:extLst>
          </p:nvPr>
        </p:nvGraphicFramePr>
        <p:xfrm>
          <a:off x="114300" y="1406247"/>
          <a:ext cx="11722100" cy="4950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704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49632-15AC-E844-27AE-5259B239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06F2B9B-D8D5-D5C2-4CAC-5B9BBCC42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18"/>
          <a:stretch/>
        </p:blipFill>
        <p:spPr bwMode="auto">
          <a:xfrm>
            <a:off x="668867" y="1475642"/>
            <a:ext cx="10854266" cy="485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4F8E4-D0A3-2FE9-B58F-58B0187E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Кадровый резерв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0A4B71B-C167-3B54-ECA3-FD2E7770BF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C9A4C7-3DE8-3F4E-B2A3-49D0AA8B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38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D368E1-A164-41DF-8C9C-01F8B4CE4FDF}"/>
              </a:ext>
            </a:extLst>
          </p:cNvPr>
          <p:cNvSpPr txBox="1"/>
          <p:nvPr/>
        </p:nvSpPr>
        <p:spPr>
          <a:xfrm>
            <a:off x="0" y="6506779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64 Федерального закона от 27 июля 2004 г. № 79-ФЗ «О государственной гражданской службе Российской Федерации»</a:t>
            </a: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B47AEC82-F23E-DB12-76FB-91CB57E172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576741"/>
              </p:ext>
            </p:extLst>
          </p:nvPr>
        </p:nvGraphicFramePr>
        <p:xfrm>
          <a:off x="345016" y="4316954"/>
          <a:ext cx="11501967" cy="2130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1693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F841-003F-7772-0E42-B9DDF5D3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DCBA6-4273-F1EA-C44E-2288F3AB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marL="177800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Вакансии (конкурсы) государственной службы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E158076-1D4A-592E-548A-9CCEC41CB7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334A00-FA53-1549-4C13-DED33333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FA512-5F1D-2574-1B63-C25F95CFA9F6}"/>
              </a:ext>
            </a:extLst>
          </p:cNvPr>
          <p:cNvSpPr txBox="1"/>
          <p:nvPr/>
        </p:nvSpPr>
        <p:spPr>
          <a:xfrm>
            <a:off x="777746" y="5084510"/>
            <a:ext cx="505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https://gossluzhba.gov.ru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63F247-1B98-4681-5C11-510C6004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46" y="3111474"/>
            <a:ext cx="2557463" cy="10192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AC720F9-886B-7486-ACD5-3BB4AEED93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79" t="20491" r="6416" b="1837"/>
          <a:stretch/>
        </p:blipFill>
        <p:spPr>
          <a:xfrm>
            <a:off x="9114364" y="2556038"/>
            <a:ext cx="2239436" cy="23490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C0D957-2F71-23B7-F9C7-8E68B5FB5216}"/>
              </a:ext>
            </a:extLst>
          </p:cNvPr>
          <p:cNvSpPr txBox="1"/>
          <p:nvPr/>
        </p:nvSpPr>
        <p:spPr>
          <a:xfrm>
            <a:off x="6813678" y="5084510"/>
            <a:ext cx="4601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https://t.me/RussianGoverCalls</a:t>
            </a:r>
          </a:p>
        </p:txBody>
      </p:sp>
      <p:pic>
        <p:nvPicPr>
          <p:cNvPr id="18" name="Рисунок 17" descr="Изображение выглядит как Графика, графический дизайн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4D92759-ACF9-9422-3F0D-8562C0290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296" y="2342381"/>
            <a:ext cx="2557463" cy="255746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A7F2CF5-290A-2424-E23E-0B49F09EB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428" y="2537908"/>
            <a:ext cx="2361936" cy="23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72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4342</TotalTime>
  <Words>3258</Words>
  <Application>Microsoft Office PowerPoint</Application>
  <PresentationFormat>Широкоэкранный</PresentationFormat>
  <Paragraphs>271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Times New Roman</vt:lpstr>
      <vt:lpstr>Wingdings</vt:lpstr>
      <vt:lpstr>Тема Office</vt:lpstr>
      <vt:lpstr>Презентация PowerPoint</vt:lpstr>
      <vt:lpstr>Презентация PowerPoint</vt:lpstr>
      <vt:lpstr>Определение государственной службы</vt:lpstr>
      <vt:lpstr>Лица, замещающие государственные должности</vt:lpstr>
      <vt:lpstr>Принципы системы государственной службы:</vt:lpstr>
      <vt:lpstr>Принципы системы государственной службы:</vt:lpstr>
      <vt:lpstr>Виды государственной службы</vt:lpstr>
      <vt:lpstr>Иные виды государственной службы</vt:lpstr>
      <vt:lpstr>Государственная гражданская служба РФ</vt:lpstr>
      <vt:lpstr>Муниципальная служба РФ</vt:lpstr>
      <vt:lpstr>Взаимосвязь гражданской службы  и муниципальной службы</vt:lpstr>
      <vt:lpstr>Принципы государственной гражданской службы</vt:lpstr>
      <vt:lpstr>Принципы государственной гражданской службы</vt:lpstr>
      <vt:lpstr>Принципы муниципальной службы РФ</vt:lpstr>
      <vt:lpstr>Принципы муниципальной службы РФ</vt:lpstr>
      <vt:lpstr>Права госслужащих </vt:lpstr>
      <vt:lpstr>Права госслужащих </vt:lpstr>
      <vt:lpstr>Права госслужащих </vt:lpstr>
      <vt:lpstr>Обязанности госслужащих </vt:lpstr>
      <vt:lpstr>Обязанности госслужащих </vt:lpstr>
      <vt:lpstr>Категории должностей государственной службы</vt:lpstr>
      <vt:lpstr>Группы должностей государственной службы</vt:lpstr>
      <vt:lpstr>Соотношений категорий и групп  должностей государственной службы</vt:lpstr>
      <vt:lpstr>Классный чин государственной службы</vt:lpstr>
      <vt:lpstr>Классный чин государственной службы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Поступление на государственную службу</vt:lpstr>
      <vt:lpstr>Презентация PowerPoint</vt:lpstr>
      <vt:lpstr>Конкурс не проводится:</vt:lpstr>
      <vt:lpstr>Кадровый резерв</vt:lpstr>
      <vt:lpstr>Вакансии (конкурсы) государственной службы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130</cp:revision>
  <dcterms:created xsi:type="dcterms:W3CDTF">2024-05-16T08:01:39Z</dcterms:created>
  <dcterms:modified xsi:type="dcterms:W3CDTF">2024-12-19T17:45:53Z</dcterms:modified>
</cp:coreProperties>
</file>